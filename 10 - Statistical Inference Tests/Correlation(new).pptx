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7" r:id="rId2"/>
    <p:sldId id="441" r:id="rId3"/>
    <p:sldId id="443" r:id="rId4"/>
    <p:sldId id="481" r:id="rId5"/>
    <p:sldId id="482" r:id="rId6"/>
    <p:sldId id="483" r:id="rId7"/>
    <p:sldId id="484" r:id="rId8"/>
    <p:sldId id="447" r:id="rId9"/>
    <p:sldId id="444" r:id="rId10"/>
    <p:sldId id="485" r:id="rId11"/>
    <p:sldId id="445" r:id="rId12"/>
    <p:sldId id="486" r:id="rId13"/>
    <p:sldId id="487" r:id="rId14"/>
    <p:sldId id="488" r:id="rId15"/>
    <p:sldId id="489" r:id="rId16"/>
    <p:sldId id="491" r:id="rId17"/>
    <p:sldId id="492" r:id="rId18"/>
    <p:sldId id="493" r:id="rId19"/>
    <p:sldId id="490" r:id="rId20"/>
    <p:sldId id="494" r:id="rId21"/>
    <p:sldId id="495" r:id="rId22"/>
    <p:sldId id="496" r:id="rId23"/>
    <p:sldId id="497" r:id="rId24"/>
    <p:sldId id="498" r:id="rId25"/>
    <p:sldId id="512" r:id="rId26"/>
    <p:sldId id="499" r:id="rId27"/>
    <p:sldId id="500" r:id="rId28"/>
    <p:sldId id="502" r:id="rId29"/>
    <p:sldId id="501" r:id="rId30"/>
    <p:sldId id="504" r:id="rId31"/>
    <p:sldId id="506" r:id="rId32"/>
    <p:sldId id="513" r:id="rId33"/>
    <p:sldId id="507" r:id="rId34"/>
    <p:sldId id="508" r:id="rId35"/>
    <p:sldId id="509" r:id="rId36"/>
    <p:sldId id="510" r:id="rId37"/>
    <p:sldId id="51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4E72DE6-BB83-154E-81E2-BC0DD659BA3C}">
          <p14:sldIdLst>
            <p14:sldId id="257"/>
            <p14:sldId id="441"/>
            <p14:sldId id="443"/>
            <p14:sldId id="481"/>
            <p14:sldId id="482"/>
            <p14:sldId id="483"/>
            <p14:sldId id="484"/>
            <p14:sldId id="447"/>
            <p14:sldId id="444"/>
            <p14:sldId id="485"/>
            <p14:sldId id="445"/>
            <p14:sldId id="486"/>
            <p14:sldId id="487"/>
            <p14:sldId id="488"/>
            <p14:sldId id="489"/>
            <p14:sldId id="491"/>
            <p14:sldId id="492"/>
            <p14:sldId id="493"/>
            <p14:sldId id="490"/>
            <p14:sldId id="494"/>
            <p14:sldId id="495"/>
            <p14:sldId id="496"/>
            <p14:sldId id="497"/>
            <p14:sldId id="498"/>
            <p14:sldId id="512"/>
            <p14:sldId id="499"/>
            <p14:sldId id="500"/>
            <p14:sldId id="502"/>
            <p14:sldId id="501"/>
            <p14:sldId id="504"/>
            <p14:sldId id="506"/>
            <p14:sldId id="513"/>
            <p14:sldId id="507"/>
            <p14:sldId id="508"/>
            <p14:sldId id="509"/>
            <p14:sldId id="510"/>
            <p14:sldId id="5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418C"/>
    <a:srgbClr val="FF40FF"/>
    <a:srgbClr val="CBD9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FF8E01-DE24-0F4F-A559-943D670B7764}" v="50" dt="2024-08-14T17:48:44.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52" autoAdjust="0"/>
    <p:restoredTop sz="94718"/>
  </p:normalViewPr>
  <p:slideViewPr>
    <p:cSldViewPr snapToGrid="0">
      <p:cViewPr varScale="1">
        <p:scale>
          <a:sx n="62" d="100"/>
          <a:sy n="62" d="100"/>
        </p:scale>
        <p:origin x="216" y="183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nel D. Palenzuela" userId="27216d6f-a712-48da-bcb2-613e4bc945ac" providerId="ADAL" clId="{16736750-74B4-184C-AACF-97E7E4B9FAA6}"/>
    <pc:docChg chg="undo custSel addSld delSld modSld sldOrd modMainMaster">
      <pc:chgData name="Ronnel D. Palenzuela" userId="27216d6f-a712-48da-bcb2-613e4bc945ac" providerId="ADAL" clId="{16736750-74B4-184C-AACF-97E7E4B9FAA6}" dt="2024-08-13T03:37:12.131" v="3508" actId="207"/>
      <pc:docMkLst>
        <pc:docMk/>
      </pc:docMkLst>
      <pc:sldChg chg="modSp mod">
        <pc:chgData name="Ronnel D. Palenzuela" userId="27216d6f-a712-48da-bcb2-613e4bc945ac" providerId="ADAL" clId="{16736750-74B4-184C-AACF-97E7E4B9FAA6}" dt="2024-08-11T23:14:10.328" v="2625" actId="20577"/>
        <pc:sldMkLst>
          <pc:docMk/>
          <pc:sldMk cId="3455369248" sldId="257"/>
        </pc:sldMkLst>
        <pc:spChg chg="mod">
          <ac:chgData name="Ronnel D. Palenzuela" userId="27216d6f-a712-48da-bcb2-613e4bc945ac" providerId="ADAL" clId="{16736750-74B4-184C-AACF-97E7E4B9FAA6}" dt="2024-08-11T23:14:10.328" v="2625" actId="20577"/>
          <ac:spMkLst>
            <pc:docMk/>
            <pc:sldMk cId="3455369248" sldId="257"/>
            <ac:spMk id="3" creationId="{55CA8846-F5F9-9E2F-7E86-4EDFA1AEFED2}"/>
          </ac:spMkLst>
        </pc:spChg>
      </pc:sldChg>
      <pc:sldChg chg="addSp delSp modSp del mod setBg modNotesTx">
        <pc:chgData name="Ronnel D. Palenzuela" userId="27216d6f-a712-48da-bcb2-613e4bc945ac" providerId="ADAL" clId="{16736750-74B4-184C-AACF-97E7E4B9FAA6}" dt="2024-08-11T06:16:40.205" v="363" actId="2696"/>
        <pc:sldMkLst>
          <pc:docMk/>
          <pc:sldMk cId="218736974" sldId="258"/>
        </pc:sldMkLst>
        <pc:spChg chg="mod">
          <ac:chgData name="Ronnel D. Palenzuela" userId="27216d6f-a712-48da-bcb2-613e4bc945ac" providerId="ADAL" clId="{16736750-74B4-184C-AACF-97E7E4B9FAA6}" dt="2024-08-11T06:16:07.116" v="348" actId="26606"/>
          <ac:spMkLst>
            <pc:docMk/>
            <pc:sldMk cId="218736974" sldId="258"/>
            <ac:spMk id="2" creationId="{1FD87645-D8E6-23DE-A822-448BF1054783}"/>
          </ac:spMkLst>
        </pc:spChg>
        <pc:spChg chg="mod">
          <ac:chgData name="Ronnel D. Palenzuela" userId="27216d6f-a712-48da-bcb2-613e4bc945ac" providerId="ADAL" clId="{16736750-74B4-184C-AACF-97E7E4B9FAA6}" dt="2024-08-11T06:16:25.529" v="353" actId="21"/>
          <ac:spMkLst>
            <pc:docMk/>
            <pc:sldMk cId="218736974" sldId="258"/>
            <ac:spMk id="3" creationId="{F9E9654B-D8E5-22CA-371A-57FADD13842B}"/>
          </ac:spMkLst>
        </pc:spChg>
        <pc:spChg chg="add del">
          <ac:chgData name="Ronnel D. Palenzuela" userId="27216d6f-a712-48da-bcb2-613e4bc945ac" providerId="ADAL" clId="{16736750-74B4-184C-AACF-97E7E4B9FAA6}" dt="2024-08-11T06:16:07.116" v="348" actId="26606"/>
          <ac:spMkLst>
            <pc:docMk/>
            <pc:sldMk cId="218736974" sldId="258"/>
            <ac:spMk id="9" creationId="{04812C46-200A-4DEB-A05E-3ED6C68C2387}"/>
          </ac:spMkLst>
        </pc:spChg>
        <pc:spChg chg="add del">
          <ac:chgData name="Ronnel D. Palenzuela" userId="27216d6f-a712-48da-bcb2-613e4bc945ac" providerId="ADAL" clId="{16736750-74B4-184C-AACF-97E7E4B9FAA6}" dt="2024-08-11T06:16:07.116" v="348" actId="26606"/>
          <ac:spMkLst>
            <pc:docMk/>
            <pc:sldMk cId="218736974" sldId="258"/>
            <ac:spMk id="11" creationId="{D1EA859B-E555-4109-94F3-6700E046E008}"/>
          </ac:spMkLst>
        </pc:spChg>
        <pc:picChg chg="add del mod ord">
          <ac:chgData name="Ronnel D. Palenzuela" userId="27216d6f-a712-48da-bcb2-613e4bc945ac" providerId="ADAL" clId="{16736750-74B4-184C-AACF-97E7E4B9FAA6}" dt="2024-08-11T06:16:38.323" v="362" actId="21"/>
          <ac:picMkLst>
            <pc:docMk/>
            <pc:sldMk cId="218736974" sldId="258"/>
            <ac:picMk id="4" creationId="{98D0E626-B0C1-BC0F-8BBE-013B7E7B3AA6}"/>
          </ac:picMkLst>
        </pc:picChg>
      </pc:sldChg>
      <pc:sldChg chg="addSp delSp modSp mod modNotesTx">
        <pc:chgData name="Ronnel D. Palenzuela" userId="27216d6f-a712-48da-bcb2-613e4bc945ac" providerId="ADAL" clId="{16736750-74B4-184C-AACF-97E7E4B9FAA6}" dt="2024-08-11T12:37:53.539" v="2618" actId="20577"/>
        <pc:sldMkLst>
          <pc:docMk/>
          <pc:sldMk cId="3256538018" sldId="259"/>
        </pc:sldMkLst>
        <pc:spChg chg="mod">
          <ac:chgData name="Ronnel D. Palenzuela" userId="27216d6f-a712-48da-bcb2-613e4bc945ac" providerId="ADAL" clId="{16736750-74B4-184C-AACF-97E7E4B9FAA6}" dt="2024-08-11T06:18:47.941" v="388" actId="14100"/>
          <ac:spMkLst>
            <pc:docMk/>
            <pc:sldMk cId="3256538018" sldId="259"/>
            <ac:spMk id="2" creationId="{1FD87645-D8E6-23DE-A822-448BF1054783}"/>
          </ac:spMkLst>
        </pc:spChg>
        <pc:spChg chg="mod">
          <ac:chgData name="Ronnel D. Palenzuela" userId="27216d6f-a712-48da-bcb2-613e4bc945ac" providerId="ADAL" clId="{16736750-74B4-184C-AACF-97E7E4B9FAA6}" dt="2024-08-11T12:37:53.539" v="2618" actId="20577"/>
          <ac:spMkLst>
            <pc:docMk/>
            <pc:sldMk cId="3256538018" sldId="259"/>
            <ac:spMk id="3" creationId="{F9E9654B-D8E5-22CA-371A-57FADD13842B}"/>
          </ac:spMkLst>
        </pc:spChg>
        <pc:picChg chg="add mod">
          <ac:chgData name="Ronnel D. Palenzuela" userId="27216d6f-a712-48da-bcb2-613e4bc945ac" providerId="ADAL" clId="{16736750-74B4-184C-AACF-97E7E4B9FAA6}" dt="2024-08-11T06:21:54.031" v="403" actId="1076"/>
          <ac:picMkLst>
            <pc:docMk/>
            <pc:sldMk cId="3256538018" sldId="259"/>
            <ac:picMk id="4" creationId="{E700435F-1E7A-3EEC-4AA8-86923D600596}"/>
          </ac:picMkLst>
        </pc:picChg>
        <pc:picChg chg="del">
          <ac:chgData name="Ronnel D. Palenzuela" userId="27216d6f-a712-48da-bcb2-613e4bc945ac" providerId="ADAL" clId="{16736750-74B4-184C-AACF-97E7E4B9FAA6}" dt="2024-08-11T06:16:36.656" v="361" actId="478"/>
          <ac:picMkLst>
            <pc:docMk/>
            <pc:sldMk cId="3256538018" sldId="259"/>
            <ac:picMk id="5" creationId="{D3CE80CF-7820-04DC-00A6-061A45338617}"/>
          </ac:picMkLst>
        </pc:picChg>
        <pc:picChg chg="del">
          <ac:chgData name="Ronnel D. Palenzuela" userId="27216d6f-a712-48da-bcb2-613e4bc945ac" providerId="ADAL" clId="{16736750-74B4-184C-AACF-97E7E4B9FAA6}" dt="2024-08-11T06:16:36.656" v="361" actId="478"/>
          <ac:picMkLst>
            <pc:docMk/>
            <pc:sldMk cId="3256538018" sldId="259"/>
            <ac:picMk id="6" creationId="{105319CD-EE8D-3939-D407-76A3761FCAFE}"/>
          </ac:picMkLst>
        </pc:picChg>
        <pc:picChg chg="del">
          <ac:chgData name="Ronnel D. Palenzuela" userId="27216d6f-a712-48da-bcb2-613e4bc945ac" providerId="ADAL" clId="{16736750-74B4-184C-AACF-97E7E4B9FAA6}" dt="2024-08-11T06:16:36.656" v="361" actId="478"/>
          <ac:picMkLst>
            <pc:docMk/>
            <pc:sldMk cId="3256538018" sldId="259"/>
            <ac:picMk id="7" creationId="{763F4613-1B0F-8B43-1A32-113F3480FFDD}"/>
          </ac:picMkLst>
        </pc:picChg>
        <pc:picChg chg="del">
          <ac:chgData name="Ronnel D. Palenzuela" userId="27216d6f-a712-48da-bcb2-613e4bc945ac" providerId="ADAL" clId="{16736750-74B4-184C-AACF-97E7E4B9FAA6}" dt="2024-08-11T06:16:36.656" v="361" actId="478"/>
          <ac:picMkLst>
            <pc:docMk/>
            <pc:sldMk cId="3256538018" sldId="259"/>
            <ac:picMk id="8" creationId="{3F65A7A7-479E-10AB-F526-C7D8854988BE}"/>
          </ac:picMkLst>
        </pc:picChg>
        <pc:picChg chg="add mod">
          <ac:chgData name="Ronnel D. Palenzuela" userId="27216d6f-a712-48da-bcb2-613e4bc945ac" providerId="ADAL" clId="{16736750-74B4-184C-AACF-97E7E4B9FAA6}" dt="2024-08-11T06:21:54.464" v="404" actId="1076"/>
          <ac:picMkLst>
            <pc:docMk/>
            <pc:sldMk cId="3256538018" sldId="259"/>
            <ac:picMk id="9" creationId="{5039F99A-C68C-0B5B-1A0E-5505DF7E762C}"/>
          </ac:picMkLst>
        </pc:picChg>
      </pc:sldChg>
      <pc:sldChg chg="del modNotesTx">
        <pc:chgData name="Ronnel D. Palenzuela" userId="27216d6f-a712-48da-bcb2-613e4bc945ac" providerId="ADAL" clId="{16736750-74B4-184C-AACF-97E7E4B9FAA6}" dt="2024-08-11T06:22:16.116" v="405" actId="2696"/>
        <pc:sldMkLst>
          <pc:docMk/>
          <pc:sldMk cId="606913761" sldId="260"/>
        </pc:sldMkLst>
      </pc:sldChg>
      <pc:sldChg chg="del">
        <pc:chgData name="Ronnel D. Palenzuela" userId="27216d6f-a712-48da-bcb2-613e4bc945ac" providerId="ADAL" clId="{16736750-74B4-184C-AACF-97E7E4B9FAA6}" dt="2024-08-11T06:22:16.124" v="406" actId="2696"/>
        <pc:sldMkLst>
          <pc:docMk/>
          <pc:sldMk cId="285302475" sldId="261"/>
        </pc:sldMkLst>
      </pc:sldChg>
      <pc:sldChg chg="del modNotesTx">
        <pc:chgData name="Ronnel D. Palenzuela" userId="27216d6f-a712-48da-bcb2-613e4bc945ac" providerId="ADAL" clId="{16736750-74B4-184C-AACF-97E7E4B9FAA6}" dt="2024-08-11T09:23:38.794" v="1383" actId="2696"/>
        <pc:sldMkLst>
          <pc:docMk/>
          <pc:sldMk cId="1633078811" sldId="262"/>
        </pc:sldMkLst>
      </pc:sldChg>
      <pc:sldChg chg="addSp delSp modSp mod ord setBg modNotesTx">
        <pc:chgData name="Ronnel D. Palenzuela" userId="27216d6f-a712-48da-bcb2-613e4bc945ac" providerId="ADAL" clId="{16736750-74B4-184C-AACF-97E7E4B9FAA6}" dt="2024-08-11T07:26:40.554" v="869" actId="20577"/>
        <pc:sldMkLst>
          <pc:docMk/>
          <pc:sldMk cId="3611571112" sldId="263"/>
        </pc:sldMkLst>
        <pc:spChg chg="mod">
          <ac:chgData name="Ronnel D. Palenzuela" userId="27216d6f-a712-48da-bcb2-613e4bc945ac" providerId="ADAL" clId="{16736750-74B4-184C-AACF-97E7E4B9FAA6}" dt="2024-08-11T07:26:40.554" v="869" actId="20577"/>
          <ac:spMkLst>
            <pc:docMk/>
            <pc:sldMk cId="3611571112" sldId="263"/>
            <ac:spMk id="2" creationId="{4B9DC0FD-E73C-26A6-891F-61B461076958}"/>
          </ac:spMkLst>
        </pc:spChg>
        <pc:spChg chg="del mod">
          <ac:chgData name="Ronnel D. Palenzuela" userId="27216d6f-a712-48da-bcb2-613e4bc945ac" providerId="ADAL" clId="{16736750-74B4-184C-AACF-97E7E4B9FAA6}" dt="2024-08-11T05:58:13.516" v="174" actId="478"/>
          <ac:spMkLst>
            <pc:docMk/>
            <pc:sldMk cId="3611571112" sldId="263"/>
            <ac:spMk id="3" creationId="{55CA8846-F5F9-9E2F-7E86-4EDFA1AEFED2}"/>
          </ac:spMkLst>
        </pc:spChg>
        <pc:spChg chg="add del">
          <ac:chgData name="Ronnel D. Palenzuela" userId="27216d6f-a712-48da-bcb2-613e4bc945ac" providerId="ADAL" clId="{16736750-74B4-184C-AACF-97E7E4B9FAA6}" dt="2024-08-11T06:07:07.454" v="259" actId="26606"/>
          <ac:spMkLst>
            <pc:docMk/>
            <pc:sldMk cId="3611571112" sldId="263"/>
            <ac:spMk id="9" creationId="{0DBF1ABE-8590-450D-BB49-BDDCCF3EEA9E}"/>
          </ac:spMkLst>
        </pc:spChg>
        <pc:spChg chg="add del">
          <ac:chgData name="Ronnel D. Palenzuela" userId="27216d6f-a712-48da-bcb2-613e4bc945ac" providerId="ADAL" clId="{16736750-74B4-184C-AACF-97E7E4B9FAA6}" dt="2024-08-11T06:07:07.454" v="259" actId="26606"/>
          <ac:spMkLst>
            <pc:docMk/>
            <pc:sldMk cId="3611571112" sldId="263"/>
            <ac:spMk id="11" creationId="{18D32C3D-8F76-4E99-BE56-0836CC38CC84}"/>
          </ac:spMkLst>
        </pc:spChg>
        <pc:spChg chg="add del">
          <ac:chgData name="Ronnel D. Palenzuela" userId="27216d6f-a712-48da-bcb2-613e4bc945ac" providerId="ADAL" clId="{16736750-74B4-184C-AACF-97E7E4B9FAA6}" dt="2024-08-11T06:07:07.454" v="259" actId="26606"/>
          <ac:spMkLst>
            <pc:docMk/>
            <pc:sldMk cId="3611571112" sldId="263"/>
            <ac:spMk id="13" creationId="{70766076-46F5-42D5-A773-2B3BEF2B8B74}"/>
          </ac:spMkLst>
        </pc:spChg>
        <pc:spChg chg="add del">
          <ac:chgData name="Ronnel D. Palenzuela" userId="27216d6f-a712-48da-bcb2-613e4bc945ac" providerId="ADAL" clId="{16736750-74B4-184C-AACF-97E7E4B9FAA6}" dt="2024-08-11T06:07:07.454" v="259" actId="26606"/>
          <ac:spMkLst>
            <pc:docMk/>
            <pc:sldMk cId="3611571112" sldId="263"/>
            <ac:spMk id="15" creationId="{CB7B90D9-1EC2-4A12-B24A-342C1BCA2FA1}"/>
          </ac:spMkLst>
        </pc:spChg>
        <pc:picChg chg="add del mod">
          <ac:chgData name="Ronnel D. Palenzuela" userId="27216d6f-a712-48da-bcb2-613e4bc945ac" providerId="ADAL" clId="{16736750-74B4-184C-AACF-97E7E4B9FAA6}" dt="2024-08-11T06:09:13.684" v="283" actId="478"/>
          <ac:picMkLst>
            <pc:docMk/>
            <pc:sldMk cId="3611571112" sldId="263"/>
            <ac:picMk id="4" creationId="{C459ACEE-C018-E6AA-F0E7-E4078174E3AF}"/>
          </ac:picMkLst>
        </pc:picChg>
      </pc:sldChg>
      <pc:sldChg chg="modSp mod">
        <pc:chgData name="Ronnel D. Palenzuela" userId="27216d6f-a712-48da-bcb2-613e4bc945ac" providerId="ADAL" clId="{16736750-74B4-184C-AACF-97E7E4B9FAA6}" dt="2024-08-11T05:45:49.289" v="62" actId="207"/>
        <pc:sldMkLst>
          <pc:docMk/>
          <pc:sldMk cId="261940385" sldId="264"/>
        </pc:sldMkLst>
        <pc:spChg chg="mod">
          <ac:chgData name="Ronnel D. Palenzuela" userId="27216d6f-a712-48da-bcb2-613e4bc945ac" providerId="ADAL" clId="{16736750-74B4-184C-AACF-97E7E4B9FAA6}" dt="2024-08-11T05:45:49.289" v="62" actId="207"/>
          <ac:spMkLst>
            <pc:docMk/>
            <pc:sldMk cId="261940385" sldId="264"/>
            <ac:spMk id="3" creationId="{A8B75234-3FB1-B597-DF46-CD5827D3C5AF}"/>
          </ac:spMkLst>
        </pc:spChg>
      </pc:sldChg>
      <pc:sldChg chg="addSp delSp modSp add mod modNotesTx">
        <pc:chgData name="Ronnel D. Palenzuela" userId="27216d6f-a712-48da-bcb2-613e4bc945ac" providerId="ADAL" clId="{16736750-74B4-184C-AACF-97E7E4B9FAA6}" dt="2024-08-11T06:53:23.498" v="651" actId="20577"/>
        <pc:sldMkLst>
          <pc:docMk/>
          <pc:sldMk cId="538568147" sldId="265"/>
        </pc:sldMkLst>
        <pc:spChg chg="mod">
          <ac:chgData name="Ronnel D. Palenzuela" userId="27216d6f-a712-48da-bcb2-613e4bc945ac" providerId="ADAL" clId="{16736750-74B4-184C-AACF-97E7E4B9FAA6}" dt="2024-08-11T06:24:33.995" v="426" actId="20577"/>
          <ac:spMkLst>
            <pc:docMk/>
            <pc:sldMk cId="538568147" sldId="265"/>
            <ac:spMk id="2" creationId="{1FD87645-D8E6-23DE-A822-448BF1054783}"/>
          </ac:spMkLst>
        </pc:spChg>
        <pc:spChg chg="mod">
          <ac:chgData name="Ronnel D. Palenzuela" userId="27216d6f-a712-48da-bcb2-613e4bc945ac" providerId="ADAL" clId="{16736750-74B4-184C-AACF-97E7E4B9FAA6}" dt="2024-08-11T06:53:05.724" v="648" actId="207"/>
          <ac:spMkLst>
            <pc:docMk/>
            <pc:sldMk cId="538568147" sldId="265"/>
            <ac:spMk id="3" creationId="{F9E9654B-D8E5-22CA-371A-57FADD13842B}"/>
          </ac:spMkLst>
        </pc:spChg>
        <pc:spChg chg="add del mod">
          <ac:chgData name="Ronnel D. Palenzuela" userId="27216d6f-a712-48da-bcb2-613e4bc945ac" providerId="ADAL" clId="{16736750-74B4-184C-AACF-97E7E4B9FAA6}" dt="2024-08-11T06:53:08.656" v="650" actId="478"/>
          <ac:spMkLst>
            <pc:docMk/>
            <pc:sldMk cId="538568147" sldId="265"/>
            <ac:spMk id="11" creationId="{2E179526-39F5-A7F9-BE56-7FA6A5CD0F1A}"/>
          </ac:spMkLst>
        </pc:spChg>
        <pc:picChg chg="del">
          <ac:chgData name="Ronnel D. Palenzuela" userId="27216d6f-a712-48da-bcb2-613e4bc945ac" providerId="ADAL" clId="{16736750-74B4-184C-AACF-97E7E4B9FAA6}" dt="2024-08-11T06:28:11.603" v="470" actId="478"/>
          <ac:picMkLst>
            <pc:docMk/>
            <pc:sldMk cId="538568147" sldId="265"/>
            <ac:picMk id="4" creationId="{E700435F-1E7A-3EEC-4AA8-86923D600596}"/>
          </ac:picMkLst>
        </pc:picChg>
        <pc:picChg chg="add del mod">
          <ac:chgData name="Ronnel D. Palenzuela" userId="27216d6f-a712-48da-bcb2-613e4bc945ac" providerId="ADAL" clId="{16736750-74B4-184C-AACF-97E7E4B9FAA6}" dt="2024-08-11T06:29:57.039" v="479" actId="478"/>
          <ac:picMkLst>
            <pc:docMk/>
            <pc:sldMk cId="538568147" sldId="265"/>
            <ac:picMk id="5" creationId="{6120C7BE-6D16-542F-8D12-5F374110B259}"/>
          </ac:picMkLst>
        </pc:picChg>
        <pc:picChg chg="add mod">
          <ac:chgData name="Ronnel D. Palenzuela" userId="27216d6f-a712-48da-bcb2-613e4bc945ac" providerId="ADAL" clId="{16736750-74B4-184C-AACF-97E7E4B9FAA6}" dt="2024-08-11T06:37:15.786" v="541" actId="1076"/>
          <ac:picMkLst>
            <pc:docMk/>
            <pc:sldMk cId="538568147" sldId="265"/>
            <ac:picMk id="6" creationId="{E6F66661-8045-D9A5-7A22-9C32CFDC9130}"/>
          </ac:picMkLst>
        </pc:picChg>
        <pc:picChg chg="add mod">
          <ac:chgData name="Ronnel D. Palenzuela" userId="27216d6f-a712-48da-bcb2-613e4bc945ac" providerId="ADAL" clId="{16736750-74B4-184C-AACF-97E7E4B9FAA6}" dt="2024-08-11T06:38:05.418" v="564" actId="1076"/>
          <ac:picMkLst>
            <pc:docMk/>
            <pc:sldMk cId="538568147" sldId="265"/>
            <ac:picMk id="7" creationId="{034B6557-36A5-121F-76C7-3EA4B37D7CFA}"/>
          </ac:picMkLst>
        </pc:picChg>
        <pc:picChg chg="add mod">
          <ac:chgData name="Ronnel D. Palenzuela" userId="27216d6f-a712-48da-bcb2-613e4bc945ac" providerId="ADAL" clId="{16736750-74B4-184C-AACF-97E7E4B9FAA6}" dt="2024-08-11T06:38:07.200" v="565" actId="1076"/>
          <ac:picMkLst>
            <pc:docMk/>
            <pc:sldMk cId="538568147" sldId="265"/>
            <ac:picMk id="8" creationId="{1FB21C6D-D0A1-8AEB-319B-0296807954C0}"/>
          </ac:picMkLst>
        </pc:picChg>
        <pc:picChg chg="del">
          <ac:chgData name="Ronnel D. Palenzuela" userId="27216d6f-a712-48da-bcb2-613e4bc945ac" providerId="ADAL" clId="{16736750-74B4-184C-AACF-97E7E4B9FAA6}" dt="2024-08-11T06:28:10.344" v="469" actId="478"/>
          <ac:picMkLst>
            <pc:docMk/>
            <pc:sldMk cId="538568147" sldId="265"/>
            <ac:picMk id="9" creationId="{5039F99A-C68C-0B5B-1A0E-5505DF7E762C}"/>
          </ac:picMkLst>
        </pc:picChg>
        <pc:picChg chg="add mod">
          <ac:chgData name="Ronnel D. Palenzuela" userId="27216d6f-a712-48da-bcb2-613e4bc945ac" providerId="ADAL" clId="{16736750-74B4-184C-AACF-97E7E4B9FAA6}" dt="2024-08-11T06:38:14.300" v="567" actId="1076"/>
          <ac:picMkLst>
            <pc:docMk/>
            <pc:sldMk cId="538568147" sldId="265"/>
            <ac:picMk id="10" creationId="{DA4EB7EF-513D-C40D-5DC5-6B39809CDC00}"/>
          </ac:picMkLst>
        </pc:picChg>
      </pc:sldChg>
      <pc:sldChg chg="addSp delSp modSp add mod modNotesTx">
        <pc:chgData name="Ronnel D. Palenzuela" userId="27216d6f-a712-48da-bcb2-613e4bc945ac" providerId="ADAL" clId="{16736750-74B4-184C-AACF-97E7E4B9FAA6}" dt="2024-08-11T07:02:04.499" v="710" actId="207"/>
        <pc:sldMkLst>
          <pc:docMk/>
          <pc:sldMk cId="3029220167" sldId="266"/>
        </pc:sldMkLst>
        <pc:spChg chg="mod">
          <ac:chgData name="Ronnel D. Palenzuela" userId="27216d6f-a712-48da-bcb2-613e4bc945ac" providerId="ADAL" clId="{16736750-74B4-184C-AACF-97E7E4B9FAA6}" dt="2024-08-11T06:42:43.526" v="580"/>
          <ac:spMkLst>
            <pc:docMk/>
            <pc:sldMk cId="3029220167" sldId="266"/>
            <ac:spMk id="2" creationId="{1FD87645-D8E6-23DE-A822-448BF1054783}"/>
          </ac:spMkLst>
        </pc:spChg>
        <pc:spChg chg="mod">
          <ac:chgData name="Ronnel D. Palenzuela" userId="27216d6f-a712-48da-bcb2-613e4bc945ac" providerId="ADAL" clId="{16736750-74B4-184C-AACF-97E7E4B9FAA6}" dt="2024-08-11T07:02:04.499" v="710" actId="207"/>
          <ac:spMkLst>
            <pc:docMk/>
            <pc:sldMk cId="3029220167" sldId="266"/>
            <ac:spMk id="3" creationId="{F9E9654B-D8E5-22CA-371A-57FADD13842B}"/>
          </ac:spMkLst>
        </pc:spChg>
        <pc:picChg chg="add mod">
          <ac:chgData name="Ronnel D. Palenzuela" userId="27216d6f-a712-48da-bcb2-613e4bc945ac" providerId="ADAL" clId="{16736750-74B4-184C-AACF-97E7E4B9FAA6}" dt="2024-08-11T06:50:04.050" v="627" actId="1076"/>
          <ac:picMkLst>
            <pc:docMk/>
            <pc:sldMk cId="3029220167" sldId="266"/>
            <ac:picMk id="4" creationId="{976997AD-2D0B-ADA0-F7E4-E6B598F2CBB8}"/>
          </ac:picMkLst>
        </pc:picChg>
        <pc:picChg chg="add mod">
          <ac:chgData name="Ronnel D. Palenzuela" userId="27216d6f-a712-48da-bcb2-613e4bc945ac" providerId="ADAL" clId="{16736750-74B4-184C-AACF-97E7E4B9FAA6}" dt="2024-08-11T06:50:05.208" v="628" actId="1076"/>
          <ac:picMkLst>
            <pc:docMk/>
            <pc:sldMk cId="3029220167" sldId="266"/>
            <ac:picMk id="5" creationId="{543B0815-1AAB-9A0C-012F-1501ED91F33D}"/>
          </ac:picMkLst>
        </pc:picChg>
        <pc:picChg chg="del">
          <ac:chgData name="Ronnel D. Palenzuela" userId="27216d6f-a712-48da-bcb2-613e4bc945ac" providerId="ADAL" clId="{16736750-74B4-184C-AACF-97E7E4B9FAA6}" dt="2024-08-11T06:42:45.638" v="581" actId="478"/>
          <ac:picMkLst>
            <pc:docMk/>
            <pc:sldMk cId="3029220167" sldId="266"/>
            <ac:picMk id="6" creationId="{E6F66661-8045-D9A5-7A22-9C32CFDC9130}"/>
          </ac:picMkLst>
        </pc:picChg>
        <pc:picChg chg="del">
          <ac:chgData name="Ronnel D. Palenzuela" userId="27216d6f-a712-48da-bcb2-613e4bc945ac" providerId="ADAL" clId="{16736750-74B4-184C-AACF-97E7E4B9FAA6}" dt="2024-08-11T06:42:46.348" v="583" actId="478"/>
          <ac:picMkLst>
            <pc:docMk/>
            <pc:sldMk cId="3029220167" sldId="266"/>
            <ac:picMk id="7" creationId="{034B6557-36A5-121F-76C7-3EA4B37D7CFA}"/>
          </ac:picMkLst>
        </pc:picChg>
        <pc:picChg chg="del">
          <ac:chgData name="Ronnel D. Palenzuela" userId="27216d6f-a712-48da-bcb2-613e4bc945ac" providerId="ADAL" clId="{16736750-74B4-184C-AACF-97E7E4B9FAA6}" dt="2024-08-11T06:42:46.099" v="582" actId="478"/>
          <ac:picMkLst>
            <pc:docMk/>
            <pc:sldMk cId="3029220167" sldId="266"/>
            <ac:picMk id="8" creationId="{1FB21C6D-D0A1-8AEB-319B-0296807954C0}"/>
          </ac:picMkLst>
        </pc:picChg>
        <pc:picChg chg="del">
          <ac:chgData name="Ronnel D. Palenzuela" userId="27216d6f-a712-48da-bcb2-613e4bc945ac" providerId="ADAL" clId="{16736750-74B4-184C-AACF-97E7E4B9FAA6}" dt="2024-08-11T06:42:47.223" v="584" actId="478"/>
          <ac:picMkLst>
            <pc:docMk/>
            <pc:sldMk cId="3029220167" sldId="266"/>
            <ac:picMk id="10" creationId="{DA4EB7EF-513D-C40D-5DC5-6B39809CDC00}"/>
          </ac:picMkLst>
        </pc:picChg>
      </pc:sldChg>
      <pc:sldChg chg="addSp delSp modSp add mod modNotesTx">
        <pc:chgData name="Ronnel D. Palenzuela" userId="27216d6f-a712-48da-bcb2-613e4bc945ac" providerId="ADAL" clId="{16736750-74B4-184C-AACF-97E7E4B9FAA6}" dt="2024-08-11T06:58:25.859" v="689" actId="1076"/>
        <pc:sldMkLst>
          <pc:docMk/>
          <pc:sldMk cId="3285671655" sldId="267"/>
        </pc:sldMkLst>
        <pc:spChg chg="mod">
          <ac:chgData name="Ronnel D. Palenzuela" userId="27216d6f-a712-48da-bcb2-613e4bc945ac" providerId="ADAL" clId="{16736750-74B4-184C-AACF-97E7E4B9FAA6}" dt="2024-08-11T06:51:36.841" v="633"/>
          <ac:spMkLst>
            <pc:docMk/>
            <pc:sldMk cId="3285671655" sldId="267"/>
            <ac:spMk id="2" creationId="{1FD87645-D8E6-23DE-A822-448BF1054783}"/>
          </ac:spMkLst>
        </pc:spChg>
        <pc:spChg chg="mod">
          <ac:chgData name="Ronnel D. Palenzuela" userId="27216d6f-a712-48da-bcb2-613e4bc945ac" providerId="ADAL" clId="{16736750-74B4-184C-AACF-97E7E4B9FAA6}" dt="2024-08-11T06:55:05.721" v="666" actId="207"/>
          <ac:spMkLst>
            <pc:docMk/>
            <pc:sldMk cId="3285671655" sldId="267"/>
            <ac:spMk id="3" creationId="{F9E9654B-D8E5-22CA-371A-57FADD13842B}"/>
          </ac:spMkLst>
        </pc:spChg>
        <pc:spChg chg="add del">
          <ac:chgData name="Ronnel D. Palenzuela" userId="27216d6f-a712-48da-bcb2-613e4bc945ac" providerId="ADAL" clId="{16736750-74B4-184C-AACF-97E7E4B9FAA6}" dt="2024-08-11T06:56:21.472" v="668" actId="22"/>
          <ac:spMkLst>
            <pc:docMk/>
            <pc:sldMk cId="3285671655" sldId="267"/>
            <ac:spMk id="7" creationId="{596F8A18-C394-6B31-5658-595AADFFEFA2}"/>
          </ac:spMkLst>
        </pc:spChg>
        <pc:picChg chg="del">
          <ac:chgData name="Ronnel D. Palenzuela" userId="27216d6f-a712-48da-bcb2-613e4bc945ac" providerId="ADAL" clId="{16736750-74B4-184C-AACF-97E7E4B9FAA6}" dt="2024-08-11T06:51:38.803" v="634" actId="478"/>
          <ac:picMkLst>
            <pc:docMk/>
            <pc:sldMk cId="3285671655" sldId="267"/>
            <ac:picMk id="4" creationId="{976997AD-2D0B-ADA0-F7E4-E6B598F2CBB8}"/>
          </ac:picMkLst>
        </pc:picChg>
        <pc:picChg chg="del">
          <ac:chgData name="Ronnel D. Palenzuela" userId="27216d6f-a712-48da-bcb2-613e4bc945ac" providerId="ADAL" clId="{16736750-74B4-184C-AACF-97E7E4B9FAA6}" dt="2024-08-11T06:51:39.955" v="635" actId="478"/>
          <ac:picMkLst>
            <pc:docMk/>
            <pc:sldMk cId="3285671655" sldId="267"/>
            <ac:picMk id="5" creationId="{543B0815-1AAB-9A0C-012F-1501ED91F33D}"/>
          </ac:picMkLst>
        </pc:picChg>
        <pc:picChg chg="add mod">
          <ac:chgData name="Ronnel D. Palenzuela" userId="27216d6f-a712-48da-bcb2-613e4bc945ac" providerId="ADAL" clId="{16736750-74B4-184C-AACF-97E7E4B9FAA6}" dt="2024-08-11T06:57:04.182" v="677" actId="1076"/>
          <ac:picMkLst>
            <pc:docMk/>
            <pc:sldMk cId="3285671655" sldId="267"/>
            <ac:picMk id="8" creationId="{35691684-4C7D-7C51-9845-5864FCF62DB6}"/>
          </ac:picMkLst>
        </pc:picChg>
        <pc:picChg chg="add mod">
          <ac:chgData name="Ronnel D. Palenzuela" userId="27216d6f-a712-48da-bcb2-613e4bc945ac" providerId="ADAL" clId="{16736750-74B4-184C-AACF-97E7E4B9FAA6}" dt="2024-08-11T06:58:22.395" v="688" actId="1076"/>
          <ac:picMkLst>
            <pc:docMk/>
            <pc:sldMk cId="3285671655" sldId="267"/>
            <ac:picMk id="9" creationId="{F54E6630-57D0-5DF2-6976-D72FAC436DA6}"/>
          </ac:picMkLst>
        </pc:picChg>
        <pc:picChg chg="add mod">
          <ac:chgData name="Ronnel D. Palenzuela" userId="27216d6f-a712-48da-bcb2-613e4bc945ac" providerId="ADAL" clId="{16736750-74B4-184C-AACF-97E7E4B9FAA6}" dt="2024-08-11T06:58:25.859" v="689" actId="1076"/>
          <ac:picMkLst>
            <pc:docMk/>
            <pc:sldMk cId="3285671655" sldId="267"/>
            <ac:picMk id="10" creationId="{13055B59-E94F-ADE5-68C0-75FBEF4CB412}"/>
          </ac:picMkLst>
        </pc:picChg>
      </pc:sldChg>
      <pc:sldChg chg="addSp delSp modSp add mod modNotesTx">
        <pc:chgData name="Ronnel D. Palenzuela" userId="27216d6f-a712-48da-bcb2-613e4bc945ac" providerId="ADAL" clId="{16736750-74B4-184C-AACF-97E7E4B9FAA6}" dt="2024-08-11T07:12:26.720" v="817" actId="20577"/>
        <pc:sldMkLst>
          <pc:docMk/>
          <pc:sldMk cId="1637530094" sldId="268"/>
        </pc:sldMkLst>
        <pc:spChg chg="mod">
          <ac:chgData name="Ronnel D. Palenzuela" userId="27216d6f-a712-48da-bcb2-613e4bc945ac" providerId="ADAL" clId="{16736750-74B4-184C-AACF-97E7E4B9FAA6}" dt="2024-08-11T07:00:32.200" v="691"/>
          <ac:spMkLst>
            <pc:docMk/>
            <pc:sldMk cId="1637530094" sldId="268"/>
            <ac:spMk id="2" creationId="{1FD87645-D8E6-23DE-A822-448BF1054783}"/>
          </ac:spMkLst>
        </pc:spChg>
        <pc:spChg chg="mod">
          <ac:chgData name="Ronnel D. Palenzuela" userId="27216d6f-a712-48da-bcb2-613e4bc945ac" providerId="ADAL" clId="{16736750-74B4-184C-AACF-97E7E4B9FAA6}" dt="2024-08-11T07:06:36.137" v="780" actId="207"/>
          <ac:spMkLst>
            <pc:docMk/>
            <pc:sldMk cId="1637530094" sldId="268"/>
            <ac:spMk id="3" creationId="{F9E9654B-D8E5-22CA-371A-57FADD13842B}"/>
          </ac:spMkLst>
        </pc:spChg>
        <pc:picChg chg="add mod">
          <ac:chgData name="Ronnel D. Palenzuela" userId="27216d6f-a712-48da-bcb2-613e4bc945ac" providerId="ADAL" clId="{16736750-74B4-184C-AACF-97E7E4B9FAA6}" dt="2024-08-11T07:11:16.031" v="804" actId="1076"/>
          <ac:picMkLst>
            <pc:docMk/>
            <pc:sldMk cId="1637530094" sldId="268"/>
            <ac:picMk id="4" creationId="{8DAC9A4B-5053-02D1-90FB-C7079F1A4364}"/>
          </ac:picMkLst>
        </pc:picChg>
        <pc:picChg chg="add mod">
          <ac:chgData name="Ronnel D. Palenzuela" userId="27216d6f-a712-48da-bcb2-613e4bc945ac" providerId="ADAL" clId="{16736750-74B4-184C-AACF-97E7E4B9FAA6}" dt="2024-08-11T07:11:22.625" v="808" actId="1076"/>
          <ac:picMkLst>
            <pc:docMk/>
            <pc:sldMk cId="1637530094" sldId="268"/>
            <ac:picMk id="5" creationId="{BBAB1D32-E234-CA12-BE46-CDECE16B2766}"/>
          </ac:picMkLst>
        </pc:picChg>
        <pc:picChg chg="add mod">
          <ac:chgData name="Ronnel D. Palenzuela" userId="27216d6f-a712-48da-bcb2-613e4bc945ac" providerId="ADAL" clId="{16736750-74B4-184C-AACF-97E7E4B9FAA6}" dt="2024-08-11T07:11:16.947" v="805" actId="1076"/>
          <ac:picMkLst>
            <pc:docMk/>
            <pc:sldMk cId="1637530094" sldId="268"/>
            <ac:picMk id="6" creationId="{A1B4DA84-5E5D-50EE-1E64-F68500316F28}"/>
          </ac:picMkLst>
        </pc:picChg>
        <pc:picChg chg="del">
          <ac:chgData name="Ronnel D. Palenzuela" userId="27216d6f-a712-48da-bcb2-613e4bc945ac" providerId="ADAL" clId="{16736750-74B4-184C-AACF-97E7E4B9FAA6}" dt="2024-08-11T07:00:35.202" v="692" actId="478"/>
          <ac:picMkLst>
            <pc:docMk/>
            <pc:sldMk cId="1637530094" sldId="268"/>
            <ac:picMk id="8" creationId="{35691684-4C7D-7C51-9845-5864FCF62DB6}"/>
          </ac:picMkLst>
        </pc:picChg>
        <pc:picChg chg="del">
          <ac:chgData name="Ronnel D. Palenzuela" userId="27216d6f-a712-48da-bcb2-613e4bc945ac" providerId="ADAL" clId="{16736750-74B4-184C-AACF-97E7E4B9FAA6}" dt="2024-08-11T07:00:35.776" v="694" actId="478"/>
          <ac:picMkLst>
            <pc:docMk/>
            <pc:sldMk cId="1637530094" sldId="268"/>
            <ac:picMk id="9" creationId="{F54E6630-57D0-5DF2-6976-D72FAC436DA6}"/>
          </ac:picMkLst>
        </pc:picChg>
        <pc:picChg chg="del">
          <ac:chgData name="Ronnel D. Palenzuela" userId="27216d6f-a712-48da-bcb2-613e4bc945ac" providerId="ADAL" clId="{16736750-74B4-184C-AACF-97E7E4B9FAA6}" dt="2024-08-11T07:00:35.569" v="693" actId="478"/>
          <ac:picMkLst>
            <pc:docMk/>
            <pc:sldMk cId="1637530094" sldId="268"/>
            <ac:picMk id="10" creationId="{13055B59-E94F-ADE5-68C0-75FBEF4CB412}"/>
          </ac:picMkLst>
        </pc:picChg>
      </pc:sldChg>
      <pc:sldChg chg="addSp delSp modSp add mod modNotesTx">
        <pc:chgData name="Ronnel D. Palenzuela" userId="27216d6f-a712-48da-bcb2-613e4bc945ac" providerId="ADAL" clId="{16736750-74B4-184C-AACF-97E7E4B9FAA6}" dt="2024-08-11T07:44:59.535" v="983" actId="1076"/>
        <pc:sldMkLst>
          <pc:docMk/>
          <pc:sldMk cId="4018365145" sldId="269"/>
        </pc:sldMkLst>
        <pc:spChg chg="mod">
          <ac:chgData name="Ronnel D. Palenzuela" userId="27216d6f-a712-48da-bcb2-613e4bc945ac" providerId="ADAL" clId="{16736750-74B4-184C-AACF-97E7E4B9FAA6}" dt="2024-08-11T07:16:05.119" v="827"/>
          <ac:spMkLst>
            <pc:docMk/>
            <pc:sldMk cId="4018365145" sldId="269"/>
            <ac:spMk id="2" creationId="{1FD87645-D8E6-23DE-A822-448BF1054783}"/>
          </ac:spMkLst>
        </pc:spChg>
        <pc:spChg chg="mod">
          <ac:chgData name="Ronnel D. Palenzuela" userId="27216d6f-a712-48da-bcb2-613e4bc945ac" providerId="ADAL" clId="{16736750-74B4-184C-AACF-97E7E4B9FAA6}" dt="2024-08-11T07:35:30.083" v="915" actId="20577"/>
          <ac:spMkLst>
            <pc:docMk/>
            <pc:sldMk cId="4018365145" sldId="269"/>
            <ac:spMk id="3" creationId="{F9E9654B-D8E5-22CA-371A-57FADD13842B}"/>
          </ac:spMkLst>
        </pc:spChg>
        <pc:spChg chg="add del mod">
          <ac:chgData name="Ronnel D. Palenzuela" userId="27216d6f-a712-48da-bcb2-613e4bc945ac" providerId="ADAL" clId="{16736750-74B4-184C-AACF-97E7E4B9FAA6}" dt="2024-08-11T07:32:02.501" v="903" actId="478"/>
          <ac:spMkLst>
            <pc:docMk/>
            <pc:sldMk cId="4018365145" sldId="269"/>
            <ac:spMk id="10" creationId="{2210EC6B-E565-AE8A-6A22-E5A42BCDC8C6}"/>
          </ac:spMkLst>
        </pc:spChg>
        <pc:picChg chg="add del">
          <ac:chgData name="Ronnel D. Palenzuela" userId="27216d6f-a712-48da-bcb2-613e4bc945ac" providerId="ADAL" clId="{16736750-74B4-184C-AACF-97E7E4B9FAA6}" dt="2024-08-11T07:12:39.765" v="821" actId="478"/>
          <ac:picMkLst>
            <pc:docMk/>
            <pc:sldMk cId="4018365145" sldId="269"/>
            <ac:picMk id="4" creationId="{8DAC9A4B-5053-02D1-90FB-C7079F1A4364}"/>
          </ac:picMkLst>
        </pc:picChg>
        <pc:picChg chg="add del">
          <ac:chgData name="Ronnel D. Palenzuela" userId="27216d6f-a712-48da-bcb2-613e4bc945ac" providerId="ADAL" clId="{16736750-74B4-184C-AACF-97E7E4B9FAA6}" dt="2024-08-11T07:12:39.556" v="820" actId="478"/>
          <ac:picMkLst>
            <pc:docMk/>
            <pc:sldMk cId="4018365145" sldId="269"/>
            <ac:picMk id="5" creationId="{BBAB1D32-E234-CA12-BE46-CDECE16B2766}"/>
          </ac:picMkLst>
        </pc:picChg>
        <pc:picChg chg="add del">
          <ac:chgData name="Ronnel D. Palenzuela" userId="27216d6f-a712-48da-bcb2-613e4bc945ac" providerId="ADAL" clId="{16736750-74B4-184C-AACF-97E7E4B9FAA6}" dt="2024-08-11T07:12:39.082" v="819" actId="478"/>
          <ac:picMkLst>
            <pc:docMk/>
            <pc:sldMk cId="4018365145" sldId="269"/>
            <ac:picMk id="6" creationId="{A1B4DA84-5E5D-50EE-1E64-F68500316F28}"/>
          </ac:picMkLst>
        </pc:picChg>
        <pc:picChg chg="add del mod modCrop">
          <ac:chgData name="Ronnel D. Palenzuela" userId="27216d6f-a712-48da-bcb2-613e4bc945ac" providerId="ADAL" clId="{16736750-74B4-184C-AACF-97E7E4B9FAA6}" dt="2024-08-11T07:25:14.336" v="838" actId="478"/>
          <ac:picMkLst>
            <pc:docMk/>
            <pc:sldMk cId="4018365145" sldId="269"/>
            <ac:picMk id="7" creationId="{24E2E089-CDE5-B152-E63B-AF3B2C77DA83}"/>
          </ac:picMkLst>
        </pc:picChg>
        <pc:picChg chg="add mod">
          <ac:chgData name="Ronnel D. Palenzuela" userId="27216d6f-a712-48da-bcb2-613e4bc945ac" providerId="ADAL" clId="{16736750-74B4-184C-AACF-97E7E4B9FAA6}" dt="2024-08-11T07:44:45.826" v="980" actId="1076"/>
          <ac:picMkLst>
            <pc:docMk/>
            <pc:sldMk cId="4018365145" sldId="269"/>
            <ac:picMk id="8" creationId="{0B4C34F2-2634-FB62-A93A-843DDDFAA85D}"/>
          </ac:picMkLst>
        </pc:picChg>
        <pc:picChg chg="add mod">
          <ac:chgData name="Ronnel D. Palenzuela" userId="27216d6f-a712-48da-bcb2-613e4bc945ac" providerId="ADAL" clId="{16736750-74B4-184C-AACF-97E7E4B9FAA6}" dt="2024-08-11T07:44:44.353" v="979" actId="1076"/>
          <ac:picMkLst>
            <pc:docMk/>
            <pc:sldMk cId="4018365145" sldId="269"/>
            <ac:picMk id="9" creationId="{0A80EF80-4C5E-8CE0-3F3B-ECF4BE782924}"/>
          </ac:picMkLst>
        </pc:picChg>
        <pc:picChg chg="add mod">
          <ac:chgData name="Ronnel D. Palenzuela" userId="27216d6f-a712-48da-bcb2-613e4bc945ac" providerId="ADAL" clId="{16736750-74B4-184C-AACF-97E7E4B9FAA6}" dt="2024-08-11T07:44:59.535" v="983" actId="1076"/>
          <ac:picMkLst>
            <pc:docMk/>
            <pc:sldMk cId="4018365145" sldId="269"/>
            <ac:picMk id="11" creationId="{366A9246-6DE2-2DC2-8255-E647DD2BB3B9}"/>
          </ac:picMkLst>
        </pc:picChg>
        <pc:picChg chg="add mod">
          <ac:chgData name="Ronnel D. Palenzuela" userId="27216d6f-a712-48da-bcb2-613e4bc945ac" providerId="ADAL" clId="{16736750-74B4-184C-AACF-97E7E4B9FAA6}" dt="2024-08-11T07:44:56.447" v="982" actId="1076"/>
          <ac:picMkLst>
            <pc:docMk/>
            <pc:sldMk cId="4018365145" sldId="269"/>
            <ac:picMk id="12" creationId="{26BABAC0-44F4-586F-DED0-718E3F89CC72}"/>
          </ac:picMkLst>
        </pc:picChg>
      </pc:sldChg>
      <pc:sldChg chg="addSp delSp modSp add mod modNotesTx">
        <pc:chgData name="Ronnel D. Palenzuela" userId="27216d6f-a712-48da-bcb2-613e4bc945ac" providerId="ADAL" clId="{16736750-74B4-184C-AACF-97E7E4B9FAA6}" dt="2024-08-11T08:05:47.119" v="1143" actId="20577"/>
        <pc:sldMkLst>
          <pc:docMk/>
          <pc:sldMk cId="1107698705" sldId="270"/>
        </pc:sldMkLst>
        <pc:spChg chg="mod">
          <ac:chgData name="Ronnel D. Palenzuela" userId="27216d6f-a712-48da-bcb2-613e4bc945ac" providerId="ADAL" clId="{16736750-74B4-184C-AACF-97E7E4B9FAA6}" dt="2024-08-11T07:46:29.276" v="985"/>
          <ac:spMkLst>
            <pc:docMk/>
            <pc:sldMk cId="1107698705" sldId="270"/>
            <ac:spMk id="2" creationId="{1FD87645-D8E6-23DE-A822-448BF1054783}"/>
          </ac:spMkLst>
        </pc:spChg>
        <pc:spChg chg="mod">
          <ac:chgData name="Ronnel D. Palenzuela" userId="27216d6f-a712-48da-bcb2-613e4bc945ac" providerId="ADAL" clId="{16736750-74B4-184C-AACF-97E7E4B9FAA6}" dt="2024-08-11T08:05:47.119" v="1143" actId="20577"/>
          <ac:spMkLst>
            <pc:docMk/>
            <pc:sldMk cId="1107698705" sldId="270"/>
            <ac:spMk id="3" creationId="{F9E9654B-D8E5-22CA-371A-57FADD13842B}"/>
          </ac:spMkLst>
        </pc:spChg>
        <pc:spChg chg="add del">
          <ac:chgData name="Ronnel D. Palenzuela" userId="27216d6f-a712-48da-bcb2-613e4bc945ac" providerId="ADAL" clId="{16736750-74B4-184C-AACF-97E7E4B9FAA6}" dt="2024-08-11T07:47:33" v="994" actId="22"/>
          <ac:spMkLst>
            <pc:docMk/>
            <pc:sldMk cId="1107698705" sldId="270"/>
            <ac:spMk id="5" creationId="{0260329E-59D7-30D5-FD3B-CA26C6DA4CC2}"/>
          </ac:spMkLst>
        </pc:spChg>
        <pc:picChg chg="add del mod">
          <ac:chgData name="Ronnel D. Palenzuela" userId="27216d6f-a712-48da-bcb2-613e4bc945ac" providerId="ADAL" clId="{16736750-74B4-184C-AACF-97E7E4B9FAA6}" dt="2024-08-11T08:04:21.279" v="1113" actId="478"/>
          <ac:picMkLst>
            <pc:docMk/>
            <pc:sldMk cId="1107698705" sldId="270"/>
            <ac:picMk id="6" creationId="{F6F0913D-5280-6557-E0D6-37177696C3FE}"/>
          </ac:picMkLst>
        </pc:picChg>
        <pc:picChg chg="add del mod">
          <ac:chgData name="Ronnel D. Palenzuela" userId="27216d6f-a712-48da-bcb2-613e4bc945ac" providerId="ADAL" clId="{16736750-74B4-184C-AACF-97E7E4B9FAA6}" dt="2024-08-11T08:04:30.393" v="1121" actId="478"/>
          <ac:picMkLst>
            <pc:docMk/>
            <pc:sldMk cId="1107698705" sldId="270"/>
            <ac:picMk id="7" creationId="{73AC98AD-0135-55B1-7582-41B411BF169A}"/>
          </ac:picMkLst>
        </pc:picChg>
        <pc:picChg chg="del">
          <ac:chgData name="Ronnel D. Palenzuela" userId="27216d6f-a712-48da-bcb2-613e4bc945ac" providerId="ADAL" clId="{16736750-74B4-184C-AACF-97E7E4B9FAA6}" dt="2024-08-11T07:46:30.576" v="986" actId="478"/>
          <ac:picMkLst>
            <pc:docMk/>
            <pc:sldMk cId="1107698705" sldId="270"/>
            <ac:picMk id="8" creationId="{0B4C34F2-2634-FB62-A93A-843DDDFAA85D}"/>
          </ac:picMkLst>
        </pc:picChg>
        <pc:picChg chg="del">
          <ac:chgData name="Ronnel D. Palenzuela" userId="27216d6f-a712-48da-bcb2-613e4bc945ac" providerId="ADAL" clId="{16736750-74B4-184C-AACF-97E7E4B9FAA6}" dt="2024-08-11T07:46:30.931" v="987" actId="478"/>
          <ac:picMkLst>
            <pc:docMk/>
            <pc:sldMk cId="1107698705" sldId="270"/>
            <ac:picMk id="9" creationId="{0A80EF80-4C5E-8CE0-3F3B-ECF4BE782924}"/>
          </ac:picMkLst>
        </pc:picChg>
        <pc:picChg chg="add del mod">
          <ac:chgData name="Ronnel D. Palenzuela" userId="27216d6f-a712-48da-bcb2-613e4bc945ac" providerId="ADAL" clId="{16736750-74B4-184C-AACF-97E7E4B9FAA6}" dt="2024-08-11T08:04:21.761" v="1114" actId="478"/>
          <ac:picMkLst>
            <pc:docMk/>
            <pc:sldMk cId="1107698705" sldId="270"/>
            <ac:picMk id="10" creationId="{FB900905-76C3-10D6-5718-53388A3313CC}"/>
          </ac:picMkLst>
        </pc:picChg>
        <pc:picChg chg="del">
          <ac:chgData name="Ronnel D. Palenzuela" userId="27216d6f-a712-48da-bcb2-613e4bc945ac" providerId="ADAL" clId="{16736750-74B4-184C-AACF-97E7E4B9FAA6}" dt="2024-08-11T07:46:31.747" v="989" actId="478"/>
          <ac:picMkLst>
            <pc:docMk/>
            <pc:sldMk cId="1107698705" sldId="270"/>
            <ac:picMk id="11" creationId="{366A9246-6DE2-2DC2-8255-E647DD2BB3B9}"/>
          </ac:picMkLst>
        </pc:picChg>
        <pc:picChg chg="del">
          <ac:chgData name="Ronnel D. Palenzuela" userId="27216d6f-a712-48da-bcb2-613e4bc945ac" providerId="ADAL" clId="{16736750-74B4-184C-AACF-97E7E4B9FAA6}" dt="2024-08-11T07:46:31.281" v="988" actId="478"/>
          <ac:picMkLst>
            <pc:docMk/>
            <pc:sldMk cId="1107698705" sldId="270"/>
            <ac:picMk id="12" creationId="{26BABAC0-44F4-586F-DED0-718E3F89CC72}"/>
          </ac:picMkLst>
        </pc:picChg>
        <pc:picChg chg="add del mod">
          <ac:chgData name="Ronnel D. Palenzuela" userId="27216d6f-a712-48da-bcb2-613e4bc945ac" providerId="ADAL" clId="{16736750-74B4-184C-AACF-97E7E4B9FAA6}" dt="2024-08-11T08:04:34.244" v="1123" actId="478"/>
          <ac:picMkLst>
            <pc:docMk/>
            <pc:sldMk cId="1107698705" sldId="270"/>
            <ac:picMk id="13" creationId="{40D2E8AD-13B2-4451-835B-FE5BF5DE9D4C}"/>
          </ac:picMkLst>
        </pc:picChg>
        <pc:picChg chg="add mod">
          <ac:chgData name="Ronnel D. Palenzuela" userId="27216d6f-a712-48da-bcb2-613e4bc945ac" providerId="ADAL" clId="{16736750-74B4-184C-AACF-97E7E4B9FAA6}" dt="2024-08-11T08:04:58.108" v="1137" actId="1076"/>
          <ac:picMkLst>
            <pc:docMk/>
            <pc:sldMk cId="1107698705" sldId="270"/>
            <ac:picMk id="14" creationId="{DEEFCEAC-1237-459D-26DA-27A3A5A33B86}"/>
          </ac:picMkLst>
        </pc:picChg>
        <pc:picChg chg="add mod">
          <ac:chgData name="Ronnel D. Palenzuela" userId="27216d6f-a712-48da-bcb2-613e4bc945ac" providerId="ADAL" clId="{16736750-74B4-184C-AACF-97E7E4B9FAA6}" dt="2024-08-11T08:04:59.410" v="1138" actId="1076"/>
          <ac:picMkLst>
            <pc:docMk/>
            <pc:sldMk cId="1107698705" sldId="270"/>
            <ac:picMk id="15" creationId="{A5B516AB-1652-AF5A-4C75-50F95BAF6284}"/>
          </ac:picMkLst>
        </pc:picChg>
      </pc:sldChg>
      <pc:sldChg chg="addSp delSp modSp add mod modNotesTx">
        <pc:chgData name="Ronnel D. Palenzuela" userId="27216d6f-a712-48da-bcb2-613e4bc945ac" providerId="ADAL" clId="{16736750-74B4-184C-AACF-97E7E4B9FAA6}" dt="2024-08-11T08:30:17.053" v="1250" actId="20577"/>
        <pc:sldMkLst>
          <pc:docMk/>
          <pc:sldMk cId="4120804606" sldId="271"/>
        </pc:sldMkLst>
        <pc:spChg chg="mod">
          <ac:chgData name="Ronnel D. Palenzuela" userId="27216d6f-a712-48da-bcb2-613e4bc945ac" providerId="ADAL" clId="{16736750-74B4-184C-AACF-97E7E4B9FAA6}" dt="2024-08-11T08:08:21.681" v="1145"/>
          <ac:spMkLst>
            <pc:docMk/>
            <pc:sldMk cId="4120804606" sldId="271"/>
            <ac:spMk id="2" creationId="{1FD87645-D8E6-23DE-A822-448BF1054783}"/>
          </ac:spMkLst>
        </pc:spChg>
        <pc:spChg chg="mod">
          <ac:chgData name="Ronnel D. Palenzuela" userId="27216d6f-a712-48da-bcb2-613e4bc945ac" providerId="ADAL" clId="{16736750-74B4-184C-AACF-97E7E4B9FAA6}" dt="2024-08-11T08:30:17.053" v="1250" actId="20577"/>
          <ac:spMkLst>
            <pc:docMk/>
            <pc:sldMk cId="4120804606" sldId="271"/>
            <ac:spMk id="3" creationId="{F9E9654B-D8E5-22CA-371A-57FADD13842B}"/>
          </ac:spMkLst>
        </pc:spChg>
        <pc:picChg chg="add del mod">
          <ac:chgData name="Ronnel D. Palenzuela" userId="27216d6f-a712-48da-bcb2-613e4bc945ac" providerId="ADAL" clId="{16736750-74B4-184C-AACF-97E7E4B9FAA6}" dt="2024-08-11T08:09:48.461" v="1154" actId="478"/>
          <ac:picMkLst>
            <pc:docMk/>
            <pc:sldMk cId="4120804606" sldId="271"/>
            <ac:picMk id="4" creationId="{05CF3097-3CF3-75ED-05FC-9536932B2EE9}"/>
          </ac:picMkLst>
        </pc:picChg>
        <pc:picChg chg="add del mod">
          <ac:chgData name="Ronnel D. Palenzuela" userId="27216d6f-a712-48da-bcb2-613e4bc945ac" providerId="ADAL" clId="{16736750-74B4-184C-AACF-97E7E4B9FAA6}" dt="2024-08-11T08:18:17.760" v="1203" actId="478"/>
          <ac:picMkLst>
            <pc:docMk/>
            <pc:sldMk cId="4120804606" sldId="271"/>
            <ac:picMk id="5" creationId="{665C9A19-3821-78C6-FC0A-487058CA88E4}"/>
          </ac:picMkLst>
        </pc:picChg>
        <pc:picChg chg="add del mod">
          <ac:chgData name="Ronnel D. Palenzuela" userId="27216d6f-a712-48da-bcb2-613e4bc945ac" providerId="ADAL" clId="{16736750-74B4-184C-AACF-97E7E4B9FAA6}" dt="2024-08-11T08:18:10.881" v="1199" actId="478"/>
          <ac:picMkLst>
            <pc:docMk/>
            <pc:sldMk cId="4120804606" sldId="271"/>
            <ac:picMk id="6" creationId="{571E8300-9783-5EBD-3CC8-5324DBDFD52C}"/>
          </ac:picMkLst>
        </pc:picChg>
        <pc:picChg chg="add del mod">
          <ac:chgData name="Ronnel D. Palenzuela" userId="27216d6f-a712-48da-bcb2-613e4bc945ac" providerId="ADAL" clId="{16736750-74B4-184C-AACF-97E7E4B9FAA6}" dt="2024-08-11T08:19:22.200" v="1207" actId="478"/>
          <ac:picMkLst>
            <pc:docMk/>
            <pc:sldMk cId="4120804606" sldId="271"/>
            <ac:picMk id="7" creationId="{28745F73-0D36-24F7-98C0-E083AC4F1A88}"/>
          </ac:picMkLst>
        </pc:picChg>
        <pc:picChg chg="add mod">
          <ac:chgData name="Ronnel D. Palenzuela" userId="27216d6f-a712-48da-bcb2-613e4bc945ac" providerId="ADAL" clId="{16736750-74B4-184C-AACF-97E7E4B9FAA6}" dt="2024-08-11T08:28:37.501" v="1248" actId="1076"/>
          <ac:picMkLst>
            <pc:docMk/>
            <pc:sldMk cId="4120804606" sldId="271"/>
            <ac:picMk id="8" creationId="{762CEDE9-A9D3-C688-E605-DC73BE380267}"/>
          </ac:picMkLst>
        </pc:picChg>
        <pc:picChg chg="add del mod">
          <ac:chgData name="Ronnel D. Palenzuela" userId="27216d6f-a712-48da-bcb2-613e4bc945ac" providerId="ADAL" clId="{16736750-74B4-184C-AACF-97E7E4B9FAA6}" dt="2024-08-11T08:21:51.715" v="1233" actId="478"/>
          <ac:picMkLst>
            <pc:docMk/>
            <pc:sldMk cId="4120804606" sldId="271"/>
            <ac:picMk id="9" creationId="{B6DAC2B0-EC1A-2208-6BFC-EAB9EA85DF1C}"/>
          </ac:picMkLst>
        </pc:picChg>
        <pc:picChg chg="add mod">
          <ac:chgData name="Ronnel D. Palenzuela" userId="27216d6f-a712-48da-bcb2-613e4bc945ac" providerId="ADAL" clId="{16736750-74B4-184C-AACF-97E7E4B9FAA6}" dt="2024-08-11T08:28:33.027" v="1244" actId="1076"/>
          <ac:picMkLst>
            <pc:docMk/>
            <pc:sldMk cId="4120804606" sldId="271"/>
            <ac:picMk id="11" creationId="{14161C46-4147-A2BC-6E6B-03C93F3A5393}"/>
          </ac:picMkLst>
        </pc:picChg>
        <pc:picChg chg="del">
          <ac:chgData name="Ronnel D. Palenzuela" userId="27216d6f-a712-48da-bcb2-613e4bc945ac" providerId="ADAL" clId="{16736750-74B4-184C-AACF-97E7E4B9FAA6}" dt="2024-08-11T08:08:26.254" v="1146" actId="478"/>
          <ac:picMkLst>
            <pc:docMk/>
            <pc:sldMk cId="4120804606" sldId="271"/>
            <ac:picMk id="14" creationId="{DEEFCEAC-1237-459D-26DA-27A3A5A33B86}"/>
          </ac:picMkLst>
        </pc:picChg>
        <pc:picChg chg="del">
          <ac:chgData name="Ronnel D. Palenzuela" userId="27216d6f-a712-48da-bcb2-613e4bc945ac" providerId="ADAL" clId="{16736750-74B4-184C-AACF-97E7E4B9FAA6}" dt="2024-08-11T08:08:26.809" v="1147" actId="478"/>
          <ac:picMkLst>
            <pc:docMk/>
            <pc:sldMk cId="4120804606" sldId="271"/>
            <ac:picMk id="15" creationId="{A5B516AB-1652-AF5A-4C75-50F95BAF6284}"/>
          </ac:picMkLst>
        </pc:picChg>
      </pc:sldChg>
      <pc:sldChg chg="addSp delSp modSp add mod modNotesTx">
        <pc:chgData name="Ronnel D. Palenzuela" userId="27216d6f-a712-48da-bcb2-613e4bc945ac" providerId="ADAL" clId="{16736750-74B4-184C-AACF-97E7E4B9FAA6}" dt="2024-08-11T08:38:43.052" v="1339" actId="20577"/>
        <pc:sldMkLst>
          <pc:docMk/>
          <pc:sldMk cId="2005021045" sldId="272"/>
        </pc:sldMkLst>
        <pc:spChg chg="mod">
          <ac:chgData name="Ronnel D. Palenzuela" userId="27216d6f-a712-48da-bcb2-613e4bc945ac" providerId="ADAL" clId="{16736750-74B4-184C-AACF-97E7E4B9FAA6}" dt="2024-08-11T08:33:35.166" v="1280" actId="20577"/>
          <ac:spMkLst>
            <pc:docMk/>
            <pc:sldMk cId="2005021045" sldId="272"/>
            <ac:spMk id="2" creationId="{1FD87645-D8E6-23DE-A822-448BF1054783}"/>
          </ac:spMkLst>
        </pc:spChg>
        <pc:spChg chg="mod">
          <ac:chgData name="Ronnel D. Palenzuela" userId="27216d6f-a712-48da-bcb2-613e4bc945ac" providerId="ADAL" clId="{16736750-74B4-184C-AACF-97E7E4B9FAA6}" dt="2024-08-11T08:38:43.052" v="1339" actId="20577"/>
          <ac:spMkLst>
            <pc:docMk/>
            <pc:sldMk cId="2005021045" sldId="272"/>
            <ac:spMk id="3" creationId="{F9E9654B-D8E5-22CA-371A-57FADD13842B}"/>
          </ac:spMkLst>
        </pc:spChg>
        <pc:picChg chg="add mod">
          <ac:chgData name="Ronnel D. Palenzuela" userId="27216d6f-a712-48da-bcb2-613e4bc945ac" providerId="ADAL" clId="{16736750-74B4-184C-AACF-97E7E4B9FAA6}" dt="2024-08-11T08:38:33.161" v="1335" actId="1076"/>
          <ac:picMkLst>
            <pc:docMk/>
            <pc:sldMk cId="2005021045" sldId="272"/>
            <ac:picMk id="4" creationId="{C58E0955-A6E5-3DF9-60B5-434CA13B5223}"/>
          </ac:picMkLst>
        </pc:picChg>
        <pc:picChg chg="add mod">
          <ac:chgData name="Ronnel D. Palenzuela" userId="27216d6f-a712-48da-bcb2-613e4bc945ac" providerId="ADAL" clId="{16736750-74B4-184C-AACF-97E7E4B9FAA6}" dt="2024-08-11T08:38:22.972" v="1329" actId="1076"/>
          <ac:picMkLst>
            <pc:docMk/>
            <pc:sldMk cId="2005021045" sldId="272"/>
            <ac:picMk id="5" creationId="{011B8271-BC30-5D9C-4A14-C6A2BD722232}"/>
          </ac:picMkLst>
        </pc:picChg>
        <pc:picChg chg="add mod">
          <ac:chgData name="Ronnel D. Palenzuela" userId="27216d6f-a712-48da-bcb2-613e4bc945ac" providerId="ADAL" clId="{16736750-74B4-184C-AACF-97E7E4B9FAA6}" dt="2024-08-11T08:38:30.888" v="1333" actId="1076"/>
          <ac:picMkLst>
            <pc:docMk/>
            <pc:sldMk cId="2005021045" sldId="272"/>
            <ac:picMk id="6" creationId="{7318861F-9B77-C07E-C1CE-32F286B82B60}"/>
          </ac:picMkLst>
        </pc:picChg>
        <pc:picChg chg="add mod">
          <ac:chgData name="Ronnel D. Palenzuela" userId="27216d6f-a712-48da-bcb2-613e4bc945ac" providerId="ADAL" clId="{16736750-74B4-184C-AACF-97E7E4B9FAA6}" dt="2024-08-11T08:38:32.013" v="1334" actId="1076"/>
          <ac:picMkLst>
            <pc:docMk/>
            <pc:sldMk cId="2005021045" sldId="272"/>
            <ac:picMk id="7" creationId="{C8697425-57CC-FF65-50F6-27D241D928DA}"/>
          </ac:picMkLst>
        </pc:picChg>
        <pc:picChg chg="del">
          <ac:chgData name="Ronnel D. Palenzuela" userId="27216d6f-a712-48da-bcb2-613e4bc945ac" providerId="ADAL" clId="{16736750-74B4-184C-AACF-97E7E4B9FAA6}" dt="2024-08-11T08:30:57.107" v="1253" actId="478"/>
          <ac:picMkLst>
            <pc:docMk/>
            <pc:sldMk cId="2005021045" sldId="272"/>
            <ac:picMk id="8" creationId="{762CEDE9-A9D3-C688-E605-DC73BE380267}"/>
          </ac:picMkLst>
        </pc:picChg>
        <pc:picChg chg="del">
          <ac:chgData name="Ronnel D. Palenzuela" userId="27216d6f-a712-48da-bcb2-613e4bc945ac" providerId="ADAL" clId="{16736750-74B4-184C-AACF-97E7E4B9FAA6}" dt="2024-08-11T08:30:57.503" v="1254" actId="478"/>
          <ac:picMkLst>
            <pc:docMk/>
            <pc:sldMk cId="2005021045" sldId="272"/>
            <ac:picMk id="11" creationId="{14161C46-4147-A2BC-6E6B-03C93F3A5393}"/>
          </ac:picMkLst>
        </pc:picChg>
      </pc:sldChg>
      <pc:sldChg chg="addSp delSp modSp add mod modNotesTx">
        <pc:chgData name="Ronnel D. Palenzuela" userId="27216d6f-a712-48da-bcb2-613e4bc945ac" providerId="ADAL" clId="{16736750-74B4-184C-AACF-97E7E4B9FAA6}" dt="2024-08-11T09:34:36.582" v="1494" actId="207"/>
        <pc:sldMkLst>
          <pc:docMk/>
          <pc:sldMk cId="716507679" sldId="273"/>
        </pc:sldMkLst>
        <pc:spChg chg="mod">
          <ac:chgData name="Ronnel D. Palenzuela" userId="27216d6f-a712-48da-bcb2-613e4bc945ac" providerId="ADAL" clId="{16736750-74B4-184C-AACF-97E7E4B9FAA6}" dt="2024-08-11T09:27:17.626" v="1447"/>
          <ac:spMkLst>
            <pc:docMk/>
            <pc:sldMk cId="716507679" sldId="273"/>
            <ac:spMk id="2" creationId="{1FD87645-D8E6-23DE-A822-448BF1054783}"/>
          </ac:spMkLst>
        </pc:spChg>
        <pc:spChg chg="mod">
          <ac:chgData name="Ronnel D. Palenzuela" userId="27216d6f-a712-48da-bcb2-613e4bc945ac" providerId="ADAL" clId="{16736750-74B4-184C-AACF-97E7E4B9FAA6}" dt="2024-08-11T09:34:36.582" v="1494" actId="207"/>
          <ac:spMkLst>
            <pc:docMk/>
            <pc:sldMk cId="716507679" sldId="273"/>
            <ac:spMk id="3" creationId="{F9E9654B-D8E5-22CA-371A-57FADD13842B}"/>
          </ac:spMkLst>
        </pc:spChg>
        <pc:picChg chg="del">
          <ac:chgData name="Ronnel D. Palenzuela" userId="27216d6f-a712-48da-bcb2-613e4bc945ac" providerId="ADAL" clId="{16736750-74B4-184C-AACF-97E7E4B9FAA6}" dt="2024-08-11T08:41:45.309" v="1346" actId="478"/>
          <ac:picMkLst>
            <pc:docMk/>
            <pc:sldMk cId="716507679" sldId="273"/>
            <ac:picMk id="4" creationId="{C58E0955-A6E5-3DF9-60B5-434CA13B5223}"/>
          </ac:picMkLst>
        </pc:picChg>
        <pc:picChg chg="del">
          <ac:chgData name="Ronnel D. Palenzuela" userId="27216d6f-a712-48da-bcb2-613e4bc945ac" providerId="ADAL" clId="{16736750-74B4-184C-AACF-97E7E4B9FAA6}" dt="2024-08-11T08:41:44.959" v="1345" actId="478"/>
          <ac:picMkLst>
            <pc:docMk/>
            <pc:sldMk cId="716507679" sldId="273"/>
            <ac:picMk id="5" creationId="{011B8271-BC30-5D9C-4A14-C6A2BD722232}"/>
          </ac:picMkLst>
        </pc:picChg>
        <pc:picChg chg="del">
          <ac:chgData name="Ronnel D. Palenzuela" userId="27216d6f-a712-48da-bcb2-613e4bc945ac" providerId="ADAL" clId="{16736750-74B4-184C-AACF-97E7E4B9FAA6}" dt="2024-08-11T08:41:44.691" v="1344" actId="478"/>
          <ac:picMkLst>
            <pc:docMk/>
            <pc:sldMk cId="716507679" sldId="273"/>
            <ac:picMk id="6" creationId="{7318861F-9B77-C07E-C1CE-32F286B82B60}"/>
          </ac:picMkLst>
        </pc:picChg>
        <pc:picChg chg="del">
          <ac:chgData name="Ronnel D. Palenzuela" userId="27216d6f-a712-48da-bcb2-613e4bc945ac" providerId="ADAL" clId="{16736750-74B4-184C-AACF-97E7E4B9FAA6}" dt="2024-08-11T08:41:44.331" v="1343" actId="478"/>
          <ac:picMkLst>
            <pc:docMk/>
            <pc:sldMk cId="716507679" sldId="273"/>
            <ac:picMk id="7" creationId="{C8697425-57CC-FF65-50F6-27D241D928DA}"/>
          </ac:picMkLst>
        </pc:picChg>
        <pc:picChg chg="add mod">
          <ac:chgData name="Ronnel D. Palenzuela" userId="27216d6f-a712-48da-bcb2-613e4bc945ac" providerId="ADAL" clId="{16736750-74B4-184C-AACF-97E7E4B9FAA6}" dt="2024-08-11T09:33:19.257" v="1478" actId="1076"/>
          <ac:picMkLst>
            <pc:docMk/>
            <pc:sldMk cId="716507679" sldId="273"/>
            <ac:picMk id="8" creationId="{6A41232A-1391-85E0-E984-111E1B99BCB9}"/>
          </ac:picMkLst>
        </pc:picChg>
        <pc:picChg chg="add mod">
          <ac:chgData name="Ronnel D. Palenzuela" userId="27216d6f-a712-48da-bcb2-613e4bc945ac" providerId="ADAL" clId="{16736750-74B4-184C-AACF-97E7E4B9FAA6}" dt="2024-08-11T09:33:17.730" v="1477" actId="1076"/>
          <ac:picMkLst>
            <pc:docMk/>
            <pc:sldMk cId="716507679" sldId="273"/>
            <ac:picMk id="9" creationId="{EC279DBC-B987-F36B-2CF3-861842904062}"/>
          </ac:picMkLst>
        </pc:picChg>
      </pc:sldChg>
      <pc:sldChg chg="modSp add del mod">
        <pc:chgData name="Ronnel D. Palenzuela" userId="27216d6f-a712-48da-bcb2-613e4bc945ac" providerId="ADAL" clId="{16736750-74B4-184C-AACF-97E7E4B9FAA6}" dt="2024-08-11T09:23:48.477" v="1385" actId="2696"/>
        <pc:sldMkLst>
          <pc:docMk/>
          <pc:sldMk cId="1830806133" sldId="274"/>
        </pc:sldMkLst>
        <pc:spChg chg="mod">
          <ac:chgData name="Ronnel D. Palenzuela" userId="27216d6f-a712-48da-bcb2-613e4bc945ac" providerId="ADAL" clId="{16736750-74B4-184C-AACF-97E7E4B9FAA6}" dt="2024-08-11T09:23:37.355" v="1382" actId="1076"/>
          <ac:spMkLst>
            <pc:docMk/>
            <pc:sldMk cId="1830806133" sldId="274"/>
            <ac:spMk id="2" creationId="{1FD87645-D8E6-23DE-A822-448BF1054783}"/>
          </ac:spMkLst>
        </pc:spChg>
      </pc:sldChg>
      <pc:sldChg chg="addSp delSp modSp new add del mod modShow">
        <pc:chgData name="Ronnel D. Palenzuela" userId="27216d6f-a712-48da-bcb2-613e4bc945ac" providerId="ADAL" clId="{16736750-74B4-184C-AACF-97E7E4B9FAA6}" dt="2024-08-12T01:08:08.349" v="2627" actId="478"/>
        <pc:sldMkLst>
          <pc:docMk/>
          <pc:sldMk cId="4070147815" sldId="275"/>
        </pc:sldMkLst>
        <pc:spChg chg="mod">
          <ac:chgData name="Ronnel D. Palenzuela" userId="27216d6f-a712-48da-bcb2-613e4bc945ac" providerId="ADAL" clId="{16736750-74B4-184C-AACF-97E7E4B9FAA6}" dt="2024-08-11T09:23:54.422" v="1398" actId="207"/>
          <ac:spMkLst>
            <pc:docMk/>
            <pc:sldMk cId="4070147815" sldId="275"/>
            <ac:spMk id="2" creationId="{72D16057-EC3B-FB8F-5DA4-3B5CAD5F2095}"/>
          </ac:spMkLst>
        </pc:spChg>
        <pc:spChg chg="del">
          <ac:chgData name="Ronnel D. Palenzuela" userId="27216d6f-a712-48da-bcb2-613e4bc945ac" providerId="ADAL" clId="{16736750-74B4-184C-AACF-97E7E4B9FAA6}" dt="2024-08-11T09:25:00.857" v="1434" actId="478"/>
          <ac:spMkLst>
            <pc:docMk/>
            <pc:sldMk cId="4070147815" sldId="275"/>
            <ac:spMk id="3" creationId="{61C2E07B-D7DC-27D2-F796-78B79090AD46}"/>
          </ac:spMkLst>
        </pc:spChg>
        <pc:spChg chg="del mod">
          <ac:chgData name="Ronnel D. Palenzuela" userId="27216d6f-a712-48da-bcb2-613e4bc945ac" providerId="ADAL" clId="{16736750-74B4-184C-AACF-97E7E4B9FAA6}" dt="2024-08-11T09:25:04.168" v="1436" actId="478"/>
          <ac:spMkLst>
            <pc:docMk/>
            <pc:sldMk cId="4070147815" sldId="275"/>
            <ac:spMk id="4" creationId="{BFAA05E5-3AFA-16A4-35BE-E3698034E94A}"/>
          </ac:spMkLst>
        </pc:spChg>
        <pc:spChg chg="del">
          <ac:chgData name="Ronnel D. Palenzuela" userId="27216d6f-a712-48da-bcb2-613e4bc945ac" providerId="ADAL" clId="{16736750-74B4-184C-AACF-97E7E4B9FAA6}" dt="2024-08-11T09:25:02.528" v="1435" actId="478"/>
          <ac:spMkLst>
            <pc:docMk/>
            <pc:sldMk cId="4070147815" sldId="275"/>
            <ac:spMk id="5" creationId="{9090BE7E-E541-40F4-CAB7-4ED9ED41B3E7}"/>
          </ac:spMkLst>
        </pc:spChg>
        <pc:spChg chg="del">
          <ac:chgData name="Ronnel D. Palenzuela" userId="27216d6f-a712-48da-bcb2-613e4bc945ac" providerId="ADAL" clId="{16736750-74B4-184C-AACF-97E7E4B9FAA6}" dt="2024-08-11T09:25:06.438" v="1437" actId="478"/>
          <ac:spMkLst>
            <pc:docMk/>
            <pc:sldMk cId="4070147815" sldId="275"/>
            <ac:spMk id="6" creationId="{AAD5694D-5962-5E7B-910A-644A4450844C}"/>
          </ac:spMkLst>
        </pc:spChg>
        <pc:picChg chg="add mod">
          <ac:chgData name="Ronnel D. Palenzuela" userId="27216d6f-a712-48da-bcb2-613e4bc945ac" providerId="ADAL" clId="{16736750-74B4-184C-AACF-97E7E4B9FAA6}" dt="2024-08-11T09:25:08.382" v="1439" actId="1076"/>
          <ac:picMkLst>
            <pc:docMk/>
            <pc:sldMk cId="4070147815" sldId="275"/>
            <ac:picMk id="7" creationId="{99864649-FA50-6FFA-B187-2476F03C0B8A}"/>
          </ac:picMkLst>
        </pc:picChg>
        <pc:picChg chg="add mod">
          <ac:chgData name="Ronnel D. Palenzuela" userId="27216d6f-a712-48da-bcb2-613e4bc945ac" providerId="ADAL" clId="{16736750-74B4-184C-AACF-97E7E4B9FAA6}" dt="2024-08-11T09:25:23.798" v="1441" actId="1076"/>
          <ac:picMkLst>
            <pc:docMk/>
            <pc:sldMk cId="4070147815" sldId="275"/>
            <ac:picMk id="8" creationId="{D3D96A7B-3E18-8096-4822-82F2190AA200}"/>
          </ac:picMkLst>
        </pc:picChg>
        <pc:picChg chg="add mod">
          <ac:chgData name="Ronnel D. Palenzuela" userId="27216d6f-a712-48da-bcb2-613e4bc945ac" providerId="ADAL" clId="{16736750-74B4-184C-AACF-97E7E4B9FAA6}" dt="2024-08-11T09:26:15.599" v="1444" actId="1076"/>
          <ac:picMkLst>
            <pc:docMk/>
            <pc:sldMk cId="4070147815" sldId="275"/>
            <ac:picMk id="9" creationId="{DC8ADF69-4686-1FA6-97CE-7E914C4105AC}"/>
          </ac:picMkLst>
        </pc:picChg>
        <pc:picChg chg="add del mod">
          <ac:chgData name="Ronnel D. Palenzuela" userId="27216d6f-a712-48da-bcb2-613e4bc945ac" providerId="ADAL" clId="{16736750-74B4-184C-AACF-97E7E4B9FAA6}" dt="2024-08-12T01:08:08.349" v="2627" actId="478"/>
          <ac:picMkLst>
            <pc:docMk/>
            <pc:sldMk cId="4070147815" sldId="275"/>
            <ac:picMk id="10" creationId="{D6F205F6-07AF-131A-C9BC-55B5083256ED}"/>
          </ac:picMkLst>
        </pc:picChg>
      </pc:sldChg>
      <pc:sldChg chg="addSp delSp modSp add mod modNotesTx">
        <pc:chgData name="Ronnel D. Palenzuela" userId="27216d6f-a712-48da-bcb2-613e4bc945ac" providerId="ADAL" clId="{16736750-74B4-184C-AACF-97E7E4B9FAA6}" dt="2024-08-11T09:37:58.074" v="1526" actId="20577"/>
        <pc:sldMkLst>
          <pc:docMk/>
          <pc:sldMk cId="3621742425" sldId="276"/>
        </pc:sldMkLst>
        <pc:spChg chg="mod">
          <ac:chgData name="Ronnel D. Palenzuela" userId="27216d6f-a712-48da-bcb2-613e4bc945ac" providerId="ADAL" clId="{16736750-74B4-184C-AACF-97E7E4B9FAA6}" dt="2024-08-11T09:36:08.788" v="1507"/>
          <ac:spMkLst>
            <pc:docMk/>
            <pc:sldMk cId="3621742425" sldId="276"/>
            <ac:spMk id="2" creationId="{1FD87645-D8E6-23DE-A822-448BF1054783}"/>
          </ac:spMkLst>
        </pc:spChg>
        <pc:spChg chg="mod">
          <ac:chgData name="Ronnel D. Palenzuela" userId="27216d6f-a712-48da-bcb2-613e4bc945ac" providerId="ADAL" clId="{16736750-74B4-184C-AACF-97E7E4B9FAA6}" dt="2024-08-11T09:37:58.074" v="1526" actId="20577"/>
          <ac:spMkLst>
            <pc:docMk/>
            <pc:sldMk cId="3621742425" sldId="276"/>
            <ac:spMk id="3" creationId="{F9E9654B-D8E5-22CA-371A-57FADD13842B}"/>
          </ac:spMkLst>
        </pc:spChg>
        <pc:picChg chg="add mod">
          <ac:chgData name="Ronnel D. Palenzuela" userId="27216d6f-a712-48da-bcb2-613e4bc945ac" providerId="ADAL" clId="{16736750-74B4-184C-AACF-97E7E4B9FAA6}" dt="2024-08-11T09:36:18.848" v="1513" actId="1076"/>
          <ac:picMkLst>
            <pc:docMk/>
            <pc:sldMk cId="3621742425" sldId="276"/>
            <ac:picMk id="4" creationId="{7D236930-8DEA-71E6-6EFE-32878ED88FCB}"/>
          </ac:picMkLst>
        </pc:picChg>
        <pc:picChg chg="add mod">
          <ac:chgData name="Ronnel D. Palenzuela" userId="27216d6f-a712-48da-bcb2-613e4bc945ac" providerId="ADAL" clId="{16736750-74B4-184C-AACF-97E7E4B9FAA6}" dt="2024-08-11T09:36:21.005" v="1514" actId="1076"/>
          <ac:picMkLst>
            <pc:docMk/>
            <pc:sldMk cId="3621742425" sldId="276"/>
            <ac:picMk id="5" creationId="{48A92B06-E8F1-465B-BA38-C701071C2CB0}"/>
          </ac:picMkLst>
        </pc:picChg>
        <pc:picChg chg="del">
          <ac:chgData name="Ronnel D. Palenzuela" userId="27216d6f-a712-48da-bcb2-613e4bc945ac" providerId="ADAL" clId="{16736750-74B4-184C-AACF-97E7E4B9FAA6}" dt="2024-08-11T09:35:36.078" v="1496" actId="478"/>
          <ac:picMkLst>
            <pc:docMk/>
            <pc:sldMk cId="3621742425" sldId="276"/>
            <ac:picMk id="8" creationId="{6A41232A-1391-85E0-E984-111E1B99BCB9}"/>
          </ac:picMkLst>
        </pc:picChg>
        <pc:picChg chg="del">
          <ac:chgData name="Ronnel D. Palenzuela" userId="27216d6f-a712-48da-bcb2-613e4bc945ac" providerId="ADAL" clId="{16736750-74B4-184C-AACF-97E7E4B9FAA6}" dt="2024-08-11T09:35:36.389" v="1497" actId="478"/>
          <ac:picMkLst>
            <pc:docMk/>
            <pc:sldMk cId="3621742425" sldId="276"/>
            <ac:picMk id="9" creationId="{EC279DBC-B987-F36B-2CF3-861842904062}"/>
          </ac:picMkLst>
        </pc:picChg>
      </pc:sldChg>
      <pc:sldChg chg="addSp delSp modSp add del mod modNotesTx">
        <pc:chgData name="Ronnel D. Palenzuela" userId="27216d6f-a712-48da-bcb2-613e4bc945ac" providerId="ADAL" clId="{16736750-74B4-184C-AACF-97E7E4B9FAA6}" dt="2024-08-11T10:21:41.293" v="1630"/>
        <pc:sldMkLst>
          <pc:docMk/>
          <pc:sldMk cId="908275361" sldId="277"/>
        </pc:sldMkLst>
        <pc:spChg chg="mod">
          <ac:chgData name="Ronnel D. Palenzuela" userId="27216d6f-a712-48da-bcb2-613e4bc945ac" providerId="ADAL" clId="{16736750-74B4-184C-AACF-97E7E4B9FAA6}" dt="2024-08-11T10:17:35.535" v="1565" actId="20577"/>
          <ac:spMkLst>
            <pc:docMk/>
            <pc:sldMk cId="908275361" sldId="277"/>
            <ac:spMk id="2" creationId="{1FD87645-D8E6-23DE-A822-448BF1054783}"/>
          </ac:spMkLst>
        </pc:spChg>
        <pc:spChg chg="mod">
          <ac:chgData name="Ronnel D. Palenzuela" userId="27216d6f-a712-48da-bcb2-613e4bc945ac" providerId="ADAL" clId="{16736750-74B4-184C-AACF-97E7E4B9FAA6}" dt="2024-08-11T10:19:03.303" v="1605" actId="207"/>
          <ac:spMkLst>
            <pc:docMk/>
            <pc:sldMk cId="908275361" sldId="277"/>
            <ac:spMk id="3" creationId="{F9E9654B-D8E5-22CA-371A-57FADD13842B}"/>
          </ac:spMkLst>
        </pc:spChg>
        <pc:picChg chg="del">
          <ac:chgData name="Ronnel D. Palenzuela" userId="27216d6f-a712-48da-bcb2-613e4bc945ac" providerId="ADAL" clId="{16736750-74B4-184C-AACF-97E7E4B9FAA6}" dt="2024-08-11T10:12:20.490" v="1529" actId="478"/>
          <ac:picMkLst>
            <pc:docMk/>
            <pc:sldMk cId="908275361" sldId="277"/>
            <ac:picMk id="4" creationId="{7D236930-8DEA-71E6-6EFE-32878ED88FCB}"/>
          </ac:picMkLst>
        </pc:picChg>
        <pc:picChg chg="del">
          <ac:chgData name="Ronnel D. Palenzuela" userId="27216d6f-a712-48da-bcb2-613e4bc945ac" providerId="ADAL" clId="{16736750-74B4-184C-AACF-97E7E4B9FAA6}" dt="2024-08-11T10:12:20.868" v="1530" actId="478"/>
          <ac:picMkLst>
            <pc:docMk/>
            <pc:sldMk cId="908275361" sldId="277"/>
            <ac:picMk id="5" creationId="{48A92B06-E8F1-465B-BA38-C701071C2CB0}"/>
          </ac:picMkLst>
        </pc:picChg>
        <pc:picChg chg="add del mod">
          <ac:chgData name="Ronnel D. Palenzuela" userId="27216d6f-a712-48da-bcb2-613e4bc945ac" providerId="ADAL" clId="{16736750-74B4-184C-AACF-97E7E4B9FAA6}" dt="2024-08-11T10:17:55.266" v="1566" actId="478"/>
          <ac:picMkLst>
            <pc:docMk/>
            <pc:sldMk cId="908275361" sldId="277"/>
            <ac:picMk id="6" creationId="{95424F7C-61E3-7971-3ED3-0E45DFC06ACC}"/>
          </ac:picMkLst>
        </pc:picChg>
        <pc:picChg chg="add mod">
          <ac:chgData name="Ronnel D. Palenzuela" userId="27216d6f-a712-48da-bcb2-613e4bc945ac" providerId="ADAL" clId="{16736750-74B4-184C-AACF-97E7E4B9FAA6}" dt="2024-08-11T10:18:17.368" v="1576" actId="1076"/>
          <ac:picMkLst>
            <pc:docMk/>
            <pc:sldMk cId="908275361" sldId="277"/>
            <ac:picMk id="7" creationId="{9516A05D-894B-7EC0-51E9-33F7A244CA5D}"/>
          </ac:picMkLst>
        </pc:picChg>
        <pc:picChg chg="add mod">
          <ac:chgData name="Ronnel D. Palenzuela" userId="27216d6f-a712-48da-bcb2-613e4bc945ac" providerId="ADAL" clId="{16736750-74B4-184C-AACF-97E7E4B9FAA6}" dt="2024-08-11T10:18:22.970" v="1580" actId="14100"/>
          <ac:picMkLst>
            <pc:docMk/>
            <pc:sldMk cId="908275361" sldId="277"/>
            <ac:picMk id="8" creationId="{597AEF6E-CBAA-343D-A111-EC13F3B7896F}"/>
          </ac:picMkLst>
        </pc:picChg>
      </pc:sldChg>
      <pc:sldChg chg="addSp delSp modSp add mod modNotesTx">
        <pc:chgData name="Ronnel D. Palenzuela" userId="27216d6f-a712-48da-bcb2-613e4bc945ac" providerId="ADAL" clId="{16736750-74B4-184C-AACF-97E7E4B9FAA6}" dt="2024-08-11T10:29:24.402" v="1741" actId="1076"/>
        <pc:sldMkLst>
          <pc:docMk/>
          <pc:sldMk cId="928633288" sldId="278"/>
        </pc:sldMkLst>
        <pc:spChg chg="mod">
          <ac:chgData name="Ronnel D. Palenzuela" userId="27216d6f-a712-48da-bcb2-613e4bc945ac" providerId="ADAL" clId="{16736750-74B4-184C-AACF-97E7E4B9FAA6}" dt="2024-08-11T10:22:14.060" v="1661" actId="20577"/>
          <ac:spMkLst>
            <pc:docMk/>
            <pc:sldMk cId="928633288" sldId="278"/>
            <ac:spMk id="2" creationId="{1FD87645-D8E6-23DE-A822-448BF1054783}"/>
          </ac:spMkLst>
        </pc:spChg>
        <pc:spChg chg="mod">
          <ac:chgData name="Ronnel D. Palenzuela" userId="27216d6f-a712-48da-bcb2-613e4bc945ac" providerId="ADAL" clId="{16736750-74B4-184C-AACF-97E7E4B9FAA6}" dt="2024-08-11T10:28:32.158" v="1730" actId="207"/>
          <ac:spMkLst>
            <pc:docMk/>
            <pc:sldMk cId="928633288" sldId="278"/>
            <ac:spMk id="3" creationId="{F9E9654B-D8E5-22CA-371A-57FADD13842B}"/>
          </ac:spMkLst>
        </pc:spChg>
        <pc:picChg chg="add mod">
          <ac:chgData name="Ronnel D. Palenzuela" userId="27216d6f-a712-48da-bcb2-613e4bc945ac" providerId="ADAL" clId="{16736750-74B4-184C-AACF-97E7E4B9FAA6}" dt="2024-08-11T10:29:23.562" v="1740" actId="1076"/>
          <ac:picMkLst>
            <pc:docMk/>
            <pc:sldMk cId="928633288" sldId="278"/>
            <ac:picMk id="4" creationId="{52F48CE9-2A4C-9BB0-0621-C561F6B91A33}"/>
          </ac:picMkLst>
        </pc:picChg>
        <pc:picChg chg="add mod">
          <ac:chgData name="Ronnel D. Palenzuela" userId="27216d6f-a712-48da-bcb2-613e4bc945ac" providerId="ADAL" clId="{16736750-74B4-184C-AACF-97E7E4B9FAA6}" dt="2024-08-11T10:29:24.402" v="1741" actId="1076"/>
          <ac:picMkLst>
            <pc:docMk/>
            <pc:sldMk cId="928633288" sldId="278"/>
            <ac:picMk id="5" creationId="{59B35BCD-7340-3A02-2CB8-2FBE0A617B62}"/>
          </ac:picMkLst>
        </pc:picChg>
        <pc:picChg chg="del">
          <ac:chgData name="Ronnel D. Palenzuela" userId="27216d6f-a712-48da-bcb2-613e4bc945ac" providerId="ADAL" clId="{16736750-74B4-184C-AACF-97E7E4B9FAA6}" dt="2024-08-11T10:22:22.851" v="1662" actId="478"/>
          <ac:picMkLst>
            <pc:docMk/>
            <pc:sldMk cId="928633288" sldId="278"/>
            <ac:picMk id="7" creationId="{9516A05D-894B-7EC0-51E9-33F7A244CA5D}"/>
          </ac:picMkLst>
        </pc:picChg>
        <pc:picChg chg="del">
          <ac:chgData name="Ronnel D. Palenzuela" userId="27216d6f-a712-48da-bcb2-613e4bc945ac" providerId="ADAL" clId="{16736750-74B4-184C-AACF-97E7E4B9FAA6}" dt="2024-08-11T10:22:24.031" v="1663" actId="478"/>
          <ac:picMkLst>
            <pc:docMk/>
            <pc:sldMk cId="928633288" sldId="278"/>
            <ac:picMk id="8" creationId="{597AEF6E-CBAA-343D-A111-EC13F3B7896F}"/>
          </ac:picMkLst>
        </pc:picChg>
      </pc:sldChg>
      <pc:sldChg chg="addSp delSp modSp add mod modNotesTx">
        <pc:chgData name="Ronnel D. Palenzuela" userId="27216d6f-a712-48da-bcb2-613e4bc945ac" providerId="ADAL" clId="{16736750-74B4-184C-AACF-97E7E4B9FAA6}" dt="2024-08-11T10:50:20.515" v="1826" actId="1076"/>
        <pc:sldMkLst>
          <pc:docMk/>
          <pc:sldMk cId="2220697961" sldId="279"/>
        </pc:sldMkLst>
        <pc:spChg chg="mod">
          <ac:chgData name="Ronnel D. Palenzuela" userId="27216d6f-a712-48da-bcb2-613e4bc945ac" providerId="ADAL" clId="{16736750-74B4-184C-AACF-97E7E4B9FAA6}" dt="2024-08-11T10:33:50.865" v="1743"/>
          <ac:spMkLst>
            <pc:docMk/>
            <pc:sldMk cId="2220697961" sldId="279"/>
            <ac:spMk id="2" creationId="{1FD87645-D8E6-23DE-A822-448BF1054783}"/>
          </ac:spMkLst>
        </pc:spChg>
        <pc:spChg chg="mod">
          <ac:chgData name="Ronnel D. Palenzuela" userId="27216d6f-a712-48da-bcb2-613e4bc945ac" providerId="ADAL" clId="{16736750-74B4-184C-AACF-97E7E4B9FAA6}" dt="2024-08-11T10:36:20.786" v="1790"/>
          <ac:spMkLst>
            <pc:docMk/>
            <pc:sldMk cId="2220697961" sldId="279"/>
            <ac:spMk id="3" creationId="{F9E9654B-D8E5-22CA-371A-57FADD13842B}"/>
          </ac:spMkLst>
        </pc:spChg>
        <pc:picChg chg="del">
          <ac:chgData name="Ronnel D. Palenzuela" userId="27216d6f-a712-48da-bcb2-613e4bc945ac" providerId="ADAL" clId="{16736750-74B4-184C-AACF-97E7E4B9FAA6}" dt="2024-08-11T10:33:52.820" v="1744" actId="478"/>
          <ac:picMkLst>
            <pc:docMk/>
            <pc:sldMk cId="2220697961" sldId="279"/>
            <ac:picMk id="4" creationId="{52F48CE9-2A4C-9BB0-0621-C561F6B91A33}"/>
          </ac:picMkLst>
        </pc:picChg>
        <pc:picChg chg="del">
          <ac:chgData name="Ronnel D. Palenzuela" userId="27216d6f-a712-48da-bcb2-613e4bc945ac" providerId="ADAL" clId="{16736750-74B4-184C-AACF-97E7E4B9FAA6}" dt="2024-08-11T10:33:53.161" v="1745" actId="478"/>
          <ac:picMkLst>
            <pc:docMk/>
            <pc:sldMk cId="2220697961" sldId="279"/>
            <ac:picMk id="5" creationId="{59B35BCD-7340-3A02-2CB8-2FBE0A617B62}"/>
          </ac:picMkLst>
        </pc:picChg>
        <pc:picChg chg="add del mod">
          <ac:chgData name="Ronnel D. Palenzuela" userId="27216d6f-a712-48da-bcb2-613e4bc945ac" providerId="ADAL" clId="{16736750-74B4-184C-AACF-97E7E4B9FAA6}" dt="2024-08-11T10:35:17.454" v="1755" actId="478"/>
          <ac:picMkLst>
            <pc:docMk/>
            <pc:sldMk cId="2220697961" sldId="279"/>
            <ac:picMk id="6" creationId="{444F1BE0-3550-1DD3-6280-D3193130D524}"/>
          </ac:picMkLst>
        </pc:picChg>
        <pc:picChg chg="add mod">
          <ac:chgData name="Ronnel D. Palenzuela" userId="27216d6f-a712-48da-bcb2-613e4bc945ac" providerId="ADAL" clId="{16736750-74B4-184C-AACF-97E7E4B9FAA6}" dt="2024-08-11T10:50:20.515" v="1826" actId="1076"/>
          <ac:picMkLst>
            <pc:docMk/>
            <pc:sldMk cId="2220697961" sldId="279"/>
            <ac:picMk id="7" creationId="{BFD45AA0-5DC9-0774-19EF-195C6A1F5405}"/>
          </ac:picMkLst>
        </pc:picChg>
      </pc:sldChg>
      <pc:sldChg chg="addSp delSp modSp add mod modNotesTx">
        <pc:chgData name="Ronnel D. Palenzuela" userId="27216d6f-a712-48da-bcb2-613e4bc945ac" providerId="ADAL" clId="{16736750-74B4-184C-AACF-97E7E4B9FAA6}" dt="2024-08-11T11:02:07.030" v="1881"/>
        <pc:sldMkLst>
          <pc:docMk/>
          <pc:sldMk cId="2456681114" sldId="280"/>
        </pc:sldMkLst>
        <pc:spChg chg="mod">
          <ac:chgData name="Ronnel D. Palenzuela" userId="27216d6f-a712-48da-bcb2-613e4bc945ac" providerId="ADAL" clId="{16736750-74B4-184C-AACF-97E7E4B9FAA6}" dt="2024-08-11T10:50:13.888" v="1824" actId="20577"/>
          <ac:spMkLst>
            <pc:docMk/>
            <pc:sldMk cId="2456681114" sldId="280"/>
            <ac:spMk id="2" creationId="{1FD87645-D8E6-23DE-A822-448BF1054783}"/>
          </ac:spMkLst>
        </pc:spChg>
        <pc:spChg chg="mod">
          <ac:chgData name="Ronnel D. Palenzuela" userId="27216d6f-a712-48da-bcb2-613e4bc945ac" providerId="ADAL" clId="{16736750-74B4-184C-AACF-97E7E4B9FAA6}" dt="2024-08-11T11:01:42.294" v="1880" actId="27636"/>
          <ac:spMkLst>
            <pc:docMk/>
            <pc:sldMk cId="2456681114" sldId="280"/>
            <ac:spMk id="3" creationId="{F9E9654B-D8E5-22CA-371A-57FADD13842B}"/>
          </ac:spMkLst>
        </pc:spChg>
        <pc:picChg chg="add mod">
          <ac:chgData name="Ronnel D. Palenzuela" userId="27216d6f-a712-48da-bcb2-613e4bc945ac" providerId="ADAL" clId="{16736750-74B4-184C-AACF-97E7E4B9FAA6}" dt="2024-08-11T10:52:05.480" v="1866" actId="1076"/>
          <ac:picMkLst>
            <pc:docMk/>
            <pc:sldMk cId="2456681114" sldId="280"/>
            <ac:picMk id="4" creationId="{73833336-6A94-55AD-10D0-0089D9921599}"/>
          </ac:picMkLst>
        </pc:picChg>
        <pc:picChg chg="add mod">
          <ac:chgData name="Ronnel D. Palenzuela" userId="27216d6f-a712-48da-bcb2-613e4bc945ac" providerId="ADAL" clId="{16736750-74B4-184C-AACF-97E7E4B9FAA6}" dt="2024-08-11T10:52:07.011" v="1867" actId="1076"/>
          <ac:picMkLst>
            <pc:docMk/>
            <pc:sldMk cId="2456681114" sldId="280"/>
            <ac:picMk id="5" creationId="{A413D30E-4FEC-659F-7A93-6D8C19127C82}"/>
          </ac:picMkLst>
        </pc:picChg>
        <pc:picChg chg="del">
          <ac:chgData name="Ronnel D. Palenzuela" userId="27216d6f-a712-48da-bcb2-613e4bc945ac" providerId="ADAL" clId="{16736750-74B4-184C-AACF-97E7E4B9FAA6}" dt="2024-08-11T10:50:15.693" v="1825" actId="478"/>
          <ac:picMkLst>
            <pc:docMk/>
            <pc:sldMk cId="2456681114" sldId="280"/>
            <ac:picMk id="7" creationId="{BFD45AA0-5DC9-0774-19EF-195C6A1F5405}"/>
          </ac:picMkLst>
        </pc:picChg>
      </pc:sldChg>
      <pc:sldChg chg="addSp delSp modSp add mod modNotesTx">
        <pc:chgData name="Ronnel D. Palenzuela" userId="27216d6f-a712-48da-bcb2-613e4bc945ac" providerId="ADAL" clId="{16736750-74B4-184C-AACF-97E7E4B9FAA6}" dt="2024-08-11T11:25:32.352" v="2048" actId="1076"/>
        <pc:sldMkLst>
          <pc:docMk/>
          <pc:sldMk cId="1557213172" sldId="281"/>
        </pc:sldMkLst>
        <pc:spChg chg="mod">
          <ac:chgData name="Ronnel D. Palenzuela" userId="27216d6f-a712-48da-bcb2-613e4bc945ac" providerId="ADAL" clId="{16736750-74B4-184C-AACF-97E7E4B9FAA6}" dt="2024-08-11T11:15:51.541" v="1975" actId="20577"/>
          <ac:spMkLst>
            <pc:docMk/>
            <pc:sldMk cId="1557213172" sldId="281"/>
            <ac:spMk id="2" creationId="{1FD87645-D8E6-23DE-A822-448BF1054783}"/>
          </ac:spMkLst>
        </pc:spChg>
        <pc:spChg chg="mod">
          <ac:chgData name="Ronnel D. Palenzuela" userId="27216d6f-a712-48da-bcb2-613e4bc945ac" providerId="ADAL" clId="{16736750-74B4-184C-AACF-97E7E4B9FAA6}" dt="2024-08-11T11:16:45.122" v="2003" actId="207"/>
          <ac:spMkLst>
            <pc:docMk/>
            <pc:sldMk cId="1557213172" sldId="281"/>
            <ac:spMk id="3" creationId="{F9E9654B-D8E5-22CA-371A-57FADD13842B}"/>
          </ac:spMkLst>
        </pc:spChg>
        <pc:picChg chg="del">
          <ac:chgData name="Ronnel D. Palenzuela" userId="27216d6f-a712-48da-bcb2-613e4bc945ac" providerId="ADAL" clId="{16736750-74B4-184C-AACF-97E7E4B9FAA6}" dt="2024-08-11T10:58:22.444" v="1871" actId="478"/>
          <ac:picMkLst>
            <pc:docMk/>
            <pc:sldMk cId="1557213172" sldId="281"/>
            <ac:picMk id="4" creationId="{73833336-6A94-55AD-10D0-0089D9921599}"/>
          </ac:picMkLst>
        </pc:picChg>
        <pc:picChg chg="del">
          <ac:chgData name="Ronnel D. Palenzuela" userId="27216d6f-a712-48da-bcb2-613e4bc945ac" providerId="ADAL" clId="{16736750-74B4-184C-AACF-97E7E4B9FAA6}" dt="2024-08-11T10:58:21.160" v="1870" actId="478"/>
          <ac:picMkLst>
            <pc:docMk/>
            <pc:sldMk cId="1557213172" sldId="281"/>
            <ac:picMk id="5" creationId="{A413D30E-4FEC-659F-7A93-6D8C19127C82}"/>
          </ac:picMkLst>
        </pc:picChg>
        <pc:picChg chg="add del mod">
          <ac:chgData name="Ronnel D. Palenzuela" userId="27216d6f-a712-48da-bcb2-613e4bc945ac" providerId="ADAL" clId="{16736750-74B4-184C-AACF-97E7E4B9FAA6}" dt="2024-08-11T11:23:21.071" v="2009" actId="478"/>
          <ac:picMkLst>
            <pc:docMk/>
            <pc:sldMk cId="1557213172" sldId="281"/>
            <ac:picMk id="6" creationId="{852FA35F-6B76-3ACC-4F39-F65EF2740076}"/>
          </ac:picMkLst>
        </pc:picChg>
        <pc:picChg chg="add mod">
          <ac:chgData name="Ronnel D. Palenzuela" userId="27216d6f-a712-48da-bcb2-613e4bc945ac" providerId="ADAL" clId="{16736750-74B4-184C-AACF-97E7E4B9FAA6}" dt="2024-08-11T11:25:32.352" v="2048" actId="1076"/>
          <ac:picMkLst>
            <pc:docMk/>
            <pc:sldMk cId="1557213172" sldId="281"/>
            <ac:picMk id="7" creationId="{C0442B70-B5E1-0D06-9A6B-2C529318C43C}"/>
          </ac:picMkLst>
        </pc:picChg>
        <pc:picChg chg="add mod">
          <ac:chgData name="Ronnel D. Palenzuela" userId="27216d6f-a712-48da-bcb2-613e4bc945ac" providerId="ADAL" clId="{16736750-74B4-184C-AACF-97E7E4B9FAA6}" dt="2024-08-11T11:25:25.205" v="2043" actId="1076"/>
          <ac:picMkLst>
            <pc:docMk/>
            <pc:sldMk cId="1557213172" sldId="281"/>
            <ac:picMk id="8" creationId="{2E2C6D27-AF3A-A4C2-F435-87D1586FAACA}"/>
          </ac:picMkLst>
        </pc:picChg>
        <pc:picChg chg="add mod">
          <ac:chgData name="Ronnel D. Palenzuela" userId="27216d6f-a712-48da-bcb2-613e4bc945ac" providerId="ADAL" clId="{16736750-74B4-184C-AACF-97E7E4B9FAA6}" dt="2024-08-11T11:25:26.120" v="2044" actId="1076"/>
          <ac:picMkLst>
            <pc:docMk/>
            <pc:sldMk cId="1557213172" sldId="281"/>
            <ac:picMk id="9" creationId="{18FD6C3D-98D6-CC9C-69FF-706FEBC56D5E}"/>
          </ac:picMkLst>
        </pc:picChg>
      </pc:sldChg>
      <pc:sldChg chg="addSp delSp modSp add mod modNotesTx">
        <pc:chgData name="Ronnel D. Palenzuela" userId="27216d6f-a712-48da-bcb2-613e4bc945ac" providerId="ADAL" clId="{16736750-74B4-184C-AACF-97E7E4B9FAA6}" dt="2024-08-11T11:38:34.643" v="2166" actId="1076"/>
        <pc:sldMkLst>
          <pc:docMk/>
          <pc:sldMk cId="296683317" sldId="282"/>
        </pc:sldMkLst>
        <pc:spChg chg="mod">
          <ac:chgData name="Ronnel D. Palenzuela" userId="27216d6f-a712-48da-bcb2-613e4bc945ac" providerId="ADAL" clId="{16736750-74B4-184C-AACF-97E7E4B9FAA6}" dt="2024-08-11T11:36:00.243" v="2116"/>
          <ac:spMkLst>
            <pc:docMk/>
            <pc:sldMk cId="296683317" sldId="282"/>
            <ac:spMk id="2" creationId="{1FD87645-D8E6-23DE-A822-448BF1054783}"/>
          </ac:spMkLst>
        </pc:spChg>
        <pc:spChg chg="mod">
          <ac:chgData name="Ronnel D. Palenzuela" userId="27216d6f-a712-48da-bcb2-613e4bc945ac" providerId="ADAL" clId="{16736750-74B4-184C-AACF-97E7E4B9FAA6}" dt="2024-08-11T11:36:43.156" v="2154" actId="33524"/>
          <ac:spMkLst>
            <pc:docMk/>
            <pc:sldMk cId="296683317" sldId="282"/>
            <ac:spMk id="3" creationId="{F9E9654B-D8E5-22CA-371A-57FADD13842B}"/>
          </ac:spMkLst>
        </pc:spChg>
        <pc:spChg chg="add del">
          <ac:chgData name="Ronnel D. Palenzuela" userId="27216d6f-a712-48da-bcb2-613e4bc945ac" providerId="ADAL" clId="{16736750-74B4-184C-AACF-97E7E4B9FAA6}" dt="2024-08-11T11:37:17.460" v="2156" actId="22"/>
          <ac:spMkLst>
            <pc:docMk/>
            <pc:sldMk cId="296683317" sldId="282"/>
            <ac:spMk id="5" creationId="{01186E94-225A-646B-6BE7-DE3170C2B523}"/>
          </ac:spMkLst>
        </pc:spChg>
        <pc:picChg chg="add mod">
          <ac:chgData name="Ronnel D. Palenzuela" userId="27216d6f-a712-48da-bcb2-613e4bc945ac" providerId="ADAL" clId="{16736750-74B4-184C-AACF-97E7E4B9FAA6}" dt="2024-08-11T11:38:34.643" v="2166" actId="1076"/>
          <ac:picMkLst>
            <pc:docMk/>
            <pc:sldMk cId="296683317" sldId="282"/>
            <ac:picMk id="6" creationId="{C94A0A88-9294-A7B5-558E-0329F8DF2C01}"/>
          </ac:picMkLst>
        </pc:picChg>
        <pc:picChg chg="del">
          <ac:chgData name="Ronnel D. Palenzuela" userId="27216d6f-a712-48da-bcb2-613e4bc945ac" providerId="ADAL" clId="{16736750-74B4-184C-AACF-97E7E4B9FAA6}" dt="2024-08-11T11:35:26.093" v="2099" actId="478"/>
          <ac:picMkLst>
            <pc:docMk/>
            <pc:sldMk cId="296683317" sldId="282"/>
            <ac:picMk id="7" creationId="{C0442B70-B5E1-0D06-9A6B-2C529318C43C}"/>
          </ac:picMkLst>
        </pc:picChg>
        <pc:picChg chg="del">
          <ac:chgData name="Ronnel D. Palenzuela" userId="27216d6f-a712-48da-bcb2-613e4bc945ac" providerId="ADAL" clId="{16736750-74B4-184C-AACF-97E7E4B9FAA6}" dt="2024-08-11T11:35:26.422" v="2100" actId="478"/>
          <ac:picMkLst>
            <pc:docMk/>
            <pc:sldMk cId="296683317" sldId="282"/>
            <ac:picMk id="8" creationId="{2E2C6D27-AF3A-A4C2-F435-87D1586FAACA}"/>
          </ac:picMkLst>
        </pc:picChg>
        <pc:picChg chg="del">
          <ac:chgData name="Ronnel D. Palenzuela" userId="27216d6f-a712-48da-bcb2-613e4bc945ac" providerId="ADAL" clId="{16736750-74B4-184C-AACF-97E7E4B9FAA6}" dt="2024-08-11T11:35:26.655" v="2101" actId="478"/>
          <ac:picMkLst>
            <pc:docMk/>
            <pc:sldMk cId="296683317" sldId="282"/>
            <ac:picMk id="9" creationId="{18FD6C3D-98D6-CC9C-69FF-706FEBC56D5E}"/>
          </ac:picMkLst>
        </pc:picChg>
      </pc:sldChg>
      <pc:sldChg chg="addSp delSp modSp add mod modNotesTx">
        <pc:chgData name="Ronnel D. Palenzuela" userId="27216d6f-a712-48da-bcb2-613e4bc945ac" providerId="ADAL" clId="{16736750-74B4-184C-AACF-97E7E4B9FAA6}" dt="2024-08-11T11:44:29.650" v="2204" actId="20577"/>
        <pc:sldMkLst>
          <pc:docMk/>
          <pc:sldMk cId="993575964" sldId="283"/>
        </pc:sldMkLst>
        <pc:spChg chg="mod">
          <ac:chgData name="Ronnel D. Palenzuela" userId="27216d6f-a712-48da-bcb2-613e4bc945ac" providerId="ADAL" clId="{16736750-74B4-184C-AACF-97E7E4B9FAA6}" dt="2024-08-11T11:39:12.084" v="2168"/>
          <ac:spMkLst>
            <pc:docMk/>
            <pc:sldMk cId="993575964" sldId="283"/>
            <ac:spMk id="2" creationId="{1FD87645-D8E6-23DE-A822-448BF1054783}"/>
          </ac:spMkLst>
        </pc:spChg>
        <pc:spChg chg="mod">
          <ac:chgData name="Ronnel D. Palenzuela" userId="27216d6f-a712-48da-bcb2-613e4bc945ac" providerId="ADAL" clId="{16736750-74B4-184C-AACF-97E7E4B9FAA6}" dt="2024-08-11T11:40:34.052" v="2197" actId="207"/>
          <ac:spMkLst>
            <pc:docMk/>
            <pc:sldMk cId="993575964" sldId="283"/>
            <ac:spMk id="3" creationId="{F9E9654B-D8E5-22CA-371A-57FADD13842B}"/>
          </ac:spMkLst>
        </pc:spChg>
        <pc:picChg chg="add mod">
          <ac:chgData name="Ronnel D. Palenzuela" userId="27216d6f-a712-48da-bcb2-613e4bc945ac" providerId="ADAL" clId="{16736750-74B4-184C-AACF-97E7E4B9FAA6}" dt="2024-08-11T11:43:38.835" v="2202" actId="1076"/>
          <ac:picMkLst>
            <pc:docMk/>
            <pc:sldMk cId="993575964" sldId="283"/>
            <ac:picMk id="4" creationId="{B7960360-83A2-6270-EECE-30A36048B200}"/>
          </ac:picMkLst>
        </pc:picChg>
        <pc:picChg chg="del">
          <ac:chgData name="Ronnel D. Palenzuela" userId="27216d6f-a712-48da-bcb2-613e4bc945ac" providerId="ADAL" clId="{16736750-74B4-184C-AACF-97E7E4B9FAA6}" dt="2024-08-11T11:39:13.621" v="2169" actId="478"/>
          <ac:picMkLst>
            <pc:docMk/>
            <pc:sldMk cId="993575964" sldId="283"/>
            <ac:picMk id="6" creationId="{C94A0A88-9294-A7B5-558E-0329F8DF2C01}"/>
          </ac:picMkLst>
        </pc:picChg>
      </pc:sldChg>
      <pc:sldChg chg="addSp delSp modSp add mod modNotesTx">
        <pc:chgData name="Ronnel D. Palenzuela" userId="27216d6f-a712-48da-bcb2-613e4bc945ac" providerId="ADAL" clId="{16736750-74B4-184C-AACF-97E7E4B9FAA6}" dt="2024-08-11T11:50:32.912" v="2231" actId="1076"/>
        <pc:sldMkLst>
          <pc:docMk/>
          <pc:sldMk cId="1253337562" sldId="284"/>
        </pc:sldMkLst>
        <pc:spChg chg="mod">
          <ac:chgData name="Ronnel D. Palenzuela" userId="27216d6f-a712-48da-bcb2-613e4bc945ac" providerId="ADAL" clId="{16736750-74B4-184C-AACF-97E7E4B9FAA6}" dt="2024-08-11T11:45:06.797" v="2206"/>
          <ac:spMkLst>
            <pc:docMk/>
            <pc:sldMk cId="1253337562" sldId="284"/>
            <ac:spMk id="2" creationId="{1FD87645-D8E6-23DE-A822-448BF1054783}"/>
          </ac:spMkLst>
        </pc:spChg>
        <pc:spChg chg="mod">
          <ac:chgData name="Ronnel D. Palenzuela" userId="27216d6f-a712-48da-bcb2-613e4bc945ac" providerId="ADAL" clId="{16736750-74B4-184C-AACF-97E7E4B9FAA6}" dt="2024-08-11T11:48:12.471" v="2222"/>
          <ac:spMkLst>
            <pc:docMk/>
            <pc:sldMk cId="1253337562" sldId="284"/>
            <ac:spMk id="3" creationId="{F9E9654B-D8E5-22CA-371A-57FADD13842B}"/>
          </ac:spMkLst>
        </pc:spChg>
        <pc:picChg chg="del">
          <ac:chgData name="Ronnel D. Palenzuela" userId="27216d6f-a712-48da-bcb2-613e4bc945ac" providerId="ADAL" clId="{16736750-74B4-184C-AACF-97E7E4B9FAA6}" dt="2024-08-11T11:48:48.651" v="2224" actId="478"/>
          <ac:picMkLst>
            <pc:docMk/>
            <pc:sldMk cId="1253337562" sldId="284"/>
            <ac:picMk id="4" creationId="{B7960360-83A2-6270-EECE-30A36048B200}"/>
          </ac:picMkLst>
        </pc:picChg>
        <pc:picChg chg="add mod">
          <ac:chgData name="Ronnel D. Palenzuela" userId="27216d6f-a712-48da-bcb2-613e4bc945ac" providerId="ADAL" clId="{16736750-74B4-184C-AACF-97E7E4B9FAA6}" dt="2024-08-11T11:50:17.104" v="2227" actId="1076"/>
          <ac:picMkLst>
            <pc:docMk/>
            <pc:sldMk cId="1253337562" sldId="284"/>
            <ac:picMk id="5" creationId="{9D0F0297-4AB5-4797-A885-928619C7A572}"/>
          </ac:picMkLst>
        </pc:picChg>
        <pc:picChg chg="add mod">
          <ac:chgData name="Ronnel D. Palenzuela" userId="27216d6f-a712-48da-bcb2-613e4bc945ac" providerId="ADAL" clId="{16736750-74B4-184C-AACF-97E7E4B9FAA6}" dt="2024-08-11T11:50:32.912" v="2231" actId="1076"/>
          <ac:picMkLst>
            <pc:docMk/>
            <pc:sldMk cId="1253337562" sldId="284"/>
            <ac:picMk id="6" creationId="{F1C8719A-AF10-CA25-32B8-5B12B63B6F48}"/>
          </ac:picMkLst>
        </pc:picChg>
      </pc:sldChg>
      <pc:sldChg chg="addSp delSp modSp add mod">
        <pc:chgData name="Ronnel D. Palenzuela" userId="27216d6f-a712-48da-bcb2-613e4bc945ac" providerId="ADAL" clId="{16736750-74B4-184C-AACF-97E7E4B9FAA6}" dt="2024-08-11T12:26:02.933" v="2546" actId="20577"/>
        <pc:sldMkLst>
          <pc:docMk/>
          <pc:sldMk cId="2980579114" sldId="285"/>
        </pc:sldMkLst>
        <pc:spChg chg="mod">
          <ac:chgData name="Ronnel D. Palenzuela" userId="27216d6f-a712-48da-bcb2-613e4bc945ac" providerId="ADAL" clId="{16736750-74B4-184C-AACF-97E7E4B9FAA6}" dt="2024-08-11T12:25:58.060" v="2543" actId="20577"/>
          <ac:spMkLst>
            <pc:docMk/>
            <pc:sldMk cId="2980579114" sldId="285"/>
            <ac:spMk id="2" creationId="{1FD87645-D8E6-23DE-A822-448BF1054783}"/>
          </ac:spMkLst>
        </pc:spChg>
        <pc:spChg chg="mod">
          <ac:chgData name="Ronnel D. Palenzuela" userId="27216d6f-a712-48da-bcb2-613e4bc945ac" providerId="ADAL" clId="{16736750-74B4-184C-AACF-97E7E4B9FAA6}" dt="2024-08-11T12:26:02.933" v="2546" actId="20577"/>
          <ac:spMkLst>
            <pc:docMk/>
            <pc:sldMk cId="2980579114" sldId="285"/>
            <ac:spMk id="3" creationId="{F9E9654B-D8E5-22CA-371A-57FADD13842B}"/>
          </ac:spMkLst>
        </pc:spChg>
        <pc:picChg chg="add mod">
          <ac:chgData name="Ronnel D. Palenzuela" userId="27216d6f-a712-48da-bcb2-613e4bc945ac" providerId="ADAL" clId="{16736750-74B4-184C-AACF-97E7E4B9FAA6}" dt="2024-08-11T12:11:35.139" v="2251" actId="1076"/>
          <ac:picMkLst>
            <pc:docMk/>
            <pc:sldMk cId="2980579114" sldId="285"/>
            <ac:picMk id="4" creationId="{74248AEE-FABF-0F2A-B1B2-1777799F48BD}"/>
          </ac:picMkLst>
        </pc:picChg>
        <pc:picChg chg="del">
          <ac:chgData name="Ronnel D. Palenzuela" userId="27216d6f-a712-48da-bcb2-613e4bc945ac" providerId="ADAL" clId="{16736750-74B4-184C-AACF-97E7E4B9FAA6}" dt="2024-08-11T12:09:33.931" v="2234" actId="478"/>
          <ac:picMkLst>
            <pc:docMk/>
            <pc:sldMk cId="2980579114" sldId="285"/>
            <ac:picMk id="5" creationId="{9D0F0297-4AB5-4797-A885-928619C7A572}"/>
          </ac:picMkLst>
        </pc:picChg>
        <pc:picChg chg="del">
          <ac:chgData name="Ronnel D. Palenzuela" userId="27216d6f-a712-48da-bcb2-613e4bc945ac" providerId="ADAL" clId="{16736750-74B4-184C-AACF-97E7E4B9FAA6}" dt="2024-08-11T12:09:35.158" v="2235" actId="478"/>
          <ac:picMkLst>
            <pc:docMk/>
            <pc:sldMk cId="2980579114" sldId="285"/>
            <ac:picMk id="6" creationId="{F1C8719A-AF10-CA25-32B8-5B12B63B6F48}"/>
          </ac:picMkLst>
        </pc:picChg>
      </pc:sldChg>
      <pc:sldChg chg="addSp delSp modSp add mod modNotesTx">
        <pc:chgData name="Ronnel D. Palenzuela" userId="27216d6f-a712-48da-bcb2-613e4bc945ac" providerId="ADAL" clId="{16736750-74B4-184C-AACF-97E7E4B9FAA6}" dt="2024-08-11T12:25:18.008" v="2520" actId="1076"/>
        <pc:sldMkLst>
          <pc:docMk/>
          <pc:sldMk cId="1581186720" sldId="286"/>
        </pc:sldMkLst>
        <pc:spChg chg="mod">
          <ac:chgData name="Ronnel D. Palenzuela" userId="27216d6f-a712-48da-bcb2-613e4bc945ac" providerId="ADAL" clId="{16736750-74B4-184C-AACF-97E7E4B9FAA6}" dt="2024-08-11T12:25:16.630" v="2519" actId="1076"/>
          <ac:spMkLst>
            <pc:docMk/>
            <pc:sldMk cId="1581186720" sldId="286"/>
            <ac:spMk id="3" creationId="{F9E9654B-D8E5-22CA-371A-57FADD13842B}"/>
          </ac:spMkLst>
        </pc:spChg>
        <pc:spChg chg="add mod">
          <ac:chgData name="Ronnel D. Palenzuela" userId="27216d6f-a712-48da-bcb2-613e4bc945ac" providerId="ADAL" clId="{16736750-74B4-184C-AACF-97E7E4B9FAA6}" dt="2024-08-11T12:25:18.008" v="2520" actId="1076"/>
          <ac:spMkLst>
            <pc:docMk/>
            <pc:sldMk cId="1581186720" sldId="286"/>
            <ac:spMk id="5" creationId="{63E79591-2F27-370E-329D-A0B622A8CFA5}"/>
          </ac:spMkLst>
        </pc:spChg>
        <pc:spChg chg="add mod">
          <ac:chgData name="Ronnel D. Palenzuela" userId="27216d6f-a712-48da-bcb2-613e4bc945ac" providerId="ADAL" clId="{16736750-74B4-184C-AACF-97E7E4B9FAA6}" dt="2024-08-11T12:22:19.024" v="2454"/>
          <ac:spMkLst>
            <pc:docMk/>
            <pc:sldMk cId="1581186720" sldId="286"/>
            <ac:spMk id="6" creationId="{8E044E04-0B5A-32C0-8EEE-D905F6C6381E}"/>
          </ac:spMkLst>
        </pc:spChg>
        <pc:spChg chg="add mod">
          <ac:chgData name="Ronnel D. Palenzuela" userId="27216d6f-a712-48da-bcb2-613e4bc945ac" providerId="ADAL" clId="{16736750-74B4-184C-AACF-97E7E4B9FAA6}" dt="2024-08-11T12:22:33.783" v="2457" actId="767"/>
          <ac:spMkLst>
            <pc:docMk/>
            <pc:sldMk cId="1581186720" sldId="286"/>
            <ac:spMk id="7" creationId="{75AD83E7-4E98-C144-0CA8-1D34A9078DFC}"/>
          </ac:spMkLst>
        </pc:spChg>
        <pc:spChg chg="add del">
          <ac:chgData name="Ronnel D. Palenzuela" userId="27216d6f-a712-48da-bcb2-613e4bc945ac" providerId="ADAL" clId="{16736750-74B4-184C-AACF-97E7E4B9FAA6}" dt="2024-08-11T12:24:47.787" v="2511" actId="22"/>
          <ac:spMkLst>
            <pc:docMk/>
            <pc:sldMk cId="1581186720" sldId="286"/>
            <ac:spMk id="9" creationId="{5AFEA3DF-0E3B-7218-22F8-B412FEC8C03F}"/>
          </ac:spMkLst>
        </pc:spChg>
        <pc:picChg chg="del">
          <ac:chgData name="Ronnel D. Palenzuela" userId="27216d6f-a712-48da-bcb2-613e4bc945ac" providerId="ADAL" clId="{16736750-74B4-184C-AACF-97E7E4B9FAA6}" dt="2024-08-11T12:15:21.761" v="2282" actId="478"/>
          <ac:picMkLst>
            <pc:docMk/>
            <pc:sldMk cId="1581186720" sldId="286"/>
            <ac:picMk id="4" creationId="{74248AEE-FABF-0F2A-B1B2-1777799F48BD}"/>
          </ac:picMkLst>
        </pc:picChg>
      </pc:sldChg>
      <pc:sldChg chg="addSp delSp modSp add mod modNotesTx">
        <pc:chgData name="Ronnel D. Palenzuela" userId="27216d6f-a712-48da-bcb2-613e4bc945ac" providerId="ADAL" clId="{16736750-74B4-184C-AACF-97E7E4B9FAA6}" dt="2024-08-11T12:32:58.139" v="2586"/>
        <pc:sldMkLst>
          <pc:docMk/>
          <pc:sldMk cId="4278137860" sldId="287"/>
        </pc:sldMkLst>
        <pc:spChg chg="mod">
          <ac:chgData name="Ronnel D. Palenzuela" userId="27216d6f-a712-48da-bcb2-613e4bc945ac" providerId="ADAL" clId="{16736750-74B4-184C-AACF-97E7E4B9FAA6}" dt="2024-08-11T12:26:17.544" v="2548"/>
          <ac:spMkLst>
            <pc:docMk/>
            <pc:sldMk cId="4278137860" sldId="287"/>
            <ac:spMk id="2" creationId="{1FD87645-D8E6-23DE-A822-448BF1054783}"/>
          </ac:spMkLst>
        </pc:spChg>
        <pc:spChg chg="mod">
          <ac:chgData name="Ronnel D. Palenzuela" userId="27216d6f-a712-48da-bcb2-613e4bc945ac" providerId="ADAL" clId="{16736750-74B4-184C-AACF-97E7E4B9FAA6}" dt="2024-08-11T12:27:02.548" v="2568"/>
          <ac:spMkLst>
            <pc:docMk/>
            <pc:sldMk cId="4278137860" sldId="287"/>
            <ac:spMk id="3" creationId="{F9E9654B-D8E5-22CA-371A-57FADD13842B}"/>
          </ac:spMkLst>
        </pc:spChg>
        <pc:spChg chg="del">
          <ac:chgData name="Ronnel D. Palenzuela" userId="27216d6f-a712-48da-bcb2-613e4bc945ac" providerId="ADAL" clId="{16736750-74B4-184C-AACF-97E7E4B9FAA6}" dt="2024-08-11T12:26:19.941" v="2549" actId="478"/>
          <ac:spMkLst>
            <pc:docMk/>
            <pc:sldMk cId="4278137860" sldId="287"/>
            <ac:spMk id="5" creationId="{63E79591-2F27-370E-329D-A0B622A8CFA5}"/>
          </ac:spMkLst>
        </pc:spChg>
        <pc:picChg chg="add mod">
          <ac:chgData name="Ronnel D. Palenzuela" userId="27216d6f-a712-48da-bcb2-613e4bc945ac" providerId="ADAL" clId="{16736750-74B4-184C-AACF-97E7E4B9FAA6}" dt="2024-08-11T12:30:03.374" v="2578" actId="1076"/>
          <ac:picMkLst>
            <pc:docMk/>
            <pc:sldMk cId="4278137860" sldId="287"/>
            <ac:picMk id="4" creationId="{C94F73C7-EE3C-5039-6716-AA5F092B56AC}"/>
          </ac:picMkLst>
        </pc:picChg>
        <pc:picChg chg="add mod">
          <ac:chgData name="Ronnel D. Palenzuela" userId="27216d6f-a712-48da-bcb2-613e4bc945ac" providerId="ADAL" clId="{16736750-74B4-184C-AACF-97E7E4B9FAA6}" dt="2024-08-11T12:30:04.674" v="2579" actId="1076"/>
          <ac:picMkLst>
            <pc:docMk/>
            <pc:sldMk cId="4278137860" sldId="287"/>
            <ac:picMk id="6" creationId="{7982849D-C7FF-134E-B589-F96BF9176D03}"/>
          </ac:picMkLst>
        </pc:picChg>
      </pc:sldChg>
      <pc:sldChg chg="delSp modSp add mod">
        <pc:chgData name="Ronnel D. Palenzuela" userId="27216d6f-a712-48da-bcb2-613e4bc945ac" providerId="ADAL" clId="{16736750-74B4-184C-AACF-97E7E4B9FAA6}" dt="2024-08-12T02:16:02.449" v="3153" actId="20577"/>
        <pc:sldMkLst>
          <pc:docMk/>
          <pc:sldMk cId="3972629357" sldId="288"/>
        </pc:sldMkLst>
        <pc:spChg chg="mod">
          <ac:chgData name="Ronnel D. Palenzuela" userId="27216d6f-a712-48da-bcb2-613e4bc945ac" providerId="ADAL" clId="{16736750-74B4-184C-AACF-97E7E4B9FAA6}" dt="2024-08-12T02:16:02.449" v="3153" actId="20577"/>
          <ac:spMkLst>
            <pc:docMk/>
            <pc:sldMk cId="3972629357" sldId="288"/>
            <ac:spMk id="2" creationId="{1FD87645-D8E6-23DE-A822-448BF1054783}"/>
          </ac:spMkLst>
        </pc:spChg>
        <pc:spChg chg="mod">
          <ac:chgData name="Ronnel D. Palenzuela" userId="27216d6f-a712-48da-bcb2-613e4bc945ac" providerId="ADAL" clId="{16736750-74B4-184C-AACF-97E7E4B9FAA6}" dt="2024-08-12T02:11:51.983" v="3029" actId="207"/>
          <ac:spMkLst>
            <pc:docMk/>
            <pc:sldMk cId="3972629357" sldId="288"/>
            <ac:spMk id="3" creationId="{F9E9654B-D8E5-22CA-371A-57FADD13842B}"/>
          </ac:spMkLst>
        </pc:spChg>
        <pc:picChg chg="del">
          <ac:chgData name="Ronnel D. Palenzuela" userId="27216d6f-a712-48da-bcb2-613e4bc945ac" providerId="ADAL" clId="{16736750-74B4-184C-AACF-97E7E4B9FAA6}" dt="2024-08-12T01:08:18.288" v="2654" actId="478"/>
          <ac:picMkLst>
            <pc:docMk/>
            <pc:sldMk cId="3972629357" sldId="288"/>
            <ac:picMk id="4" creationId="{C94F73C7-EE3C-5039-6716-AA5F092B56AC}"/>
          </ac:picMkLst>
        </pc:picChg>
        <pc:picChg chg="del">
          <ac:chgData name="Ronnel D. Palenzuela" userId="27216d6f-a712-48da-bcb2-613e4bc945ac" providerId="ADAL" clId="{16736750-74B4-184C-AACF-97E7E4B9FAA6}" dt="2024-08-12T01:08:18.480" v="2655" actId="478"/>
          <ac:picMkLst>
            <pc:docMk/>
            <pc:sldMk cId="3972629357" sldId="288"/>
            <ac:picMk id="6" creationId="{7982849D-C7FF-134E-B589-F96BF9176D03}"/>
          </ac:picMkLst>
        </pc:picChg>
      </pc:sldChg>
      <pc:sldChg chg="modSp add mod">
        <pc:chgData name="Ronnel D. Palenzuela" userId="27216d6f-a712-48da-bcb2-613e4bc945ac" providerId="ADAL" clId="{16736750-74B4-184C-AACF-97E7E4B9FAA6}" dt="2024-08-12T02:22:03.220" v="3182" actId="11"/>
        <pc:sldMkLst>
          <pc:docMk/>
          <pc:sldMk cId="2990164252" sldId="289"/>
        </pc:sldMkLst>
        <pc:spChg chg="mod">
          <ac:chgData name="Ronnel D. Palenzuela" userId="27216d6f-a712-48da-bcb2-613e4bc945ac" providerId="ADAL" clId="{16736750-74B4-184C-AACF-97E7E4B9FAA6}" dt="2024-08-12T02:16:06.498" v="3154" actId="20577"/>
          <ac:spMkLst>
            <pc:docMk/>
            <pc:sldMk cId="2990164252" sldId="289"/>
            <ac:spMk id="2" creationId="{1FD87645-D8E6-23DE-A822-448BF1054783}"/>
          </ac:spMkLst>
        </pc:spChg>
        <pc:spChg chg="mod">
          <ac:chgData name="Ronnel D. Palenzuela" userId="27216d6f-a712-48da-bcb2-613e4bc945ac" providerId="ADAL" clId="{16736750-74B4-184C-AACF-97E7E4B9FAA6}" dt="2024-08-12T02:22:03.220" v="3182" actId="11"/>
          <ac:spMkLst>
            <pc:docMk/>
            <pc:sldMk cId="2990164252" sldId="289"/>
            <ac:spMk id="3" creationId="{F9E9654B-D8E5-22CA-371A-57FADD13842B}"/>
          </ac:spMkLst>
        </pc:spChg>
      </pc:sldChg>
      <pc:sldChg chg="modSp add mod">
        <pc:chgData name="Ronnel D. Palenzuela" userId="27216d6f-a712-48da-bcb2-613e4bc945ac" providerId="ADAL" clId="{16736750-74B4-184C-AACF-97E7E4B9FAA6}" dt="2024-08-13T03:37:12.131" v="3508" actId="207"/>
        <pc:sldMkLst>
          <pc:docMk/>
          <pc:sldMk cId="1111498698" sldId="290"/>
        </pc:sldMkLst>
        <pc:spChg chg="mod">
          <ac:chgData name="Ronnel D. Palenzuela" userId="27216d6f-a712-48da-bcb2-613e4bc945ac" providerId="ADAL" clId="{16736750-74B4-184C-AACF-97E7E4B9FAA6}" dt="2024-08-13T03:27:17.210" v="3359" actId="20577"/>
          <ac:spMkLst>
            <pc:docMk/>
            <pc:sldMk cId="1111498698" sldId="290"/>
            <ac:spMk id="2" creationId="{1FD87645-D8E6-23DE-A822-448BF1054783}"/>
          </ac:spMkLst>
        </pc:spChg>
        <pc:spChg chg="mod">
          <ac:chgData name="Ronnel D. Palenzuela" userId="27216d6f-a712-48da-bcb2-613e4bc945ac" providerId="ADAL" clId="{16736750-74B4-184C-AACF-97E7E4B9FAA6}" dt="2024-08-13T03:37:12.131" v="3508" actId="207"/>
          <ac:spMkLst>
            <pc:docMk/>
            <pc:sldMk cId="1111498698" sldId="290"/>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927110459" sldId="290"/>
        </pc:sldMkLst>
        <pc:spChg chg="mod">
          <ac:chgData name="Ronnel D. Palenzuela" userId="27216d6f-a712-48da-bcb2-613e4bc945ac" providerId="ADAL" clId="{16736750-74B4-184C-AACF-97E7E4B9FAA6}" dt="2024-08-12T02:17:40.195" v="3179" actId="20577"/>
          <ac:spMkLst>
            <pc:docMk/>
            <pc:sldMk cId="1927110459" sldId="290"/>
            <ac:spMk id="2" creationId="{1FD87645-D8E6-23DE-A822-448BF1054783}"/>
          </ac:spMkLst>
        </pc:spChg>
        <pc:spChg chg="mod">
          <ac:chgData name="Ronnel D. Palenzuela" userId="27216d6f-a712-48da-bcb2-613e4bc945ac" providerId="ADAL" clId="{16736750-74B4-184C-AACF-97E7E4B9FAA6}" dt="2024-08-12T02:25:46.161" v="3276" actId="20577"/>
          <ac:spMkLst>
            <pc:docMk/>
            <pc:sldMk cId="1927110459" sldId="290"/>
            <ac:spMk id="3" creationId="{F9E9654B-D8E5-22CA-371A-57FADD13842B}"/>
          </ac:spMkLst>
        </pc:spChg>
      </pc:sldChg>
      <pc:sldChg chg="modSp add mod ord">
        <pc:chgData name="Ronnel D. Palenzuela" userId="27216d6f-a712-48da-bcb2-613e4bc945ac" providerId="ADAL" clId="{16736750-74B4-184C-AACF-97E7E4B9FAA6}" dt="2024-08-13T03:34:24.591" v="3466" actId="207"/>
        <pc:sldMkLst>
          <pc:docMk/>
          <pc:sldMk cId="815011119" sldId="291"/>
        </pc:sldMkLst>
        <pc:spChg chg="mod">
          <ac:chgData name="Ronnel D. Palenzuela" userId="27216d6f-a712-48da-bcb2-613e4bc945ac" providerId="ADAL" clId="{16736750-74B4-184C-AACF-97E7E4B9FAA6}" dt="2024-08-13T03:34:24.591" v="3466" actId="207"/>
          <ac:spMkLst>
            <pc:docMk/>
            <pc:sldMk cId="815011119" sldId="291"/>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781441069" sldId="291"/>
        </pc:sldMkLst>
        <pc:spChg chg="mod">
          <ac:chgData name="Ronnel D. Palenzuela" userId="27216d6f-a712-48da-bcb2-613e4bc945ac" providerId="ADAL" clId="{16736750-74B4-184C-AACF-97E7E4B9FAA6}" dt="2024-08-12T02:28:06.903" v="3321" actId="11"/>
          <ac:spMkLst>
            <pc:docMk/>
            <pc:sldMk cId="1781441069" sldId="291"/>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765234647" sldId="292"/>
        </pc:sldMkLst>
        <pc:spChg chg="mod">
          <ac:chgData name="Ronnel D. Palenzuela" userId="27216d6f-a712-48da-bcb2-613e4bc945ac" providerId="ADAL" clId="{16736750-74B4-184C-AACF-97E7E4B9FAA6}" dt="2024-08-12T02:28:26.710" v="3324" actId="403"/>
          <ac:spMkLst>
            <pc:docMk/>
            <pc:sldMk cId="1765234647" sldId="292"/>
            <ac:spMk id="3" creationId="{F9E9654B-D8E5-22CA-371A-57FADD13842B}"/>
          </ac:spMkLst>
        </pc:spChg>
      </pc:sldChg>
      <pc:sldMasterChg chg="modSldLayout">
        <pc:chgData name="Ronnel D. Palenzuela" userId="27216d6f-a712-48da-bcb2-613e4bc945ac" providerId="ADAL" clId="{16736750-74B4-184C-AACF-97E7E4B9FAA6}" dt="2024-08-11T07:03:06.010" v="731" actId="20577"/>
        <pc:sldMasterMkLst>
          <pc:docMk/>
          <pc:sldMasterMk cId="651270159" sldId="2147483648"/>
        </pc:sldMasterMkLst>
        <pc:sldLayoutChg chg="modSp mod">
          <pc:chgData name="Ronnel D. Palenzuela" userId="27216d6f-a712-48da-bcb2-613e4bc945ac" providerId="ADAL" clId="{16736750-74B4-184C-AACF-97E7E4B9FAA6}" dt="2024-08-11T07:03:06.010" v="731" actId="20577"/>
          <pc:sldLayoutMkLst>
            <pc:docMk/>
            <pc:sldMasterMk cId="651270159" sldId="2147483648"/>
            <pc:sldLayoutMk cId="2921653432" sldId="2147483649"/>
          </pc:sldLayoutMkLst>
          <pc:spChg chg="mod">
            <ac:chgData name="Ronnel D. Palenzuela" userId="27216d6f-a712-48da-bcb2-613e4bc945ac" providerId="ADAL" clId="{16736750-74B4-184C-AACF-97E7E4B9FAA6}" dt="2024-08-11T07:03:06.010" v="731" actId="20577"/>
            <ac:spMkLst>
              <pc:docMk/>
              <pc:sldMasterMk cId="651270159" sldId="2147483648"/>
              <pc:sldLayoutMk cId="2921653432" sldId="2147483649"/>
              <ac:spMk id="5" creationId="{3794B7A0-4232-A0AC-7E3A-3BF632F0C83D}"/>
            </ac:spMkLst>
          </pc:spChg>
        </pc:sldLayoutChg>
      </pc:sldMasterChg>
    </pc:docChg>
  </pc:docChgLst>
  <pc:docChgLst>
    <pc:chgData name="Ronnel D. Palenzuela" userId="27216d6f-a712-48da-bcb2-613e4bc945ac" providerId="ADAL" clId="{16FF8E01-DE24-0F4F-A559-943D670B7764}"/>
    <pc:docChg chg="undo custSel addSld delSld modSld sldOrd modMainMaster">
      <pc:chgData name="Ronnel D. Palenzuela" userId="27216d6f-a712-48da-bcb2-613e4bc945ac" providerId="ADAL" clId="{16FF8E01-DE24-0F4F-A559-943D670B7764}" dt="2024-08-15T06:12:31.924" v="2533" actId="729"/>
      <pc:docMkLst>
        <pc:docMk/>
      </pc:docMkLst>
      <pc:sldChg chg="modSp mod">
        <pc:chgData name="Ronnel D. Palenzuela" userId="27216d6f-a712-48da-bcb2-613e4bc945ac" providerId="ADAL" clId="{16FF8E01-DE24-0F4F-A559-943D670B7764}" dt="2024-08-14T16:09:01.930" v="1419" actId="20577"/>
        <pc:sldMkLst>
          <pc:docMk/>
          <pc:sldMk cId="3455369248" sldId="257"/>
        </pc:sldMkLst>
        <pc:spChg chg="mod">
          <ac:chgData name="Ronnel D. Palenzuela" userId="27216d6f-a712-48da-bcb2-613e4bc945ac" providerId="ADAL" clId="{16FF8E01-DE24-0F4F-A559-943D670B7764}" dt="2024-08-14T16:08:42.416" v="1364" actId="14100"/>
          <ac:spMkLst>
            <pc:docMk/>
            <pc:sldMk cId="3455369248" sldId="257"/>
            <ac:spMk id="2" creationId="{4B9DC0FD-E73C-26A6-891F-61B461076958}"/>
          </ac:spMkLst>
        </pc:spChg>
        <pc:spChg chg="mod">
          <ac:chgData name="Ronnel D. Palenzuela" userId="27216d6f-a712-48da-bcb2-613e4bc945ac" providerId="ADAL" clId="{16FF8E01-DE24-0F4F-A559-943D670B7764}" dt="2024-08-14T16:09:01.930" v="1419" actId="20577"/>
          <ac:spMkLst>
            <pc:docMk/>
            <pc:sldMk cId="3455369248" sldId="257"/>
            <ac:spMk id="3" creationId="{55CA8846-F5F9-9E2F-7E86-4EDFA1AEFED2}"/>
          </ac:spMkLst>
        </pc:spChg>
      </pc:sldChg>
      <pc:sldChg chg="add del">
        <pc:chgData name="Ronnel D. Palenzuela" userId="27216d6f-a712-48da-bcb2-613e4bc945ac" providerId="ADAL" clId="{16FF8E01-DE24-0F4F-A559-943D670B7764}" dt="2024-08-14T04:37:36.180" v="138" actId="2696"/>
        <pc:sldMkLst>
          <pc:docMk/>
          <pc:sldMk cId="3256538018" sldId="259"/>
        </pc:sldMkLst>
      </pc:sldChg>
      <pc:sldChg chg="modSp mod modNotesTx">
        <pc:chgData name="Ronnel D. Palenzuela" userId="27216d6f-a712-48da-bcb2-613e4bc945ac" providerId="ADAL" clId="{16FF8E01-DE24-0F4F-A559-943D670B7764}" dt="2024-08-14T16:25:10.072" v="1665" actId="20577"/>
        <pc:sldMkLst>
          <pc:docMk/>
          <pc:sldMk cId="3611571112" sldId="263"/>
        </pc:sldMkLst>
        <pc:spChg chg="mod">
          <ac:chgData name="Ronnel D. Palenzuela" userId="27216d6f-a712-48da-bcb2-613e4bc945ac" providerId="ADAL" clId="{16FF8E01-DE24-0F4F-A559-943D670B7764}" dt="2024-08-14T16:09:37.186" v="1435" actId="1076"/>
          <ac:spMkLst>
            <pc:docMk/>
            <pc:sldMk cId="3611571112" sldId="263"/>
            <ac:spMk id="2" creationId="{4B9DC0FD-E73C-26A6-891F-61B461076958}"/>
          </ac:spMkLst>
        </pc:spChg>
      </pc:sldChg>
      <pc:sldChg chg="modSp mod">
        <pc:chgData name="Ronnel D. Palenzuela" userId="27216d6f-a712-48da-bcb2-613e4bc945ac" providerId="ADAL" clId="{16FF8E01-DE24-0F4F-A559-943D670B7764}" dt="2024-08-14T15:58:28.162" v="1311" actId="207"/>
        <pc:sldMkLst>
          <pc:docMk/>
          <pc:sldMk cId="261940385" sldId="264"/>
        </pc:sldMkLst>
        <pc:spChg chg="mod">
          <ac:chgData name="Ronnel D. Palenzuela" userId="27216d6f-a712-48da-bcb2-613e4bc945ac" providerId="ADAL" clId="{16FF8E01-DE24-0F4F-A559-943D670B7764}" dt="2024-08-14T15:58:28.162" v="1311" actId="207"/>
          <ac:spMkLst>
            <pc:docMk/>
            <pc:sldMk cId="261940385" sldId="264"/>
            <ac:spMk id="3" creationId="{A8B75234-3FB1-B597-DF46-CD5827D3C5AF}"/>
          </ac:spMkLst>
        </pc:spChg>
      </pc:sldChg>
      <pc:sldChg chg="add del">
        <pc:chgData name="Ronnel D. Palenzuela" userId="27216d6f-a712-48da-bcb2-613e4bc945ac" providerId="ADAL" clId="{16FF8E01-DE24-0F4F-A559-943D670B7764}" dt="2024-08-14T04:37:31.309" v="136" actId="2890"/>
        <pc:sldMkLst>
          <pc:docMk/>
          <pc:sldMk cId="393610469" sldId="265"/>
        </pc:sldMkLst>
      </pc:sldChg>
      <pc:sldChg chg="addSp delSp modSp add del mod ord modShow modNotesTx">
        <pc:chgData name="Ronnel D. Palenzuela" userId="27216d6f-a712-48da-bcb2-613e4bc945ac" providerId="ADAL" clId="{16FF8E01-DE24-0F4F-A559-943D670B7764}" dt="2024-08-15T06:12:31.924" v="2533" actId="729"/>
        <pc:sldMkLst>
          <pc:docMk/>
          <pc:sldMk cId="538568147" sldId="265"/>
        </pc:sldMkLst>
        <pc:spChg chg="mod">
          <ac:chgData name="Ronnel D. Palenzuela" userId="27216d6f-a712-48da-bcb2-613e4bc945ac" providerId="ADAL" clId="{16FF8E01-DE24-0F4F-A559-943D670B7764}" dt="2024-08-14T14:55:35.293" v="832" actId="20577"/>
          <ac:spMkLst>
            <pc:docMk/>
            <pc:sldMk cId="538568147" sldId="265"/>
            <ac:spMk id="2" creationId="{1FD87645-D8E6-23DE-A822-448BF1054783}"/>
          </ac:spMkLst>
        </pc:spChg>
        <pc:spChg chg="mod">
          <ac:chgData name="Ronnel D. Palenzuela" userId="27216d6f-a712-48da-bcb2-613e4bc945ac" providerId="ADAL" clId="{16FF8E01-DE24-0F4F-A559-943D670B7764}" dt="2024-08-14T13:46:58.170" v="402" actId="113"/>
          <ac:spMkLst>
            <pc:docMk/>
            <pc:sldMk cId="538568147" sldId="265"/>
            <ac:spMk id="3" creationId="{F9E9654B-D8E5-22CA-371A-57FADD13842B}"/>
          </ac:spMkLst>
        </pc:spChg>
        <pc:picChg chg="add mod">
          <ac:chgData name="Ronnel D. Palenzuela" userId="27216d6f-a712-48da-bcb2-613e4bc945ac" providerId="ADAL" clId="{16FF8E01-DE24-0F4F-A559-943D670B7764}" dt="2024-08-14T14:08:52.904" v="652" actId="1076"/>
          <ac:picMkLst>
            <pc:docMk/>
            <pc:sldMk cId="538568147" sldId="265"/>
            <ac:picMk id="5" creationId="{70008023-F501-145C-0B44-5194C048510F}"/>
          </ac:picMkLst>
        </pc:picChg>
        <pc:picChg chg="add mod">
          <ac:chgData name="Ronnel D. Palenzuela" userId="27216d6f-a712-48da-bcb2-613e4bc945ac" providerId="ADAL" clId="{16FF8E01-DE24-0F4F-A559-943D670B7764}" dt="2024-08-14T14:08:59.711" v="656" actId="1076"/>
          <ac:picMkLst>
            <pc:docMk/>
            <pc:sldMk cId="538568147" sldId="265"/>
            <ac:picMk id="6" creationId="{24353777-D960-C968-46B2-C9D39EBD397E}"/>
          </ac:picMkLst>
        </pc:picChg>
        <pc:picChg chg="del">
          <ac:chgData name="Ronnel D. Palenzuela" userId="27216d6f-a712-48da-bcb2-613e4bc945ac" providerId="ADAL" clId="{16FF8E01-DE24-0F4F-A559-943D670B7764}" dt="2024-08-14T13:36:35.785" v="186" actId="478"/>
          <ac:picMkLst>
            <pc:docMk/>
            <pc:sldMk cId="538568147" sldId="265"/>
            <ac:picMk id="6" creationId="{E6F66661-8045-D9A5-7A22-9C32CFDC9130}"/>
          </ac:picMkLst>
        </pc:picChg>
        <pc:picChg chg="del">
          <ac:chgData name="Ronnel D. Palenzuela" userId="27216d6f-a712-48da-bcb2-613e4bc945ac" providerId="ADAL" clId="{16FF8E01-DE24-0F4F-A559-943D670B7764}" dt="2024-08-14T13:36:36.302" v="188" actId="478"/>
          <ac:picMkLst>
            <pc:docMk/>
            <pc:sldMk cId="538568147" sldId="265"/>
            <ac:picMk id="7" creationId="{034B6557-36A5-121F-76C7-3EA4B37D7CFA}"/>
          </ac:picMkLst>
        </pc:picChg>
        <pc:picChg chg="del">
          <ac:chgData name="Ronnel D. Palenzuela" userId="27216d6f-a712-48da-bcb2-613e4bc945ac" providerId="ADAL" clId="{16FF8E01-DE24-0F4F-A559-943D670B7764}" dt="2024-08-14T13:36:36.076" v="187" actId="478"/>
          <ac:picMkLst>
            <pc:docMk/>
            <pc:sldMk cId="538568147" sldId="265"/>
            <ac:picMk id="8" creationId="{1FB21C6D-D0A1-8AEB-319B-0296807954C0}"/>
          </ac:picMkLst>
        </pc:picChg>
        <pc:picChg chg="del">
          <ac:chgData name="Ronnel D. Palenzuela" userId="27216d6f-a712-48da-bcb2-613e4bc945ac" providerId="ADAL" clId="{16FF8E01-DE24-0F4F-A559-943D670B7764}" dt="2024-08-14T13:36:36.597" v="189" actId="478"/>
          <ac:picMkLst>
            <pc:docMk/>
            <pc:sldMk cId="538568147" sldId="265"/>
            <ac:picMk id="10" creationId="{DA4EB7EF-513D-C40D-5DC5-6B39809CDC00}"/>
          </ac:picMkLst>
        </pc:picChg>
      </pc:sldChg>
      <pc:sldChg chg="addSp delSp modSp add mod modShow modNotesTx">
        <pc:chgData name="Ronnel D. Palenzuela" userId="27216d6f-a712-48da-bcb2-613e4bc945ac" providerId="ADAL" clId="{16FF8E01-DE24-0F4F-A559-943D670B7764}" dt="2024-08-15T06:12:31.924" v="2533" actId="729"/>
        <pc:sldMkLst>
          <pc:docMk/>
          <pc:sldMk cId="1782960047" sldId="266"/>
        </pc:sldMkLst>
        <pc:spChg chg="mod">
          <ac:chgData name="Ronnel D. Palenzuela" userId="27216d6f-a712-48da-bcb2-613e4bc945ac" providerId="ADAL" clId="{16FF8E01-DE24-0F4F-A559-943D670B7764}" dt="2024-08-14T13:45:50.997" v="383" actId="20577"/>
          <ac:spMkLst>
            <pc:docMk/>
            <pc:sldMk cId="1782960047" sldId="266"/>
            <ac:spMk id="2" creationId="{1FD87645-D8E6-23DE-A822-448BF1054783}"/>
          </ac:spMkLst>
        </pc:spChg>
        <pc:spChg chg="mod">
          <ac:chgData name="Ronnel D. Palenzuela" userId="27216d6f-a712-48da-bcb2-613e4bc945ac" providerId="ADAL" clId="{16FF8E01-DE24-0F4F-A559-943D670B7764}" dt="2024-08-14T13:52:01.538" v="473" actId="207"/>
          <ac:spMkLst>
            <pc:docMk/>
            <pc:sldMk cId="1782960047" sldId="266"/>
            <ac:spMk id="3" creationId="{F9E9654B-D8E5-22CA-371A-57FADD13842B}"/>
          </ac:spMkLst>
        </pc:spChg>
        <pc:spChg chg="add mod">
          <ac:chgData name="Ronnel D. Palenzuela" userId="27216d6f-a712-48da-bcb2-613e4bc945ac" providerId="ADAL" clId="{16FF8E01-DE24-0F4F-A559-943D670B7764}" dt="2024-08-14T13:54:36.838" v="483" actId="1076"/>
          <ac:spMkLst>
            <pc:docMk/>
            <pc:sldMk cId="1782960047" sldId="266"/>
            <ac:spMk id="6" creationId="{D96DF1EF-8473-896F-2BBC-6D1558971D10}"/>
          </ac:spMkLst>
        </pc:spChg>
        <pc:picChg chg="del">
          <ac:chgData name="Ronnel D. Palenzuela" userId="27216d6f-a712-48da-bcb2-613e4bc945ac" providerId="ADAL" clId="{16FF8E01-DE24-0F4F-A559-943D670B7764}" dt="2024-08-14T13:45:55.174" v="384" actId="478"/>
          <ac:picMkLst>
            <pc:docMk/>
            <pc:sldMk cId="1782960047" sldId="266"/>
            <ac:picMk id="5" creationId="{70008023-F501-145C-0B44-5194C048510F}"/>
          </ac:picMkLst>
        </pc:picChg>
      </pc:sldChg>
      <pc:sldChg chg="add del">
        <pc:chgData name="Ronnel D. Palenzuela" userId="27216d6f-a712-48da-bcb2-613e4bc945ac" providerId="ADAL" clId="{16FF8E01-DE24-0F4F-A559-943D670B7764}" dt="2024-08-14T04:37:36.180" v="138" actId="2696"/>
        <pc:sldMkLst>
          <pc:docMk/>
          <pc:sldMk cId="3029220167" sldId="266"/>
        </pc:sldMkLst>
      </pc:sldChg>
      <pc:sldChg chg="modSp add mod modShow modNotesTx">
        <pc:chgData name="Ronnel D. Palenzuela" userId="27216d6f-a712-48da-bcb2-613e4bc945ac" providerId="ADAL" clId="{16FF8E01-DE24-0F4F-A559-943D670B7764}" dt="2024-08-15T06:12:31.924" v="2533" actId="729"/>
        <pc:sldMkLst>
          <pc:docMk/>
          <pc:sldMk cId="2149631211" sldId="267"/>
        </pc:sldMkLst>
        <pc:spChg chg="mod">
          <ac:chgData name="Ronnel D. Palenzuela" userId="27216d6f-a712-48da-bcb2-613e4bc945ac" providerId="ADAL" clId="{16FF8E01-DE24-0F4F-A559-943D670B7764}" dt="2024-08-14T15:58:59.103" v="1314" actId="11"/>
          <ac:spMkLst>
            <pc:docMk/>
            <pc:sldMk cId="2149631211" sldId="267"/>
            <ac:spMk id="3" creationId="{F9E9654B-D8E5-22CA-371A-57FADD13842B}"/>
          </ac:spMkLst>
        </pc:spChg>
      </pc:sldChg>
      <pc:sldChg chg="add del">
        <pc:chgData name="Ronnel D. Palenzuela" userId="27216d6f-a712-48da-bcb2-613e4bc945ac" providerId="ADAL" clId="{16FF8E01-DE24-0F4F-A559-943D670B7764}" dt="2024-08-14T13:54:04.562" v="479" actId="2696"/>
        <pc:sldMkLst>
          <pc:docMk/>
          <pc:sldMk cId="2717857131" sldId="267"/>
        </pc:sldMkLst>
      </pc:sldChg>
      <pc:sldChg chg="add del">
        <pc:chgData name="Ronnel D. Palenzuela" userId="27216d6f-a712-48da-bcb2-613e4bc945ac" providerId="ADAL" clId="{16FF8E01-DE24-0F4F-A559-943D670B7764}" dt="2024-08-14T04:37:36.180" v="138" actId="2696"/>
        <pc:sldMkLst>
          <pc:docMk/>
          <pc:sldMk cId="3285671655" sldId="267"/>
        </pc:sldMkLst>
      </pc:sldChg>
      <pc:sldChg chg="add del">
        <pc:chgData name="Ronnel D. Palenzuela" userId="27216d6f-a712-48da-bcb2-613e4bc945ac" providerId="ADAL" clId="{16FF8E01-DE24-0F4F-A559-943D670B7764}" dt="2024-08-14T13:54:30.391" v="482" actId="2696"/>
        <pc:sldMkLst>
          <pc:docMk/>
          <pc:sldMk cId="3367849497" sldId="267"/>
        </pc:sldMkLst>
      </pc:sldChg>
      <pc:sldChg chg="modSp add mod modShow modNotesTx">
        <pc:chgData name="Ronnel D. Palenzuela" userId="27216d6f-a712-48da-bcb2-613e4bc945ac" providerId="ADAL" clId="{16FF8E01-DE24-0F4F-A559-943D670B7764}" dt="2024-08-15T06:12:31.924" v="2533" actId="729"/>
        <pc:sldMkLst>
          <pc:docMk/>
          <pc:sldMk cId="155138258" sldId="268"/>
        </pc:sldMkLst>
        <pc:spChg chg="mod">
          <ac:chgData name="Ronnel D. Palenzuela" userId="27216d6f-a712-48da-bcb2-613e4bc945ac" providerId="ADAL" clId="{16FF8E01-DE24-0F4F-A559-943D670B7764}" dt="2024-08-14T15:59:15.816" v="1315" actId="11"/>
          <ac:spMkLst>
            <pc:docMk/>
            <pc:sldMk cId="155138258" sldId="268"/>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1637530094" sldId="268"/>
        </pc:sldMkLst>
      </pc:sldChg>
      <pc:sldChg chg="addSp modSp add mod ord modShow modNotesTx">
        <pc:chgData name="Ronnel D. Palenzuela" userId="27216d6f-a712-48da-bcb2-613e4bc945ac" providerId="ADAL" clId="{16FF8E01-DE24-0F4F-A559-943D670B7764}" dt="2024-08-15T06:12:31.924" v="2533" actId="729"/>
        <pc:sldMkLst>
          <pc:docMk/>
          <pc:sldMk cId="2831007090" sldId="269"/>
        </pc:sldMkLst>
        <pc:spChg chg="mod">
          <ac:chgData name="Ronnel D. Palenzuela" userId="27216d6f-a712-48da-bcb2-613e4bc945ac" providerId="ADAL" clId="{16FF8E01-DE24-0F4F-A559-943D670B7764}" dt="2024-08-14T14:10:47.606" v="696" actId="20577"/>
          <ac:spMkLst>
            <pc:docMk/>
            <pc:sldMk cId="2831007090" sldId="269"/>
            <ac:spMk id="2" creationId="{1FD87645-D8E6-23DE-A822-448BF1054783}"/>
          </ac:spMkLst>
        </pc:spChg>
        <pc:spChg chg="mod">
          <ac:chgData name="Ronnel D. Palenzuela" userId="27216d6f-a712-48da-bcb2-613e4bc945ac" providerId="ADAL" clId="{16FF8E01-DE24-0F4F-A559-943D670B7764}" dt="2024-08-14T14:16:06.339" v="778" actId="1076"/>
          <ac:spMkLst>
            <pc:docMk/>
            <pc:sldMk cId="2831007090" sldId="269"/>
            <ac:spMk id="3" creationId="{F9E9654B-D8E5-22CA-371A-57FADD13842B}"/>
          </ac:spMkLst>
        </pc:spChg>
        <pc:spChg chg="add mod">
          <ac:chgData name="Ronnel D. Palenzuela" userId="27216d6f-a712-48da-bcb2-613e4bc945ac" providerId="ADAL" clId="{16FF8E01-DE24-0F4F-A559-943D670B7764}" dt="2024-08-14T14:15:42.779" v="771" actId="113"/>
          <ac:spMkLst>
            <pc:docMk/>
            <pc:sldMk cId="2831007090" sldId="269"/>
            <ac:spMk id="4" creationId="{CB6DD4F9-08BE-3AF6-FDDC-AB693A0D38F1}"/>
          </ac:spMkLst>
        </pc:spChg>
      </pc:sldChg>
      <pc:sldChg chg="add del">
        <pc:chgData name="Ronnel D. Palenzuela" userId="27216d6f-a712-48da-bcb2-613e4bc945ac" providerId="ADAL" clId="{16FF8E01-DE24-0F4F-A559-943D670B7764}" dt="2024-08-14T04:37:36.180" v="138" actId="2696"/>
        <pc:sldMkLst>
          <pc:docMk/>
          <pc:sldMk cId="4018365145" sldId="269"/>
        </pc:sldMkLst>
      </pc:sldChg>
      <pc:sldChg chg="add del">
        <pc:chgData name="Ronnel D. Palenzuela" userId="27216d6f-a712-48da-bcb2-613e4bc945ac" providerId="ADAL" clId="{16FF8E01-DE24-0F4F-A559-943D670B7764}" dt="2024-08-14T04:37:36.180" v="138" actId="2696"/>
        <pc:sldMkLst>
          <pc:docMk/>
          <pc:sldMk cId="1107698705" sldId="270"/>
        </pc:sldMkLst>
      </pc:sldChg>
      <pc:sldChg chg="addSp delSp modSp add mod ord modShow modNotesTx">
        <pc:chgData name="Ronnel D. Palenzuela" userId="27216d6f-a712-48da-bcb2-613e4bc945ac" providerId="ADAL" clId="{16FF8E01-DE24-0F4F-A559-943D670B7764}" dt="2024-08-15T06:12:31.924" v="2533" actId="729"/>
        <pc:sldMkLst>
          <pc:docMk/>
          <pc:sldMk cId="2073403413" sldId="270"/>
        </pc:sldMkLst>
        <pc:spChg chg="mod">
          <ac:chgData name="Ronnel D. Palenzuela" userId="27216d6f-a712-48da-bcb2-613e4bc945ac" providerId="ADAL" clId="{16FF8E01-DE24-0F4F-A559-943D670B7764}" dt="2024-08-14T14:55:39.952" v="834" actId="20577"/>
          <ac:spMkLst>
            <pc:docMk/>
            <pc:sldMk cId="2073403413" sldId="270"/>
            <ac:spMk id="2" creationId="{1FD87645-D8E6-23DE-A822-448BF1054783}"/>
          </ac:spMkLst>
        </pc:spChg>
        <pc:spChg chg="mod">
          <ac:chgData name="Ronnel D. Palenzuela" userId="27216d6f-a712-48da-bcb2-613e4bc945ac" providerId="ADAL" clId="{16FF8E01-DE24-0F4F-A559-943D670B7764}" dt="2024-08-14T15:31:54.057" v="880" actId="207"/>
          <ac:spMkLst>
            <pc:docMk/>
            <pc:sldMk cId="2073403413" sldId="270"/>
            <ac:spMk id="3" creationId="{F9E9654B-D8E5-22CA-371A-57FADD13842B}"/>
          </ac:spMkLst>
        </pc:spChg>
        <pc:picChg chg="add del mod">
          <ac:chgData name="Ronnel D. Palenzuela" userId="27216d6f-a712-48da-bcb2-613e4bc945ac" providerId="ADAL" clId="{16FF8E01-DE24-0F4F-A559-943D670B7764}" dt="2024-08-14T15:09:23.422" v="836" actId="478"/>
          <ac:picMkLst>
            <pc:docMk/>
            <pc:sldMk cId="2073403413" sldId="270"/>
            <ac:picMk id="4" creationId="{369191B6-2A1C-3113-9BFD-747A4657F8D7}"/>
          </ac:picMkLst>
        </pc:picChg>
        <pc:picChg chg="del">
          <ac:chgData name="Ronnel D. Palenzuela" userId="27216d6f-a712-48da-bcb2-613e4bc945ac" providerId="ADAL" clId="{16FF8E01-DE24-0F4F-A559-943D670B7764}" dt="2024-08-14T14:53:40.293" v="791" actId="478"/>
          <ac:picMkLst>
            <pc:docMk/>
            <pc:sldMk cId="2073403413" sldId="270"/>
            <ac:picMk id="5" creationId="{70008023-F501-145C-0B44-5194C048510F}"/>
          </ac:picMkLst>
        </pc:picChg>
        <pc:picChg chg="del">
          <ac:chgData name="Ronnel D. Palenzuela" userId="27216d6f-a712-48da-bcb2-613e4bc945ac" providerId="ADAL" clId="{16FF8E01-DE24-0F4F-A559-943D670B7764}" dt="2024-08-14T14:53:41.454" v="792" actId="478"/>
          <ac:picMkLst>
            <pc:docMk/>
            <pc:sldMk cId="2073403413" sldId="270"/>
            <ac:picMk id="6" creationId="{24353777-D960-C968-46B2-C9D39EBD397E}"/>
          </ac:picMkLst>
        </pc:picChg>
        <pc:picChg chg="add del mod">
          <ac:chgData name="Ronnel D. Palenzuela" userId="27216d6f-a712-48da-bcb2-613e4bc945ac" providerId="ADAL" clId="{16FF8E01-DE24-0F4F-A559-943D670B7764}" dt="2024-08-14T15:09:24.556" v="837" actId="478"/>
          <ac:picMkLst>
            <pc:docMk/>
            <pc:sldMk cId="2073403413" sldId="270"/>
            <ac:picMk id="7" creationId="{CFF5A6F2-A391-E973-A9F9-EEAEDEBC41C8}"/>
          </ac:picMkLst>
        </pc:picChg>
        <pc:picChg chg="add del mod">
          <ac:chgData name="Ronnel D. Palenzuela" userId="27216d6f-a712-48da-bcb2-613e4bc945ac" providerId="ADAL" clId="{16FF8E01-DE24-0F4F-A559-943D670B7764}" dt="2024-08-14T15:38:21.939" v="921"/>
          <ac:picMkLst>
            <pc:docMk/>
            <pc:sldMk cId="2073403413" sldId="270"/>
            <ac:picMk id="8" creationId="{7628CA4E-3E92-F09C-D2FD-C46202C5E649}"/>
          </ac:picMkLst>
        </pc:picChg>
        <pc:picChg chg="add mod">
          <ac:chgData name="Ronnel D. Palenzuela" userId="27216d6f-a712-48da-bcb2-613e4bc945ac" providerId="ADAL" clId="{16FF8E01-DE24-0F4F-A559-943D670B7764}" dt="2024-08-14T15:34:34.583" v="908" actId="1076"/>
          <ac:picMkLst>
            <pc:docMk/>
            <pc:sldMk cId="2073403413" sldId="270"/>
            <ac:picMk id="9" creationId="{FFA2BE38-0E04-5FB6-310F-C9B71C57486B}"/>
          </ac:picMkLst>
        </pc:picChg>
        <pc:picChg chg="add mod">
          <ac:chgData name="Ronnel D. Palenzuela" userId="27216d6f-a712-48da-bcb2-613e4bc945ac" providerId="ADAL" clId="{16FF8E01-DE24-0F4F-A559-943D670B7764}" dt="2024-08-14T15:34:23.881" v="905" actId="1076"/>
          <ac:picMkLst>
            <pc:docMk/>
            <pc:sldMk cId="2073403413" sldId="270"/>
            <ac:picMk id="10" creationId="{667804E6-901E-3F8A-8E71-F3840CE73713}"/>
          </ac:picMkLst>
        </pc:picChg>
      </pc:sldChg>
      <pc:sldChg chg="addSp delSp modSp add mod modShow modNotesTx">
        <pc:chgData name="Ronnel D. Palenzuela" userId="27216d6f-a712-48da-bcb2-613e4bc945ac" providerId="ADAL" clId="{16FF8E01-DE24-0F4F-A559-943D670B7764}" dt="2024-08-15T06:12:31.924" v="2533" actId="729"/>
        <pc:sldMkLst>
          <pc:docMk/>
          <pc:sldMk cId="2406508294" sldId="271"/>
        </pc:sldMkLst>
        <pc:spChg chg="mod">
          <ac:chgData name="Ronnel D. Palenzuela" userId="27216d6f-a712-48da-bcb2-613e4bc945ac" providerId="ADAL" clId="{16FF8E01-DE24-0F4F-A559-943D670B7764}" dt="2024-08-14T15:45:04.117" v="1046" actId="20577"/>
          <ac:spMkLst>
            <pc:docMk/>
            <pc:sldMk cId="2406508294" sldId="271"/>
            <ac:spMk id="3" creationId="{F9E9654B-D8E5-22CA-371A-57FADD13842B}"/>
          </ac:spMkLst>
        </pc:spChg>
        <pc:spChg chg="add del">
          <ac:chgData name="Ronnel D. Palenzuela" userId="27216d6f-a712-48da-bcb2-613e4bc945ac" providerId="ADAL" clId="{16FF8E01-DE24-0F4F-A559-943D670B7764}" dt="2024-08-14T15:35:02.613" v="915" actId="22"/>
          <ac:spMkLst>
            <pc:docMk/>
            <pc:sldMk cId="2406508294" sldId="271"/>
            <ac:spMk id="5" creationId="{4142F3C9-0F99-D487-F109-5D1080BCD242}"/>
          </ac:spMkLst>
        </pc:spChg>
        <pc:spChg chg="add mod">
          <ac:chgData name="Ronnel D. Palenzuela" userId="27216d6f-a712-48da-bcb2-613e4bc945ac" providerId="ADAL" clId="{16FF8E01-DE24-0F4F-A559-943D670B7764}" dt="2024-08-14T15:35:21.596" v="919" actId="1076"/>
          <ac:spMkLst>
            <pc:docMk/>
            <pc:sldMk cId="2406508294" sldId="271"/>
            <ac:spMk id="7" creationId="{59101826-B0CF-114B-0320-F5905D2B047C}"/>
          </ac:spMkLst>
        </pc:spChg>
        <pc:picChg chg="del">
          <ac:chgData name="Ronnel D. Palenzuela" userId="27216d6f-a712-48da-bcb2-613e4bc945ac" providerId="ADAL" clId="{16FF8E01-DE24-0F4F-A559-943D670B7764}" dt="2024-08-14T15:34:53.519" v="911" actId="478"/>
          <ac:picMkLst>
            <pc:docMk/>
            <pc:sldMk cId="2406508294" sldId="271"/>
            <ac:picMk id="8" creationId="{7628CA4E-3E92-F09C-D2FD-C46202C5E649}"/>
          </ac:picMkLst>
        </pc:picChg>
        <pc:picChg chg="del">
          <ac:chgData name="Ronnel D. Palenzuela" userId="27216d6f-a712-48da-bcb2-613e4bc945ac" providerId="ADAL" clId="{16FF8E01-DE24-0F4F-A559-943D670B7764}" dt="2024-08-14T15:34:52.857" v="910" actId="478"/>
          <ac:picMkLst>
            <pc:docMk/>
            <pc:sldMk cId="2406508294" sldId="271"/>
            <ac:picMk id="9" creationId="{FFA2BE38-0E04-5FB6-310F-C9B71C57486B}"/>
          </ac:picMkLst>
        </pc:picChg>
        <pc:picChg chg="del">
          <ac:chgData name="Ronnel D. Palenzuela" userId="27216d6f-a712-48da-bcb2-613e4bc945ac" providerId="ADAL" clId="{16FF8E01-DE24-0F4F-A559-943D670B7764}" dt="2024-08-14T15:34:53.775" v="912" actId="478"/>
          <ac:picMkLst>
            <pc:docMk/>
            <pc:sldMk cId="2406508294" sldId="271"/>
            <ac:picMk id="10" creationId="{667804E6-901E-3F8A-8E71-F3840CE73713}"/>
          </ac:picMkLst>
        </pc:picChg>
        <pc:picChg chg="add del mod">
          <ac:chgData name="Ronnel D. Palenzuela" userId="27216d6f-a712-48da-bcb2-613e4bc945ac" providerId="ADAL" clId="{16FF8E01-DE24-0F4F-A559-943D670B7764}" dt="2024-08-14T15:40:56.703" v="965" actId="478"/>
          <ac:picMkLst>
            <pc:docMk/>
            <pc:sldMk cId="2406508294" sldId="271"/>
            <ac:picMk id="11" creationId="{7451C57A-98EA-DF71-2373-89D7F90904CF}"/>
          </ac:picMkLst>
        </pc:picChg>
      </pc:sldChg>
      <pc:sldChg chg="add del">
        <pc:chgData name="Ronnel D. Palenzuela" userId="27216d6f-a712-48da-bcb2-613e4bc945ac" providerId="ADAL" clId="{16FF8E01-DE24-0F4F-A559-943D670B7764}" dt="2024-08-14T04:37:36.180" v="138" actId="2696"/>
        <pc:sldMkLst>
          <pc:docMk/>
          <pc:sldMk cId="4120804606" sldId="271"/>
        </pc:sldMkLst>
      </pc:sldChg>
      <pc:sldChg chg="add del">
        <pc:chgData name="Ronnel D. Palenzuela" userId="27216d6f-a712-48da-bcb2-613e4bc945ac" providerId="ADAL" clId="{16FF8E01-DE24-0F4F-A559-943D670B7764}" dt="2024-08-14T04:37:36.180" v="138" actId="2696"/>
        <pc:sldMkLst>
          <pc:docMk/>
          <pc:sldMk cId="2005021045" sldId="272"/>
        </pc:sldMkLst>
      </pc:sldChg>
      <pc:sldChg chg="modSp add mod modShow modNotesTx">
        <pc:chgData name="Ronnel D. Palenzuela" userId="27216d6f-a712-48da-bcb2-613e4bc945ac" providerId="ADAL" clId="{16FF8E01-DE24-0F4F-A559-943D670B7764}" dt="2024-08-15T06:12:31.924" v="2533" actId="729"/>
        <pc:sldMkLst>
          <pc:docMk/>
          <pc:sldMk cId="2217730064" sldId="272"/>
        </pc:sldMkLst>
        <pc:spChg chg="mod">
          <ac:chgData name="Ronnel D. Palenzuela" userId="27216d6f-a712-48da-bcb2-613e4bc945ac" providerId="ADAL" clId="{16FF8E01-DE24-0F4F-A559-943D670B7764}" dt="2024-08-14T15:59:35.416" v="1316" actId="11"/>
          <ac:spMkLst>
            <pc:docMk/>
            <pc:sldMk cId="2217730064" sldId="272"/>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716507679" sldId="273"/>
        </pc:sldMkLst>
      </pc:sldChg>
      <pc:sldChg chg="modSp add mod ord modShow modNotesTx">
        <pc:chgData name="Ronnel D. Palenzuela" userId="27216d6f-a712-48da-bcb2-613e4bc945ac" providerId="ADAL" clId="{16FF8E01-DE24-0F4F-A559-943D670B7764}" dt="2024-08-15T06:12:31.924" v="2533" actId="729"/>
        <pc:sldMkLst>
          <pc:docMk/>
          <pc:sldMk cId="1773650369" sldId="273"/>
        </pc:sldMkLst>
        <pc:spChg chg="mod">
          <ac:chgData name="Ronnel D. Palenzuela" userId="27216d6f-a712-48da-bcb2-613e4bc945ac" providerId="ADAL" clId="{16FF8E01-DE24-0F4F-A559-943D670B7764}" dt="2024-08-14T15:59:48.974" v="1318" actId="11"/>
          <ac:spMkLst>
            <pc:docMk/>
            <pc:sldMk cId="1773650369" sldId="273"/>
            <ac:spMk id="3" creationId="{F9E9654B-D8E5-22CA-371A-57FADD13842B}"/>
          </ac:spMkLst>
        </pc:spChg>
      </pc:sldChg>
      <pc:sldChg chg="add del ord">
        <pc:chgData name="Ronnel D. Palenzuela" userId="27216d6f-a712-48da-bcb2-613e4bc945ac" providerId="ADAL" clId="{16FF8E01-DE24-0F4F-A559-943D670B7764}" dt="2024-08-14T16:09:44.931" v="1436" actId="2696"/>
        <pc:sldMkLst>
          <pc:docMk/>
          <pc:sldMk cId="415108391" sldId="274"/>
        </pc:sldMkLst>
      </pc:sldChg>
      <pc:sldChg chg="addSp modSp add mod modNotesTx">
        <pc:chgData name="Ronnel D. Palenzuela" userId="27216d6f-a712-48da-bcb2-613e4bc945ac" providerId="ADAL" clId="{16FF8E01-DE24-0F4F-A559-943D670B7764}" dt="2024-08-14T17:35:56.996" v="2348" actId="207"/>
        <pc:sldMkLst>
          <pc:docMk/>
          <pc:sldMk cId="3520817057" sldId="274"/>
        </pc:sldMkLst>
        <pc:spChg chg="mod">
          <ac:chgData name="Ronnel D. Palenzuela" userId="27216d6f-a712-48da-bcb2-613e4bc945ac" providerId="ADAL" clId="{16FF8E01-DE24-0F4F-A559-943D670B7764}" dt="2024-08-14T16:34:48.838" v="1740" actId="1076"/>
          <ac:spMkLst>
            <pc:docMk/>
            <pc:sldMk cId="3520817057" sldId="274"/>
            <ac:spMk id="2" creationId="{4B9DC0FD-E73C-26A6-891F-61B461076958}"/>
          </ac:spMkLst>
        </pc:spChg>
        <pc:spChg chg="add mod">
          <ac:chgData name="Ronnel D. Palenzuela" userId="27216d6f-a712-48da-bcb2-613e4bc945ac" providerId="ADAL" clId="{16FF8E01-DE24-0F4F-A559-943D670B7764}" dt="2024-08-14T17:35:56.996" v="2348" actId="207"/>
          <ac:spMkLst>
            <pc:docMk/>
            <pc:sldMk cId="3520817057" sldId="274"/>
            <ac:spMk id="4" creationId="{02334A40-A4A9-25FE-DC7A-9B1C1C6A0886}"/>
          </ac:spMkLst>
        </pc:spChg>
      </pc:sldChg>
      <pc:sldChg chg="addSp delSp modSp add del mod">
        <pc:chgData name="Ronnel D. Palenzuela" userId="27216d6f-a712-48da-bcb2-613e4bc945ac" providerId="ADAL" clId="{16FF8E01-DE24-0F4F-A559-943D670B7764}" dt="2024-08-14T16:15:45.956" v="1532" actId="2696"/>
        <pc:sldMkLst>
          <pc:docMk/>
          <pc:sldMk cId="2172138736" sldId="275"/>
        </pc:sldMkLst>
        <pc:spChg chg="mod">
          <ac:chgData name="Ronnel D. Palenzuela" userId="27216d6f-a712-48da-bcb2-613e4bc945ac" providerId="ADAL" clId="{16FF8E01-DE24-0F4F-A559-943D670B7764}" dt="2024-08-14T16:15:14.648" v="1524" actId="20577"/>
          <ac:spMkLst>
            <pc:docMk/>
            <pc:sldMk cId="2172138736" sldId="275"/>
            <ac:spMk id="2" creationId="{1FD87645-D8E6-23DE-A822-448BF1054783}"/>
          </ac:spMkLst>
        </pc:spChg>
        <pc:spChg chg="mod">
          <ac:chgData name="Ronnel D. Palenzuela" userId="27216d6f-a712-48da-bcb2-613e4bc945ac" providerId="ADAL" clId="{16FF8E01-DE24-0F4F-A559-943D670B7764}" dt="2024-08-14T16:15:40.915" v="1531"/>
          <ac:spMkLst>
            <pc:docMk/>
            <pc:sldMk cId="2172138736" sldId="275"/>
            <ac:spMk id="3" creationId="{F9E9654B-D8E5-22CA-371A-57FADD13842B}"/>
          </ac:spMkLst>
        </pc:spChg>
        <pc:picChg chg="add del mod">
          <ac:chgData name="Ronnel D. Palenzuela" userId="27216d6f-a712-48da-bcb2-613e4bc945ac" providerId="ADAL" clId="{16FF8E01-DE24-0F4F-A559-943D670B7764}" dt="2024-08-14T16:15:16.283" v="1525" actId="478"/>
          <ac:picMkLst>
            <pc:docMk/>
            <pc:sldMk cId="2172138736" sldId="275"/>
            <ac:picMk id="4" creationId="{3DD2775A-1217-7607-D818-9986C2B95701}"/>
          </ac:picMkLst>
        </pc:picChg>
        <pc:picChg chg="del">
          <ac:chgData name="Ronnel D. Palenzuela" userId="27216d6f-a712-48da-bcb2-613e4bc945ac" providerId="ADAL" clId="{16FF8E01-DE24-0F4F-A559-943D670B7764}" dt="2024-08-14T16:10:15.858" v="1472" actId="478"/>
          <ac:picMkLst>
            <pc:docMk/>
            <pc:sldMk cId="2172138736" sldId="275"/>
            <ac:picMk id="8" creationId="{7628CA4E-3E92-F09C-D2FD-C46202C5E649}"/>
          </ac:picMkLst>
        </pc:picChg>
        <pc:picChg chg="del">
          <ac:chgData name="Ronnel D. Palenzuela" userId="27216d6f-a712-48da-bcb2-613e4bc945ac" providerId="ADAL" clId="{16FF8E01-DE24-0F4F-A559-943D670B7764}" dt="2024-08-14T16:10:15.605" v="1471" actId="478"/>
          <ac:picMkLst>
            <pc:docMk/>
            <pc:sldMk cId="2172138736" sldId="275"/>
            <ac:picMk id="9" creationId="{FFA2BE38-0E04-5FB6-310F-C9B71C57486B}"/>
          </ac:picMkLst>
        </pc:picChg>
        <pc:picChg chg="del">
          <ac:chgData name="Ronnel D. Palenzuela" userId="27216d6f-a712-48da-bcb2-613e4bc945ac" providerId="ADAL" clId="{16FF8E01-DE24-0F4F-A559-943D670B7764}" dt="2024-08-14T16:10:16.066" v="1473" actId="478"/>
          <ac:picMkLst>
            <pc:docMk/>
            <pc:sldMk cId="2172138736" sldId="275"/>
            <ac:picMk id="10" creationId="{667804E6-901E-3F8A-8E71-F3840CE73713}"/>
          </ac:picMkLst>
        </pc:picChg>
      </pc:sldChg>
      <pc:sldChg chg="add del">
        <pc:chgData name="Ronnel D. Palenzuela" userId="27216d6f-a712-48da-bcb2-613e4bc945ac" providerId="ADAL" clId="{16FF8E01-DE24-0F4F-A559-943D670B7764}" dt="2024-08-14T04:37:36.180" v="138" actId="2696"/>
        <pc:sldMkLst>
          <pc:docMk/>
          <pc:sldMk cId="4070147815" sldId="275"/>
        </pc:sldMkLst>
      </pc:sldChg>
      <pc:sldChg chg="modSp add mod ord modNotesTx">
        <pc:chgData name="Ronnel D. Palenzuela" userId="27216d6f-a712-48da-bcb2-613e4bc945ac" providerId="ADAL" clId="{16FF8E01-DE24-0F4F-A559-943D670B7764}" dt="2024-08-14T16:34:54.089" v="1743" actId="20577"/>
        <pc:sldMkLst>
          <pc:docMk/>
          <pc:sldMk cId="2154677164" sldId="276"/>
        </pc:sldMkLst>
        <pc:spChg chg="mod">
          <ac:chgData name="Ronnel D. Palenzuela" userId="27216d6f-a712-48da-bcb2-613e4bc945ac" providerId="ADAL" clId="{16FF8E01-DE24-0F4F-A559-943D670B7764}" dt="2024-08-14T16:34:54.089" v="1743" actId="20577"/>
          <ac:spMkLst>
            <pc:docMk/>
            <pc:sldMk cId="2154677164" sldId="276"/>
            <ac:spMk id="2" creationId="{1FD87645-D8E6-23DE-A822-448BF1054783}"/>
          </ac:spMkLst>
        </pc:spChg>
        <pc:spChg chg="mod">
          <ac:chgData name="Ronnel D. Palenzuela" userId="27216d6f-a712-48da-bcb2-613e4bc945ac" providerId="ADAL" clId="{16FF8E01-DE24-0F4F-A559-943D670B7764}" dt="2024-08-14T16:15:04.817" v="1513" actId="207"/>
          <ac:spMkLst>
            <pc:docMk/>
            <pc:sldMk cId="2154677164" sldId="276"/>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3621742425" sldId="276"/>
        </pc:sldMkLst>
      </pc:sldChg>
      <pc:sldChg chg="add del">
        <pc:chgData name="Ronnel D. Palenzuela" userId="27216d6f-a712-48da-bcb2-613e4bc945ac" providerId="ADAL" clId="{16FF8E01-DE24-0F4F-A559-943D670B7764}" dt="2024-08-14T04:37:36.180" v="138" actId="2696"/>
        <pc:sldMkLst>
          <pc:docMk/>
          <pc:sldMk cId="908275361" sldId="277"/>
        </pc:sldMkLst>
      </pc:sldChg>
      <pc:sldChg chg="addSp delSp modSp add mod modNotesTx">
        <pc:chgData name="Ronnel D. Palenzuela" userId="27216d6f-a712-48da-bcb2-613e4bc945ac" providerId="ADAL" clId="{16FF8E01-DE24-0F4F-A559-943D670B7764}" dt="2024-08-14T16:24:40.231" v="1652"/>
        <pc:sldMkLst>
          <pc:docMk/>
          <pc:sldMk cId="1655093992" sldId="277"/>
        </pc:sldMkLst>
        <pc:spChg chg="mod">
          <ac:chgData name="Ronnel D. Palenzuela" userId="27216d6f-a712-48da-bcb2-613e4bc945ac" providerId="ADAL" clId="{16FF8E01-DE24-0F4F-A559-943D670B7764}" dt="2024-08-14T16:15:53.933" v="1548" actId="20577"/>
          <ac:spMkLst>
            <pc:docMk/>
            <pc:sldMk cId="1655093992" sldId="277"/>
            <ac:spMk id="2" creationId="{1FD87645-D8E6-23DE-A822-448BF1054783}"/>
          </ac:spMkLst>
        </pc:spChg>
        <pc:spChg chg="mod">
          <ac:chgData name="Ronnel D. Palenzuela" userId="27216d6f-a712-48da-bcb2-613e4bc945ac" providerId="ADAL" clId="{16FF8E01-DE24-0F4F-A559-943D670B7764}" dt="2024-08-14T16:16:03.761" v="1554" actId="207"/>
          <ac:spMkLst>
            <pc:docMk/>
            <pc:sldMk cId="1655093992" sldId="277"/>
            <ac:spMk id="3" creationId="{F9E9654B-D8E5-22CA-371A-57FADD13842B}"/>
          </ac:spMkLst>
        </pc:spChg>
        <pc:picChg chg="del">
          <ac:chgData name="Ronnel D. Palenzuela" userId="27216d6f-a712-48da-bcb2-613e4bc945ac" providerId="ADAL" clId="{16FF8E01-DE24-0F4F-A559-943D670B7764}" dt="2024-08-14T16:15:49.738" v="1534" actId="478"/>
          <ac:picMkLst>
            <pc:docMk/>
            <pc:sldMk cId="1655093992" sldId="277"/>
            <ac:picMk id="4" creationId="{3DD2775A-1217-7607-D818-9986C2B95701}"/>
          </ac:picMkLst>
        </pc:picChg>
        <pc:picChg chg="add mod">
          <ac:chgData name="Ronnel D. Palenzuela" userId="27216d6f-a712-48da-bcb2-613e4bc945ac" providerId="ADAL" clId="{16FF8E01-DE24-0F4F-A559-943D670B7764}" dt="2024-08-14T16:22:20.410" v="1645" actId="1076"/>
          <ac:picMkLst>
            <pc:docMk/>
            <pc:sldMk cId="1655093992" sldId="277"/>
            <ac:picMk id="5" creationId="{21F98874-7EDA-6F8F-7A52-E913F2501EF4}"/>
          </ac:picMkLst>
        </pc:picChg>
        <pc:picChg chg="add mod">
          <ac:chgData name="Ronnel D. Palenzuela" userId="27216d6f-a712-48da-bcb2-613e4bc945ac" providerId="ADAL" clId="{16FF8E01-DE24-0F4F-A559-943D670B7764}" dt="2024-08-14T16:22:19.327" v="1644" actId="1076"/>
          <ac:picMkLst>
            <pc:docMk/>
            <pc:sldMk cId="1655093992" sldId="277"/>
            <ac:picMk id="6" creationId="{AB87846A-7FEB-769F-7BA7-C9DDDB124761}"/>
          </ac:picMkLst>
        </pc:picChg>
      </pc:sldChg>
      <pc:sldChg chg="add del">
        <pc:chgData name="Ronnel D. Palenzuela" userId="27216d6f-a712-48da-bcb2-613e4bc945ac" providerId="ADAL" clId="{16FF8E01-DE24-0F4F-A559-943D670B7764}" dt="2024-08-14T04:37:36.180" v="138" actId="2696"/>
        <pc:sldMkLst>
          <pc:docMk/>
          <pc:sldMk cId="928633288" sldId="278"/>
        </pc:sldMkLst>
      </pc:sldChg>
      <pc:sldChg chg="addSp delSp modSp add mod modNotesTx">
        <pc:chgData name="Ronnel D. Palenzuela" userId="27216d6f-a712-48da-bcb2-613e4bc945ac" providerId="ADAL" clId="{16FF8E01-DE24-0F4F-A559-943D670B7764}" dt="2024-08-14T16:25:33.500" v="1670"/>
        <pc:sldMkLst>
          <pc:docMk/>
          <pc:sldMk cId="1084106175" sldId="278"/>
        </pc:sldMkLst>
        <pc:spChg chg="mod">
          <ac:chgData name="Ronnel D. Palenzuela" userId="27216d6f-a712-48da-bcb2-613e4bc945ac" providerId="ADAL" clId="{16FF8E01-DE24-0F4F-A559-943D670B7764}" dt="2024-08-14T16:16:15.683" v="1568" actId="20577"/>
          <ac:spMkLst>
            <pc:docMk/>
            <pc:sldMk cId="1084106175" sldId="278"/>
            <ac:spMk id="2" creationId="{1FD87645-D8E6-23DE-A822-448BF1054783}"/>
          </ac:spMkLst>
        </pc:spChg>
        <pc:spChg chg="mod">
          <ac:chgData name="Ronnel D. Palenzuela" userId="27216d6f-a712-48da-bcb2-613e4bc945ac" providerId="ADAL" clId="{16FF8E01-DE24-0F4F-A559-943D670B7764}" dt="2024-08-14T16:18:13.356" v="1628" actId="207"/>
          <ac:spMkLst>
            <pc:docMk/>
            <pc:sldMk cId="1084106175" sldId="278"/>
            <ac:spMk id="3" creationId="{F9E9654B-D8E5-22CA-371A-57FADD13842B}"/>
          </ac:spMkLst>
        </pc:spChg>
        <pc:spChg chg="add del">
          <ac:chgData name="Ronnel D. Palenzuela" userId="27216d6f-a712-48da-bcb2-613e4bc945ac" providerId="ADAL" clId="{16FF8E01-DE24-0F4F-A559-943D670B7764}" dt="2024-08-14T16:17:30.269" v="1608" actId="22"/>
          <ac:spMkLst>
            <pc:docMk/>
            <pc:sldMk cId="1084106175" sldId="278"/>
            <ac:spMk id="5" creationId="{161974CA-D17A-C7C9-D387-4B786DACE39F}"/>
          </ac:spMkLst>
        </pc:spChg>
        <pc:picChg chg="add mod">
          <ac:chgData name="Ronnel D. Palenzuela" userId="27216d6f-a712-48da-bcb2-613e4bc945ac" providerId="ADAL" clId="{16FF8E01-DE24-0F4F-A559-943D670B7764}" dt="2024-08-14T16:24:18.313" v="1650" actId="1076"/>
          <ac:picMkLst>
            <pc:docMk/>
            <pc:sldMk cId="1084106175" sldId="278"/>
            <ac:picMk id="6" creationId="{1DBAEE34-611C-C72E-D674-1D598742FCFC}"/>
          </ac:picMkLst>
        </pc:picChg>
      </pc:sldChg>
      <pc:sldChg chg="addSp delSp modSp add mod modNotesTx">
        <pc:chgData name="Ronnel D. Palenzuela" userId="27216d6f-a712-48da-bcb2-613e4bc945ac" providerId="ADAL" clId="{16FF8E01-DE24-0F4F-A559-943D670B7764}" dt="2024-08-14T16:28:49.228" v="1688" actId="1076"/>
        <pc:sldMkLst>
          <pc:docMk/>
          <pc:sldMk cId="562485659" sldId="279"/>
        </pc:sldMkLst>
        <pc:spChg chg="mod">
          <ac:chgData name="Ronnel D. Palenzuela" userId="27216d6f-a712-48da-bcb2-613e4bc945ac" providerId="ADAL" clId="{16FF8E01-DE24-0F4F-A559-943D670B7764}" dt="2024-08-14T16:16:20.804" v="1575" actId="20577"/>
          <ac:spMkLst>
            <pc:docMk/>
            <pc:sldMk cId="562485659" sldId="279"/>
            <ac:spMk id="2" creationId="{1FD87645-D8E6-23DE-A822-448BF1054783}"/>
          </ac:spMkLst>
        </pc:spChg>
        <pc:spChg chg="add del mod">
          <ac:chgData name="Ronnel D. Palenzuela" userId="27216d6f-a712-48da-bcb2-613e4bc945ac" providerId="ADAL" clId="{16FF8E01-DE24-0F4F-A559-943D670B7764}" dt="2024-08-14T16:18:17.416" v="1630" actId="207"/>
          <ac:spMkLst>
            <pc:docMk/>
            <pc:sldMk cId="562485659" sldId="279"/>
            <ac:spMk id="3" creationId="{F9E9654B-D8E5-22CA-371A-57FADD13842B}"/>
          </ac:spMkLst>
        </pc:spChg>
        <pc:spChg chg="add del mod">
          <ac:chgData name="Ronnel D. Palenzuela" userId="27216d6f-a712-48da-bcb2-613e4bc945ac" providerId="ADAL" clId="{16FF8E01-DE24-0F4F-A559-943D670B7764}" dt="2024-08-14T16:17:08.500" v="1600" actId="478"/>
          <ac:spMkLst>
            <pc:docMk/>
            <pc:sldMk cId="562485659" sldId="279"/>
            <ac:spMk id="5" creationId="{C512883A-C3F1-9C1D-1BC0-B118C33FB485}"/>
          </ac:spMkLst>
        </pc:spChg>
        <pc:picChg chg="add mod">
          <ac:chgData name="Ronnel D. Palenzuela" userId="27216d6f-a712-48da-bcb2-613e4bc945ac" providerId="ADAL" clId="{16FF8E01-DE24-0F4F-A559-943D670B7764}" dt="2024-08-14T16:28:47.407" v="1687" actId="1076"/>
          <ac:picMkLst>
            <pc:docMk/>
            <pc:sldMk cId="562485659" sldId="279"/>
            <ac:picMk id="6" creationId="{25F73CC1-53BA-4567-E3BA-1C63F2D9CE93}"/>
          </ac:picMkLst>
        </pc:picChg>
        <pc:picChg chg="add mod">
          <ac:chgData name="Ronnel D. Palenzuela" userId="27216d6f-a712-48da-bcb2-613e4bc945ac" providerId="ADAL" clId="{16FF8E01-DE24-0F4F-A559-943D670B7764}" dt="2024-08-14T16:28:49.228" v="1688" actId="1076"/>
          <ac:picMkLst>
            <pc:docMk/>
            <pc:sldMk cId="562485659" sldId="279"/>
            <ac:picMk id="7" creationId="{3FAF6F31-D00C-5848-28EC-E4192A65B293}"/>
          </ac:picMkLst>
        </pc:picChg>
      </pc:sldChg>
      <pc:sldChg chg="add del">
        <pc:chgData name="Ronnel D. Palenzuela" userId="27216d6f-a712-48da-bcb2-613e4bc945ac" providerId="ADAL" clId="{16FF8E01-DE24-0F4F-A559-943D670B7764}" dt="2024-08-14T04:37:36.180" v="138" actId="2696"/>
        <pc:sldMkLst>
          <pc:docMk/>
          <pc:sldMk cId="2220697961" sldId="279"/>
        </pc:sldMkLst>
      </pc:sldChg>
      <pc:sldChg chg="addSp modSp add mod modNotesTx">
        <pc:chgData name="Ronnel D. Palenzuela" userId="27216d6f-a712-48da-bcb2-613e4bc945ac" providerId="ADAL" clId="{16FF8E01-DE24-0F4F-A559-943D670B7764}" dt="2024-08-14T17:09:09.590" v="2182"/>
        <pc:sldMkLst>
          <pc:docMk/>
          <pc:sldMk cId="2101055377" sldId="280"/>
        </pc:sldMkLst>
        <pc:spChg chg="mod">
          <ac:chgData name="Ronnel D. Palenzuela" userId="27216d6f-a712-48da-bcb2-613e4bc945ac" providerId="ADAL" clId="{16FF8E01-DE24-0F4F-A559-943D670B7764}" dt="2024-08-14T16:16:29.753" v="1592" actId="20577"/>
          <ac:spMkLst>
            <pc:docMk/>
            <pc:sldMk cId="2101055377" sldId="280"/>
            <ac:spMk id="2" creationId="{1FD87645-D8E6-23DE-A822-448BF1054783}"/>
          </ac:spMkLst>
        </pc:spChg>
        <pc:spChg chg="mod">
          <ac:chgData name="Ronnel D. Palenzuela" userId="27216d6f-a712-48da-bcb2-613e4bc945ac" providerId="ADAL" clId="{16FF8E01-DE24-0F4F-A559-943D670B7764}" dt="2024-08-14T16:18:21.161" v="1632" actId="207"/>
          <ac:spMkLst>
            <pc:docMk/>
            <pc:sldMk cId="2101055377" sldId="280"/>
            <ac:spMk id="3" creationId="{F9E9654B-D8E5-22CA-371A-57FADD13842B}"/>
          </ac:spMkLst>
        </pc:spChg>
        <pc:picChg chg="add mod">
          <ac:chgData name="Ronnel D. Palenzuela" userId="27216d6f-a712-48da-bcb2-613e4bc945ac" providerId="ADAL" clId="{16FF8E01-DE24-0F4F-A559-943D670B7764}" dt="2024-08-14T16:30:09.396" v="1697" actId="1076"/>
          <ac:picMkLst>
            <pc:docMk/>
            <pc:sldMk cId="2101055377" sldId="280"/>
            <ac:picMk id="4" creationId="{B5ABF6ED-2604-A356-F8D2-8A031F072FC1}"/>
          </ac:picMkLst>
        </pc:picChg>
        <pc:picChg chg="add mod">
          <ac:chgData name="Ronnel D. Palenzuela" userId="27216d6f-a712-48da-bcb2-613e4bc945ac" providerId="ADAL" clId="{16FF8E01-DE24-0F4F-A559-943D670B7764}" dt="2024-08-14T16:30:09.396" v="1697" actId="1076"/>
          <ac:picMkLst>
            <pc:docMk/>
            <pc:sldMk cId="2101055377" sldId="280"/>
            <ac:picMk id="5" creationId="{EE318E40-1124-8135-1738-B9359FE81254}"/>
          </ac:picMkLst>
        </pc:picChg>
      </pc:sldChg>
      <pc:sldChg chg="add del">
        <pc:chgData name="Ronnel D. Palenzuela" userId="27216d6f-a712-48da-bcb2-613e4bc945ac" providerId="ADAL" clId="{16FF8E01-DE24-0F4F-A559-943D670B7764}" dt="2024-08-14T04:37:36.180" v="138" actId="2696"/>
        <pc:sldMkLst>
          <pc:docMk/>
          <pc:sldMk cId="2456681114" sldId="280"/>
        </pc:sldMkLst>
      </pc:sldChg>
      <pc:sldChg chg="add del">
        <pc:chgData name="Ronnel D. Palenzuela" userId="27216d6f-a712-48da-bcb2-613e4bc945ac" providerId="ADAL" clId="{16FF8E01-DE24-0F4F-A559-943D670B7764}" dt="2024-08-14T04:37:36.180" v="138" actId="2696"/>
        <pc:sldMkLst>
          <pc:docMk/>
          <pc:sldMk cId="1557213172" sldId="281"/>
        </pc:sldMkLst>
      </pc:sldChg>
      <pc:sldChg chg="addSp modSp add mod ord modNotesTx">
        <pc:chgData name="Ronnel D. Palenzuela" userId="27216d6f-a712-48da-bcb2-613e4bc945ac" providerId="ADAL" clId="{16FF8E01-DE24-0F4F-A559-943D670B7764}" dt="2024-08-14T17:09:31.130" v="2186"/>
        <pc:sldMkLst>
          <pc:docMk/>
          <pc:sldMk cId="4052999246" sldId="281"/>
        </pc:sldMkLst>
        <pc:spChg chg="mod">
          <ac:chgData name="Ronnel D. Palenzuela" userId="27216d6f-a712-48da-bcb2-613e4bc945ac" providerId="ADAL" clId="{16FF8E01-DE24-0F4F-A559-943D670B7764}" dt="2024-08-14T16:16:42.177" v="1594"/>
          <ac:spMkLst>
            <pc:docMk/>
            <pc:sldMk cId="4052999246" sldId="281"/>
            <ac:spMk id="2" creationId="{1FD87645-D8E6-23DE-A822-448BF1054783}"/>
          </ac:spMkLst>
        </pc:spChg>
        <pc:spChg chg="mod">
          <ac:chgData name="Ronnel D. Palenzuela" userId="27216d6f-a712-48da-bcb2-613e4bc945ac" providerId="ADAL" clId="{16FF8E01-DE24-0F4F-A559-943D670B7764}" dt="2024-08-14T16:18:25.511" v="1634" actId="207"/>
          <ac:spMkLst>
            <pc:docMk/>
            <pc:sldMk cId="4052999246" sldId="281"/>
            <ac:spMk id="3" creationId="{F9E9654B-D8E5-22CA-371A-57FADD13842B}"/>
          </ac:spMkLst>
        </pc:spChg>
        <pc:picChg chg="add mod">
          <ac:chgData name="Ronnel D. Palenzuela" userId="27216d6f-a712-48da-bcb2-613e4bc945ac" providerId="ADAL" clId="{16FF8E01-DE24-0F4F-A559-943D670B7764}" dt="2024-08-14T16:31:29.020" v="1716" actId="1076"/>
          <ac:picMkLst>
            <pc:docMk/>
            <pc:sldMk cId="4052999246" sldId="281"/>
            <ac:picMk id="4" creationId="{5548C54F-301E-DCA9-21D7-E0AD96A9FA43}"/>
          </ac:picMkLst>
        </pc:picChg>
        <pc:picChg chg="add mod">
          <ac:chgData name="Ronnel D. Palenzuela" userId="27216d6f-a712-48da-bcb2-613e4bc945ac" providerId="ADAL" clId="{16FF8E01-DE24-0F4F-A559-943D670B7764}" dt="2024-08-14T16:31:30.328" v="1717" actId="1076"/>
          <ac:picMkLst>
            <pc:docMk/>
            <pc:sldMk cId="4052999246" sldId="281"/>
            <ac:picMk id="5" creationId="{89C006CD-3837-CB39-23CD-A101C01CDA91}"/>
          </ac:picMkLst>
        </pc:picChg>
      </pc:sldChg>
      <pc:sldChg chg="add del">
        <pc:chgData name="Ronnel D. Palenzuela" userId="27216d6f-a712-48da-bcb2-613e4bc945ac" providerId="ADAL" clId="{16FF8E01-DE24-0F4F-A559-943D670B7764}" dt="2024-08-14T04:37:36.180" v="138" actId="2696"/>
        <pc:sldMkLst>
          <pc:docMk/>
          <pc:sldMk cId="296683317" sldId="282"/>
        </pc:sldMkLst>
      </pc:sldChg>
      <pc:sldChg chg="addSp delSp modSp add mod ord">
        <pc:chgData name="Ronnel D. Palenzuela" userId="27216d6f-a712-48da-bcb2-613e4bc945ac" providerId="ADAL" clId="{16FF8E01-DE24-0F4F-A559-943D670B7764}" dt="2024-08-14T16:58:26.475" v="2121" actId="20577"/>
        <pc:sldMkLst>
          <pc:docMk/>
          <pc:sldMk cId="3651396270" sldId="282"/>
        </pc:sldMkLst>
        <pc:spChg chg="mod">
          <ac:chgData name="Ronnel D. Palenzuela" userId="27216d6f-a712-48da-bcb2-613e4bc945ac" providerId="ADAL" clId="{16FF8E01-DE24-0F4F-A559-943D670B7764}" dt="2024-08-14T16:38:16.616" v="1763" actId="20577"/>
          <ac:spMkLst>
            <pc:docMk/>
            <pc:sldMk cId="3651396270" sldId="282"/>
            <ac:spMk id="2" creationId="{1FD87645-D8E6-23DE-A822-448BF1054783}"/>
          </ac:spMkLst>
        </pc:spChg>
        <pc:spChg chg="mod">
          <ac:chgData name="Ronnel D. Palenzuela" userId="27216d6f-a712-48da-bcb2-613e4bc945ac" providerId="ADAL" clId="{16FF8E01-DE24-0F4F-A559-943D670B7764}" dt="2024-08-14T16:58:26.475" v="2121" actId="20577"/>
          <ac:spMkLst>
            <pc:docMk/>
            <pc:sldMk cId="3651396270" sldId="282"/>
            <ac:spMk id="3" creationId="{F9E9654B-D8E5-22CA-371A-57FADD13842B}"/>
          </ac:spMkLst>
        </pc:spChg>
        <pc:picChg chg="del">
          <ac:chgData name="Ronnel D. Palenzuela" userId="27216d6f-a712-48da-bcb2-613e4bc945ac" providerId="ADAL" clId="{16FF8E01-DE24-0F4F-A559-943D670B7764}" dt="2024-08-14T16:33:50.779" v="1722" actId="478"/>
          <ac:picMkLst>
            <pc:docMk/>
            <pc:sldMk cId="3651396270" sldId="282"/>
            <ac:picMk id="4" creationId="{3DD2775A-1217-7607-D818-9986C2B95701}"/>
          </ac:picMkLst>
        </pc:picChg>
        <pc:picChg chg="add del mod">
          <ac:chgData name="Ronnel D. Palenzuela" userId="27216d6f-a712-48da-bcb2-613e4bc945ac" providerId="ADAL" clId="{16FF8E01-DE24-0F4F-A559-943D670B7764}" dt="2024-08-14T16:33:57.413" v="1726" actId="478"/>
          <ac:picMkLst>
            <pc:docMk/>
            <pc:sldMk cId="3651396270" sldId="282"/>
            <ac:picMk id="5" creationId="{5C4865FA-8A85-CD96-7E00-91EA3C1322EA}"/>
          </ac:picMkLst>
        </pc:picChg>
        <pc:picChg chg="add mod">
          <ac:chgData name="Ronnel D. Palenzuela" userId="27216d6f-a712-48da-bcb2-613e4bc945ac" providerId="ADAL" clId="{16FF8E01-DE24-0F4F-A559-943D670B7764}" dt="2024-08-14T16:37:32.689" v="1754" actId="1076"/>
          <ac:picMkLst>
            <pc:docMk/>
            <pc:sldMk cId="3651396270" sldId="282"/>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993575964" sldId="283"/>
        </pc:sldMkLst>
      </pc:sldChg>
      <pc:sldChg chg="addSp delSp modSp add mod modNotesTx">
        <pc:chgData name="Ronnel D. Palenzuela" userId="27216d6f-a712-48da-bcb2-613e4bc945ac" providerId="ADAL" clId="{16FF8E01-DE24-0F4F-A559-943D670B7764}" dt="2024-08-14T17:02:26.342" v="2138"/>
        <pc:sldMkLst>
          <pc:docMk/>
          <pc:sldMk cId="3162599194" sldId="283"/>
        </pc:sldMkLst>
        <pc:spChg chg="mod">
          <ac:chgData name="Ronnel D. Palenzuela" userId="27216d6f-a712-48da-bcb2-613e4bc945ac" providerId="ADAL" clId="{16FF8E01-DE24-0F4F-A559-943D670B7764}" dt="2024-08-14T16:47:28.766" v="1822"/>
          <ac:spMkLst>
            <pc:docMk/>
            <pc:sldMk cId="3162599194" sldId="283"/>
            <ac:spMk id="2" creationId="{1FD87645-D8E6-23DE-A822-448BF1054783}"/>
          </ac:spMkLst>
        </pc:spChg>
        <pc:spChg chg="mod">
          <ac:chgData name="Ronnel D. Palenzuela" userId="27216d6f-a712-48da-bcb2-613e4bc945ac" providerId="ADAL" clId="{16FF8E01-DE24-0F4F-A559-943D670B7764}" dt="2024-08-14T16:52:16.070" v="1994" actId="207"/>
          <ac:spMkLst>
            <pc:docMk/>
            <pc:sldMk cId="3162599194" sldId="283"/>
            <ac:spMk id="3" creationId="{F9E9654B-D8E5-22CA-371A-57FADD13842B}"/>
          </ac:spMkLst>
        </pc:spChg>
        <pc:spChg chg="add mod">
          <ac:chgData name="Ronnel D. Palenzuela" userId="27216d6f-a712-48da-bcb2-613e4bc945ac" providerId="ADAL" clId="{16FF8E01-DE24-0F4F-A559-943D670B7764}" dt="2024-08-14T16:57:40.683" v="2117" actId="1076"/>
          <ac:spMkLst>
            <pc:docMk/>
            <pc:sldMk cId="3162599194" sldId="283"/>
            <ac:spMk id="4" creationId="{B086C906-76C1-C80B-2402-3CD150AED030}"/>
          </ac:spMkLst>
        </pc:spChg>
        <pc:spChg chg="add mod">
          <ac:chgData name="Ronnel D. Palenzuela" userId="27216d6f-a712-48da-bcb2-613e4bc945ac" providerId="ADAL" clId="{16FF8E01-DE24-0F4F-A559-943D670B7764}" dt="2024-08-14T16:52:23.273" v="2000" actId="113"/>
          <ac:spMkLst>
            <pc:docMk/>
            <pc:sldMk cId="3162599194" sldId="283"/>
            <ac:spMk id="5" creationId="{374C59D7-230E-26A4-3307-5D188332993A}"/>
          </ac:spMkLst>
        </pc:spChg>
        <pc:picChg chg="del">
          <ac:chgData name="Ronnel D. Palenzuela" userId="27216d6f-a712-48da-bcb2-613e4bc945ac" providerId="ADAL" clId="{16FF8E01-DE24-0F4F-A559-943D670B7764}" dt="2024-08-14T16:39:23.886" v="1788" actId="478"/>
          <ac:picMkLst>
            <pc:docMk/>
            <pc:sldMk cId="3162599194" sldId="283"/>
            <ac:picMk id="6" creationId="{FB4307CA-B2C0-91D7-AC3C-D22C8F2AE28E}"/>
          </ac:picMkLst>
        </pc:picChg>
      </pc:sldChg>
      <pc:sldChg chg="delSp modSp add del mod">
        <pc:chgData name="Ronnel D. Palenzuela" userId="27216d6f-a712-48da-bcb2-613e4bc945ac" providerId="ADAL" clId="{16FF8E01-DE24-0F4F-A559-943D670B7764}" dt="2024-08-14T16:52:56.130" v="2002" actId="2696"/>
        <pc:sldMkLst>
          <pc:docMk/>
          <pc:sldMk cId="476145324" sldId="284"/>
        </pc:sldMkLst>
        <pc:spChg chg="mod">
          <ac:chgData name="Ronnel D. Palenzuela" userId="27216d6f-a712-48da-bcb2-613e4bc945ac" providerId="ADAL" clId="{16FF8E01-DE24-0F4F-A559-943D670B7764}" dt="2024-08-14T16:39:28.295" v="1798" actId="20577"/>
          <ac:spMkLst>
            <pc:docMk/>
            <pc:sldMk cId="476145324" sldId="284"/>
            <ac:spMk id="2" creationId="{1FD87645-D8E6-23DE-A822-448BF1054783}"/>
          </ac:spMkLst>
        </pc:spChg>
        <pc:picChg chg="del">
          <ac:chgData name="Ronnel D. Palenzuela" userId="27216d6f-a712-48da-bcb2-613e4bc945ac" providerId="ADAL" clId="{16FF8E01-DE24-0F4F-A559-943D670B7764}" dt="2024-08-14T16:39:22.241" v="1787" actId="478"/>
          <ac:picMkLst>
            <pc:docMk/>
            <pc:sldMk cId="476145324" sldId="284"/>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1253337562" sldId="284"/>
        </pc:sldMkLst>
      </pc:sldChg>
      <pc:sldChg chg="add del">
        <pc:chgData name="Ronnel D. Palenzuela" userId="27216d6f-a712-48da-bcb2-613e4bc945ac" providerId="ADAL" clId="{16FF8E01-DE24-0F4F-A559-943D670B7764}" dt="2024-08-14T04:37:36.180" v="138" actId="2696"/>
        <pc:sldMkLst>
          <pc:docMk/>
          <pc:sldMk cId="2980579114" sldId="285"/>
        </pc:sldMkLst>
      </pc:sldChg>
      <pc:sldChg chg="modSp add del mod">
        <pc:chgData name="Ronnel D. Palenzuela" userId="27216d6f-a712-48da-bcb2-613e4bc945ac" providerId="ADAL" clId="{16FF8E01-DE24-0F4F-A559-943D670B7764}" dt="2024-08-14T16:55:44.538" v="2067" actId="2696"/>
        <pc:sldMkLst>
          <pc:docMk/>
          <pc:sldMk cId="3500652590" sldId="285"/>
        </pc:sldMkLst>
        <pc:spChg chg="mod">
          <ac:chgData name="Ronnel D. Palenzuela" userId="27216d6f-a712-48da-bcb2-613e4bc945ac" providerId="ADAL" clId="{16FF8E01-DE24-0F4F-A559-943D670B7764}" dt="2024-08-14T16:39:32.355" v="1805" actId="20577"/>
          <ac:spMkLst>
            <pc:docMk/>
            <pc:sldMk cId="3500652590" sldId="285"/>
            <ac:spMk id="2" creationId="{1FD87645-D8E6-23DE-A822-448BF1054783}"/>
          </ac:spMkLst>
        </pc:spChg>
      </pc:sldChg>
      <pc:sldChg chg="add del">
        <pc:chgData name="Ronnel D. Palenzuela" userId="27216d6f-a712-48da-bcb2-613e4bc945ac" providerId="ADAL" clId="{16FF8E01-DE24-0F4F-A559-943D670B7764}" dt="2024-08-14T04:37:36.180" v="138" actId="2696"/>
        <pc:sldMkLst>
          <pc:docMk/>
          <pc:sldMk cId="1581186720" sldId="286"/>
        </pc:sldMkLst>
      </pc:sldChg>
      <pc:sldChg chg="addSp delSp modSp add mod modNotesTx">
        <pc:chgData name="Ronnel D. Palenzuela" userId="27216d6f-a712-48da-bcb2-613e4bc945ac" providerId="ADAL" clId="{16FF8E01-DE24-0F4F-A559-943D670B7764}" dt="2024-08-14T17:04:33.737" v="2156" actId="1076"/>
        <pc:sldMkLst>
          <pc:docMk/>
          <pc:sldMk cId="1740139509" sldId="286"/>
        </pc:sldMkLst>
        <pc:spChg chg="mod">
          <ac:chgData name="Ronnel D. Palenzuela" userId="27216d6f-a712-48da-bcb2-613e4bc945ac" providerId="ADAL" clId="{16FF8E01-DE24-0F4F-A559-943D670B7764}" dt="2024-08-14T16:53:39.266" v="2019" actId="20577"/>
          <ac:spMkLst>
            <pc:docMk/>
            <pc:sldMk cId="1740139509" sldId="286"/>
            <ac:spMk id="2" creationId="{1FD87645-D8E6-23DE-A822-448BF1054783}"/>
          </ac:spMkLst>
        </pc:spChg>
        <pc:spChg chg="mod">
          <ac:chgData name="Ronnel D. Palenzuela" userId="27216d6f-a712-48da-bcb2-613e4bc945ac" providerId="ADAL" clId="{16FF8E01-DE24-0F4F-A559-943D670B7764}" dt="2024-08-14T16:54:54.289" v="2059" actId="27636"/>
          <ac:spMkLst>
            <pc:docMk/>
            <pc:sldMk cId="1740139509" sldId="286"/>
            <ac:spMk id="3" creationId="{F9E9654B-D8E5-22CA-371A-57FADD13842B}"/>
          </ac:spMkLst>
        </pc:spChg>
        <pc:spChg chg="mod">
          <ac:chgData name="Ronnel D. Palenzuela" userId="27216d6f-a712-48da-bcb2-613e4bc945ac" providerId="ADAL" clId="{16FF8E01-DE24-0F4F-A559-943D670B7764}" dt="2024-08-14T16:57:02.572" v="2104" actId="1076"/>
          <ac:spMkLst>
            <pc:docMk/>
            <pc:sldMk cId="1740139509" sldId="286"/>
            <ac:spMk id="4" creationId="{B086C906-76C1-C80B-2402-3CD150AED030}"/>
          </ac:spMkLst>
        </pc:spChg>
        <pc:spChg chg="del mod">
          <ac:chgData name="Ronnel D. Palenzuela" userId="27216d6f-a712-48da-bcb2-613e4bc945ac" providerId="ADAL" clId="{16FF8E01-DE24-0F4F-A559-943D670B7764}" dt="2024-08-14T16:54:29.712" v="2047" actId="478"/>
          <ac:spMkLst>
            <pc:docMk/>
            <pc:sldMk cId="1740139509" sldId="286"/>
            <ac:spMk id="5" creationId="{374C59D7-230E-26A4-3307-5D188332993A}"/>
          </ac:spMkLst>
        </pc:spChg>
        <pc:picChg chg="add mod">
          <ac:chgData name="Ronnel D. Palenzuela" userId="27216d6f-a712-48da-bcb2-613e4bc945ac" providerId="ADAL" clId="{16FF8E01-DE24-0F4F-A559-943D670B7764}" dt="2024-08-14T17:04:33.737" v="2156" actId="1076"/>
          <ac:picMkLst>
            <pc:docMk/>
            <pc:sldMk cId="1740139509" sldId="286"/>
            <ac:picMk id="6" creationId="{7355D678-29E7-A4B1-013E-B622157A0CE9}"/>
          </ac:picMkLst>
        </pc:picChg>
      </pc:sldChg>
      <pc:sldChg chg="addSp delSp modSp add mod ord modNotesTx">
        <pc:chgData name="Ronnel D. Palenzuela" userId="27216d6f-a712-48da-bcb2-613e4bc945ac" providerId="ADAL" clId="{16FF8E01-DE24-0F4F-A559-943D670B7764}" dt="2024-08-14T17:09:41.649" v="2189" actId="20578"/>
        <pc:sldMkLst>
          <pc:docMk/>
          <pc:sldMk cId="2244338286" sldId="287"/>
        </pc:sldMkLst>
        <pc:spChg chg="mod">
          <ac:chgData name="Ronnel D. Palenzuela" userId="27216d6f-a712-48da-bcb2-613e4bc945ac" providerId="ADAL" clId="{16FF8E01-DE24-0F4F-A559-943D670B7764}" dt="2024-08-14T16:55:51.174" v="2074" actId="20577"/>
          <ac:spMkLst>
            <pc:docMk/>
            <pc:sldMk cId="2244338286" sldId="287"/>
            <ac:spMk id="2" creationId="{1FD87645-D8E6-23DE-A822-448BF1054783}"/>
          </ac:spMkLst>
        </pc:spChg>
        <pc:spChg chg="mod">
          <ac:chgData name="Ronnel D. Palenzuela" userId="27216d6f-a712-48da-bcb2-613e4bc945ac" providerId="ADAL" clId="{16FF8E01-DE24-0F4F-A559-943D670B7764}" dt="2024-08-14T16:56:49.755" v="2102" actId="27636"/>
          <ac:spMkLst>
            <pc:docMk/>
            <pc:sldMk cId="2244338286" sldId="287"/>
            <ac:spMk id="3" creationId="{F9E9654B-D8E5-22CA-371A-57FADD13842B}"/>
          </ac:spMkLst>
        </pc:spChg>
        <pc:spChg chg="mod">
          <ac:chgData name="Ronnel D. Palenzuela" userId="27216d6f-a712-48da-bcb2-613e4bc945ac" providerId="ADAL" clId="{16FF8E01-DE24-0F4F-A559-943D670B7764}" dt="2024-08-14T16:57:17.574" v="2108" actId="1076"/>
          <ac:spMkLst>
            <pc:docMk/>
            <pc:sldMk cId="2244338286" sldId="287"/>
            <ac:spMk id="4" creationId="{B086C906-76C1-C80B-2402-3CD150AED030}"/>
          </ac:spMkLst>
        </pc:spChg>
        <pc:picChg chg="add del mod">
          <ac:chgData name="Ronnel D. Palenzuela" userId="27216d6f-a712-48da-bcb2-613e4bc945ac" providerId="ADAL" clId="{16FF8E01-DE24-0F4F-A559-943D670B7764}" dt="2024-08-14T17:06:20.306" v="2162" actId="478"/>
          <ac:picMkLst>
            <pc:docMk/>
            <pc:sldMk cId="2244338286" sldId="287"/>
            <ac:picMk id="5" creationId="{C84F9925-8BF0-7942-2733-4A5D508AEA7C}"/>
          </ac:picMkLst>
        </pc:picChg>
        <pc:picChg chg="add mod">
          <ac:chgData name="Ronnel D. Palenzuela" userId="27216d6f-a712-48da-bcb2-613e4bc945ac" providerId="ADAL" clId="{16FF8E01-DE24-0F4F-A559-943D670B7764}" dt="2024-08-14T17:07:53.726" v="2172" actId="1076"/>
          <ac:picMkLst>
            <pc:docMk/>
            <pc:sldMk cId="2244338286" sldId="287"/>
            <ac:picMk id="6" creationId="{FABA4C1D-2D18-55BC-C0A4-FFF3AFC35C03}"/>
          </ac:picMkLst>
        </pc:picChg>
        <pc:picChg chg="add mod">
          <ac:chgData name="Ronnel D. Palenzuela" userId="27216d6f-a712-48da-bcb2-613e4bc945ac" providerId="ADAL" clId="{16FF8E01-DE24-0F4F-A559-943D670B7764}" dt="2024-08-14T17:07:55.489" v="2173" actId="1076"/>
          <ac:picMkLst>
            <pc:docMk/>
            <pc:sldMk cId="2244338286" sldId="287"/>
            <ac:picMk id="7" creationId="{C43B6C84-21DD-D63D-908A-759A84CA71F1}"/>
          </ac:picMkLst>
        </pc:picChg>
      </pc:sldChg>
      <pc:sldChg chg="add del">
        <pc:chgData name="Ronnel D. Palenzuela" userId="27216d6f-a712-48da-bcb2-613e4bc945ac" providerId="ADAL" clId="{16FF8E01-DE24-0F4F-A559-943D670B7764}" dt="2024-08-14T04:37:36.180" v="138" actId="2696"/>
        <pc:sldMkLst>
          <pc:docMk/>
          <pc:sldMk cId="4278137860" sldId="287"/>
        </pc:sldMkLst>
      </pc:sldChg>
      <pc:sldChg chg="addSp delSp modSp add mod ord modNotesTx">
        <pc:chgData name="Ronnel D. Palenzuela" userId="27216d6f-a712-48da-bcb2-613e4bc945ac" providerId="ADAL" clId="{16FF8E01-DE24-0F4F-A559-943D670B7764}" dt="2024-08-15T02:15:44.096" v="2527" actId="20577"/>
        <pc:sldMkLst>
          <pc:docMk/>
          <pc:sldMk cId="2479479881" sldId="288"/>
        </pc:sldMkLst>
        <pc:spChg chg="mod">
          <ac:chgData name="Ronnel D. Palenzuela" userId="27216d6f-a712-48da-bcb2-613e4bc945ac" providerId="ADAL" clId="{16FF8E01-DE24-0F4F-A559-943D670B7764}" dt="2024-08-14T17:10:09.427" v="2193"/>
          <ac:spMkLst>
            <pc:docMk/>
            <pc:sldMk cId="2479479881" sldId="288"/>
            <ac:spMk id="2" creationId="{1FD87645-D8E6-23DE-A822-448BF1054783}"/>
          </ac:spMkLst>
        </pc:spChg>
        <pc:spChg chg="mod">
          <ac:chgData name="Ronnel D. Palenzuela" userId="27216d6f-a712-48da-bcb2-613e4bc945ac" providerId="ADAL" clId="{16FF8E01-DE24-0F4F-A559-943D670B7764}" dt="2024-08-15T02:15:44.096" v="2527" actId="20577"/>
          <ac:spMkLst>
            <pc:docMk/>
            <pc:sldMk cId="2479479881" sldId="288"/>
            <ac:spMk id="3" creationId="{F9E9654B-D8E5-22CA-371A-57FADD13842B}"/>
          </ac:spMkLst>
        </pc:spChg>
        <pc:picChg chg="add mod">
          <ac:chgData name="Ronnel D. Palenzuela" userId="27216d6f-a712-48da-bcb2-613e4bc945ac" providerId="ADAL" clId="{16FF8E01-DE24-0F4F-A559-943D670B7764}" dt="2024-08-14T17:24:50.208" v="2303" actId="1076"/>
          <ac:picMkLst>
            <pc:docMk/>
            <pc:sldMk cId="2479479881" sldId="288"/>
            <ac:picMk id="4" creationId="{AF7B02EF-789B-13F1-37A8-FD2A27B92C39}"/>
          </ac:picMkLst>
        </pc:picChg>
        <pc:picChg chg="add mod">
          <ac:chgData name="Ronnel D. Palenzuela" userId="27216d6f-a712-48da-bcb2-613e4bc945ac" providerId="ADAL" clId="{16FF8E01-DE24-0F4F-A559-943D670B7764}" dt="2024-08-14T17:24:49.104" v="2302" actId="1076"/>
          <ac:picMkLst>
            <pc:docMk/>
            <pc:sldMk cId="2479479881" sldId="288"/>
            <ac:picMk id="5" creationId="{D6307E59-5ABC-0E69-DD46-32B7DC644359}"/>
          </ac:picMkLst>
        </pc:picChg>
        <pc:picChg chg="del">
          <ac:chgData name="Ronnel D. Palenzuela" userId="27216d6f-a712-48da-bcb2-613e4bc945ac" providerId="ADAL" clId="{16FF8E01-DE24-0F4F-A559-943D670B7764}" dt="2024-08-14T17:10:50.216" v="2201" actId="478"/>
          <ac:picMkLst>
            <pc:docMk/>
            <pc:sldMk cId="2479479881" sldId="288"/>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3972629357" sldId="288"/>
        </pc:sldMkLst>
      </pc:sldChg>
      <pc:sldChg chg="addSp delSp modSp add mod modNotesTx">
        <pc:chgData name="Ronnel D. Palenzuela" userId="27216d6f-a712-48da-bcb2-613e4bc945ac" providerId="ADAL" clId="{16FF8E01-DE24-0F4F-A559-943D670B7764}" dt="2024-08-15T03:52:08.349" v="2531" actId="20577"/>
        <pc:sldMkLst>
          <pc:docMk/>
          <pc:sldMk cId="1306085031" sldId="289"/>
        </pc:sldMkLst>
        <pc:spChg chg="mod">
          <ac:chgData name="Ronnel D. Palenzuela" userId="27216d6f-a712-48da-bcb2-613e4bc945ac" providerId="ADAL" clId="{16FF8E01-DE24-0F4F-A559-943D670B7764}" dt="2024-08-14T17:10:29.110" v="2196" actId="20577"/>
          <ac:spMkLst>
            <pc:docMk/>
            <pc:sldMk cId="1306085031" sldId="289"/>
            <ac:spMk id="2" creationId="{1FD87645-D8E6-23DE-A822-448BF1054783}"/>
          </ac:spMkLst>
        </pc:spChg>
        <pc:spChg chg="mod">
          <ac:chgData name="Ronnel D. Palenzuela" userId="27216d6f-a712-48da-bcb2-613e4bc945ac" providerId="ADAL" clId="{16FF8E01-DE24-0F4F-A559-943D670B7764}" dt="2024-08-15T03:52:08.349" v="2531" actId="20577"/>
          <ac:spMkLst>
            <pc:docMk/>
            <pc:sldMk cId="1306085031" sldId="289"/>
            <ac:spMk id="3" creationId="{F9E9654B-D8E5-22CA-371A-57FADD13842B}"/>
          </ac:spMkLst>
        </pc:spChg>
        <pc:picChg chg="add mod">
          <ac:chgData name="Ronnel D. Palenzuela" userId="27216d6f-a712-48da-bcb2-613e4bc945ac" providerId="ADAL" clId="{16FF8E01-DE24-0F4F-A559-943D670B7764}" dt="2024-08-14T17:28:52.052" v="2320" actId="1076"/>
          <ac:picMkLst>
            <pc:docMk/>
            <pc:sldMk cId="1306085031" sldId="289"/>
            <ac:picMk id="4" creationId="{348B68C4-CC0D-0D98-D64F-7F073EC0550F}"/>
          </ac:picMkLst>
        </pc:picChg>
        <pc:picChg chg="add del mod">
          <ac:chgData name="Ronnel D. Palenzuela" userId="27216d6f-a712-48da-bcb2-613e4bc945ac" providerId="ADAL" clId="{16FF8E01-DE24-0F4F-A559-943D670B7764}" dt="2024-08-14T17:34:52.342" v="2323" actId="478"/>
          <ac:picMkLst>
            <pc:docMk/>
            <pc:sldMk cId="1306085031" sldId="289"/>
            <ac:picMk id="5" creationId="{514E46FE-484E-F430-4A44-43DE9197FE51}"/>
          </ac:picMkLst>
        </pc:picChg>
        <pc:picChg chg="del">
          <ac:chgData name="Ronnel D. Palenzuela" userId="27216d6f-a712-48da-bcb2-613e4bc945ac" providerId="ADAL" clId="{16FF8E01-DE24-0F4F-A559-943D670B7764}" dt="2024-08-14T17:10:48.048" v="2199" actId="478"/>
          <ac:picMkLst>
            <pc:docMk/>
            <pc:sldMk cId="1306085031" sldId="289"/>
            <ac:picMk id="6" creationId="{FB4307CA-B2C0-91D7-AC3C-D22C8F2AE28E}"/>
          </ac:picMkLst>
        </pc:picChg>
        <pc:picChg chg="add mod">
          <ac:chgData name="Ronnel D. Palenzuela" userId="27216d6f-a712-48da-bcb2-613e4bc945ac" providerId="ADAL" clId="{16FF8E01-DE24-0F4F-A559-943D670B7764}" dt="2024-08-14T17:34:57.159" v="2326" actId="1076"/>
          <ac:picMkLst>
            <pc:docMk/>
            <pc:sldMk cId="1306085031" sldId="289"/>
            <ac:picMk id="7" creationId="{EA60A796-7362-0FE0-7118-D1172B57B748}"/>
          </ac:picMkLst>
        </pc:picChg>
      </pc:sldChg>
      <pc:sldChg chg="add del">
        <pc:chgData name="Ronnel D. Palenzuela" userId="27216d6f-a712-48da-bcb2-613e4bc945ac" providerId="ADAL" clId="{16FF8E01-DE24-0F4F-A559-943D670B7764}" dt="2024-08-14T04:37:36.180" v="138" actId="2696"/>
        <pc:sldMkLst>
          <pc:docMk/>
          <pc:sldMk cId="2990164252" sldId="289"/>
        </pc:sldMkLst>
      </pc:sldChg>
      <pc:sldChg chg="addSp delSp modSp add mod">
        <pc:chgData name="Ronnel D. Palenzuela" userId="27216d6f-a712-48da-bcb2-613e4bc945ac" providerId="ADAL" clId="{16FF8E01-DE24-0F4F-A559-943D670B7764}" dt="2024-08-14T17:50:12.782" v="2526" actId="207"/>
        <pc:sldMkLst>
          <pc:docMk/>
          <pc:sldMk cId="926710605" sldId="290"/>
        </pc:sldMkLst>
        <pc:spChg chg="mod">
          <ac:chgData name="Ronnel D. Palenzuela" userId="27216d6f-a712-48da-bcb2-613e4bc945ac" providerId="ADAL" clId="{16FF8E01-DE24-0F4F-A559-943D670B7764}" dt="2024-08-14T17:13:25.130" v="2214" actId="20577"/>
          <ac:spMkLst>
            <pc:docMk/>
            <pc:sldMk cId="926710605" sldId="290"/>
            <ac:spMk id="2" creationId="{1FD87645-D8E6-23DE-A822-448BF1054783}"/>
          </ac:spMkLst>
        </pc:spChg>
        <pc:spChg chg="mod">
          <ac:chgData name="Ronnel D. Palenzuela" userId="27216d6f-a712-48da-bcb2-613e4bc945ac" providerId="ADAL" clId="{16FF8E01-DE24-0F4F-A559-943D670B7764}" dt="2024-08-14T17:50:12.782" v="2526" actId="207"/>
          <ac:spMkLst>
            <pc:docMk/>
            <pc:sldMk cId="926710605" sldId="290"/>
            <ac:spMk id="3" creationId="{F9E9654B-D8E5-22CA-371A-57FADD13842B}"/>
          </ac:spMkLst>
        </pc:spChg>
        <pc:picChg chg="add del mod">
          <ac:chgData name="Ronnel D. Palenzuela" userId="27216d6f-a712-48da-bcb2-613e4bc945ac" providerId="ADAL" clId="{16FF8E01-DE24-0F4F-A559-943D670B7764}" dt="2024-08-14T17:16:19.870" v="2228" actId="478"/>
          <ac:picMkLst>
            <pc:docMk/>
            <pc:sldMk cId="926710605" sldId="290"/>
            <ac:picMk id="4" creationId="{EDC21406-25B3-5E1C-5A7A-A71E21C74D60}"/>
          </ac:picMkLst>
        </pc:picChg>
        <pc:picChg chg="add del mod">
          <ac:chgData name="Ronnel D. Palenzuela" userId="27216d6f-a712-48da-bcb2-613e4bc945ac" providerId="ADAL" clId="{16FF8E01-DE24-0F4F-A559-943D670B7764}" dt="2024-08-14T17:41:36.468" v="2400" actId="1076"/>
          <ac:picMkLst>
            <pc:docMk/>
            <pc:sldMk cId="926710605" sldId="290"/>
            <ac:picMk id="5" creationId="{6F24035F-763D-2A44-9E4D-3B3AB777BA78}"/>
          </ac:picMkLst>
        </pc:picChg>
        <pc:picChg chg="del">
          <ac:chgData name="Ronnel D. Palenzuela" userId="27216d6f-a712-48da-bcb2-613e4bc945ac" providerId="ADAL" clId="{16FF8E01-DE24-0F4F-A559-943D670B7764}" dt="2024-08-14T17:10:49.106" v="2200" actId="478"/>
          <ac:picMkLst>
            <pc:docMk/>
            <pc:sldMk cId="926710605" sldId="290"/>
            <ac:picMk id="6" creationId="{FB4307CA-B2C0-91D7-AC3C-D22C8F2AE28E}"/>
          </ac:picMkLst>
        </pc:picChg>
        <pc:picChg chg="add mod">
          <ac:chgData name="Ronnel D. Palenzuela" userId="27216d6f-a712-48da-bcb2-613e4bc945ac" providerId="ADAL" clId="{16FF8E01-DE24-0F4F-A559-943D670B7764}" dt="2024-08-14T17:41:43.973" v="2401" actId="1076"/>
          <ac:picMkLst>
            <pc:docMk/>
            <pc:sldMk cId="926710605" sldId="290"/>
            <ac:picMk id="7" creationId="{5A1661AD-4B34-6DA1-9F77-CE678239C894}"/>
          </ac:picMkLst>
        </pc:picChg>
        <pc:picChg chg="add mod">
          <ac:chgData name="Ronnel D. Palenzuela" userId="27216d6f-a712-48da-bcb2-613e4bc945ac" providerId="ADAL" clId="{16FF8E01-DE24-0F4F-A559-943D670B7764}" dt="2024-08-14T17:41:32.404" v="2398" actId="1076"/>
          <ac:picMkLst>
            <pc:docMk/>
            <pc:sldMk cId="926710605" sldId="290"/>
            <ac:picMk id="8" creationId="{E4E637F6-DB44-DC58-477A-29220CC8DA04}"/>
          </ac:picMkLst>
        </pc:picChg>
      </pc:sldChg>
      <pc:sldChg chg="add del">
        <pc:chgData name="Ronnel D. Palenzuela" userId="27216d6f-a712-48da-bcb2-613e4bc945ac" providerId="ADAL" clId="{16FF8E01-DE24-0F4F-A559-943D670B7764}" dt="2024-08-14T04:37:36.180" v="138" actId="2696"/>
        <pc:sldMkLst>
          <pc:docMk/>
          <pc:sldMk cId="1111498698" sldId="290"/>
        </pc:sldMkLst>
      </pc:sldChg>
      <pc:sldChg chg="addSp delSp modSp add mod modNotesTx">
        <pc:chgData name="Ronnel D. Palenzuela" userId="27216d6f-a712-48da-bcb2-613e4bc945ac" providerId="ADAL" clId="{16FF8E01-DE24-0F4F-A559-943D670B7764}" dt="2024-08-14T17:48:56.991" v="2524" actId="1076"/>
        <pc:sldMkLst>
          <pc:docMk/>
          <pc:sldMk cId="234676306" sldId="291"/>
        </pc:sldMkLst>
        <pc:spChg chg="mod">
          <ac:chgData name="Ronnel D. Palenzuela" userId="27216d6f-a712-48da-bcb2-613e4bc945ac" providerId="ADAL" clId="{16FF8E01-DE24-0F4F-A559-943D670B7764}" dt="2024-08-14T17:18:52.390" v="2243" actId="20577"/>
          <ac:spMkLst>
            <pc:docMk/>
            <pc:sldMk cId="234676306" sldId="291"/>
            <ac:spMk id="2" creationId="{1FD87645-D8E6-23DE-A822-448BF1054783}"/>
          </ac:spMkLst>
        </pc:spChg>
        <pc:spChg chg="mod">
          <ac:chgData name="Ronnel D. Palenzuela" userId="27216d6f-a712-48da-bcb2-613e4bc945ac" providerId="ADAL" clId="{16FF8E01-DE24-0F4F-A559-943D670B7764}" dt="2024-08-14T17:44:12.036" v="2474" actId="20577"/>
          <ac:spMkLst>
            <pc:docMk/>
            <pc:sldMk cId="234676306" sldId="291"/>
            <ac:spMk id="3" creationId="{F9E9654B-D8E5-22CA-371A-57FADD13842B}"/>
          </ac:spMkLst>
        </pc:spChg>
        <pc:picChg chg="add mod">
          <ac:chgData name="Ronnel D. Palenzuela" userId="27216d6f-a712-48da-bcb2-613e4bc945ac" providerId="ADAL" clId="{16FF8E01-DE24-0F4F-A559-943D670B7764}" dt="2024-08-14T17:48:56.991" v="2524" actId="1076"/>
          <ac:picMkLst>
            <pc:docMk/>
            <pc:sldMk cId="234676306" sldId="291"/>
            <ac:picMk id="4" creationId="{77B54F2E-F3FD-7965-C9AC-7AD3C16CC21A}"/>
          </ac:picMkLst>
        </pc:picChg>
        <pc:picChg chg="del">
          <ac:chgData name="Ronnel D. Palenzuela" userId="27216d6f-a712-48da-bcb2-613e4bc945ac" providerId="ADAL" clId="{16FF8E01-DE24-0F4F-A559-943D670B7764}" dt="2024-08-14T17:43:01.527" v="2455" actId="478"/>
          <ac:picMkLst>
            <pc:docMk/>
            <pc:sldMk cId="234676306" sldId="291"/>
            <ac:picMk id="5" creationId="{6F24035F-763D-2A44-9E4D-3B3AB777BA78}"/>
          </ac:picMkLst>
        </pc:picChg>
        <pc:picChg chg="add del mod">
          <ac:chgData name="Ronnel D. Palenzuela" userId="27216d6f-a712-48da-bcb2-613e4bc945ac" providerId="ADAL" clId="{16FF8E01-DE24-0F4F-A559-943D670B7764}" dt="2024-08-14T17:47:51.981" v="2508" actId="478"/>
          <ac:picMkLst>
            <pc:docMk/>
            <pc:sldMk cId="234676306" sldId="291"/>
            <ac:picMk id="6" creationId="{50F79B71-AA73-A4EC-42FF-95E9F8E1747A}"/>
          </ac:picMkLst>
        </pc:picChg>
        <pc:picChg chg="add mod">
          <ac:chgData name="Ronnel D. Palenzuela" userId="27216d6f-a712-48da-bcb2-613e4bc945ac" providerId="ADAL" clId="{16FF8E01-DE24-0F4F-A559-943D670B7764}" dt="2024-08-14T17:48:51.118" v="2520" actId="1076"/>
          <ac:picMkLst>
            <pc:docMk/>
            <pc:sldMk cId="234676306" sldId="291"/>
            <ac:picMk id="7" creationId="{BFFCD08C-39CF-85D4-AFAB-20D06151775B}"/>
          </ac:picMkLst>
        </pc:picChg>
        <pc:picChg chg="add mod">
          <ac:chgData name="Ronnel D. Palenzuela" userId="27216d6f-a712-48da-bcb2-613e4bc945ac" providerId="ADAL" clId="{16FF8E01-DE24-0F4F-A559-943D670B7764}" dt="2024-08-14T17:48:55.627" v="2522" actId="1076"/>
          <ac:picMkLst>
            <pc:docMk/>
            <pc:sldMk cId="234676306" sldId="291"/>
            <ac:picMk id="8" creationId="{94650D83-6F61-D6E5-506A-5BEBD5E1B8C5}"/>
          </ac:picMkLst>
        </pc:picChg>
      </pc:sldChg>
      <pc:sldChg chg="add del">
        <pc:chgData name="Ronnel D. Palenzuela" userId="27216d6f-a712-48da-bcb2-613e4bc945ac" providerId="ADAL" clId="{16FF8E01-DE24-0F4F-A559-943D670B7764}" dt="2024-08-14T04:37:36.180" v="138" actId="2696"/>
        <pc:sldMkLst>
          <pc:docMk/>
          <pc:sldMk cId="815011119" sldId="291"/>
        </pc:sldMkLst>
      </pc:sldChg>
      <pc:sldMasterChg chg="modSldLayout">
        <pc:chgData name="Ronnel D. Palenzuela" userId="27216d6f-a712-48da-bcb2-613e4bc945ac" providerId="ADAL" clId="{16FF8E01-DE24-0F4F-A559-943D670B7764}" dt="2024-08-14T16:14:03.102" v="1502" actId="20577"/>
        <pc:sldMasterMkLst>
          <pc:docMk/>
          <pc:sldMasterMk cId="651270159" sldId="2147483648"/>
        </pc:sldMasterMkLst>
        <pc:sldLayoutChg chg="modSp mod">
          <pc:chgData name="Ronnel D. Palenzuela" userId="27216d6f-a712-48da-bcb2-613e4bc945ac" providerId="ADAL" clId="{16FF8E01-DE24-0F4F-A559-943D670B7764}" dt="2024-08-14T16:13:56.324" v="1498" actId="20577"/>
          <pc:sldLayoutMkLst>
            <pc:docMk/>
            <pc:sldMasterMk cId="651270159" sldId="2147483648"/>
            <pc:sldLayoutMk cId="2921653432" sldId="2147483649"/>
          </pc:sldLayoutMkLst>
          <pc:spChg chg="mod">
            <ac:chgData name="Ronnel D. Palenzuela" userId="27216d6f-a712-48da-bcb2-613e4bc945ac" providerId="ADAL" clId="{16FF8E01-DE24-0F4F-A559-943D670B7764}" dt="2024-08-14T16:13:56.324" v="1498" actId="20577"/>
            <ac:spMkLst>
              <pc:docMk/>
              <pc:sldMasterMk cId="651270159" sldId="2147483648"/>
              <pc:sldLayoutMk cId="2921653432" sldId="2147483649"/>
              <ac:spMk id="14" creationId="{D0B6F2F1-CE07-6C53-35DD-423B006969A2}"/>
            </ac:spMkLst>
          </pc:spChg>
        </pc:sldLayoutChg>
        <pc:sldLayoutChg chg="modSp mod">
          <pc:chgData name="Ronnel D. Palenzuela" userId="27216d6f-a712-48da-bcb2-613e4bc945ac" providerId="ADAL" clId="{16FF8E01-DE24-0F4F-A559-943D670B7764}" dt="2024-08-14T16:13:59.827" v="1500" actId="20577"/>
          <pc:sldLayoutMkLst>
            <pc:docMk/>
            <pc:sldMasterMk cId="651270159" sldId="2147483648"/>
            <pc:sldLayoutMk cId="414239045" sldId="2147483650"/>
          </pc:sldLayoutMkLst>
          <pc:spChg chg="mod">
            <ac:chgData name="Ronnel D. Palenzuela" userId="27216d6f-a712-48da-bcb2-613e4bc945ac" providerId="ADAL" clId="{16FF8E01-DE24-0F4F-A559-943D670B7764}" dt="2024-08-14T16:13:59.827" v="1500" actId="20577"/>
            <ac:spMkLst>
              <pc:docMk/>
              <pc:sldMasterMk cId="651270159" sldId="2147483648"/>
              <pc:sldLayoutMk cId="414239045" sldId="2147483650"/>
              <ac:spMk id="8" creationId="{A20CEFFD-1670-10A5-7ED4-7F9703262EA1}"/>
            </ac:spMkLst>
          </pc:spChg>
        </pc:sldLayoutChg>
        <pc:sldLayoutChg chg="modSp mod">
          <pc:chgData name="Ronnel D. Palenzuela" userId="27216d6f-a712-48da-bcb2-613e4bc945ac" providerId="ADAL" clId="{16FF8E01-DE24-0F4F-A559-943D670B7764}" dt="2024-08-14T16:14:03.102" v="1502" actId="20577"/>
          <pc:sldLayoutMkLst>
            <pc:docMk/>
            <pc:sldMasterMk cId="651270159" sldId="2147483648"/>
            <pc:sldLayoutMk cId="2618641526" sldId="2147483653"/>
          </pc:sldLayoutMkLst>
          <pc:spChg chg="mod">
            <ac:chgData name="Ronnel D. Palenzuela" userId="27216d6f-a712-48da-bcb2-613e4bc945ac" providerId="ADAL" clId="{16FF8E01-DE24-0F4F-A559-943D670B7764}" dt="2024-08-14T16:14:03.102" v="1502" actId="20577"/>
            <ac:spMkLst>
              <pc:docMk/>
              <pc:sldMasterMk cId="651270159" sldId="2147483648"/>
              <pc:sldLayoutMk cId="2618641526" sldId="2147483653"/>
              <ac:spMk id="11" creationId="{3E084DDE-82D5-F74F-6486-DED2612274CD}"/>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99358-0554-3345-871D-48A6BABEE3E1}" type="datetimeFigureOut">
              <a:rPr lang="en-US" smtClean="0"/>
              <a:t>1/30/26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6209C-F82F-8948-8964-C389942C0FEE}" type="slidenum">
              <a:rPr lang="en-US" smtClean="0"/>
              <a:t>‹#›</a:t>
            </a:fld>
            <a:endParaRPr lang="en-US"/>
          </a:p>
        </p:txBody>
      </p:sp>
    </p:spTree>
    <p:extLst>
      <p:ext uri="{BB962C8B-B14F-4D97-AF65-F5344CB8AC3E}">
        <p14:creationId xmlns:p14="http://schemas.microsoft.com/office/powerpoint/2010/main" val="418401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0ABA2-F050-76BB-E4A9-9A1817A308D8}"/>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Lesson 1</a:t>
            </a:r>
          </a:p>
        </p:txBody>
      </p:sp>
      <p:sp>
        <p:nvSpPr>
          <p:cNvPr id="3" name="Subtitle 2">
            <a:extLst>
              <a:ext uri="{FF2B5EF4-FFF2-40B4-BE49-F238E27FC236}">
                <a16:creationId xmlns:a16="http://schemas.microsoft.com/office/drawing/2014/main" id="{2788B8A1-4019-4D0D-69E4-51C58926FF24}"/>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Lesson Name</a:t>
            </a:r>
          </a:p>
        </p:txBody>
      </p:sp>
      <p:pic>
        <p:nvPicPr>
          <p:cNvPr id="8" name="Picture 7" descr="Blue text on a white background&#10;&#10;Description automatically generated">
            <a:extLst>
              <a:ext uri="{FF2B5EF4-FFF2-40B4-BE49-F238E27FC236}">
                <a16:creationId xmlns:a16="http://schemas.microsoft.com/office/drawing/2014/main" id="{1E41D946-B0E6-5FE9-7F33-DECF04312878}"/>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Date Placeholder 3">
            <a:extLst>
              <a:ext uri="{FF2B5EF4-FFF2-40B4-BE49-F238E27FC236}">
                <a16:creationId xmlns:a16="http://schemas.microsoft.com/office/drawing/2014/main" id="{330826D9-D744-BD54-EF64-70E8CB5AE242}"/>
              </a:ext>
            </a:extLst>
          </p:cNvPr>
          <p:cNvSpPr>
            <a:spLocks noGrp="1"/>
          </p:cNvSpPr>
          <p:nvPr>
            <p:ph type="dt" sz="half" idx="10"/>
          </p:nvPr>
        </p:nvSpPr>
        <p:spPr/>
        <p:txBody>
          <a:bodyPr/>
          <a:lstStyle/>
          <a:p>
            <a:fld id="{04BC266F-70C8-954B-9EC8-D842168CE9D2}" type="datetimeFigureOut">
              <a:rPr lang="en-US" smtClean="0"/>
              <a:t>1/30/26</a:t>
            </a:fld>
            <a:endParaRPr lang="en-US"/>
          </a:p>
        </p:txBody>
      </p:sp>
      <p:sp>
        <p:nvSpPr>
          <p:cNvPr id="5" name="Footer Placeholder 4">
            <a:extLst>
              <a:ext uri="{FF2B5EF4-FFF2-40B4-BE49-F238E27FC236}">
                <a16:creationId xmlns:a16="http://schemas.microsoft.com/office/drawing/2014/main" id="{3794B7A0-4232-A0AC-7E3A-3BF632F0C8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3A9B9C0-7AE6-2F09-7A4E-D58AB0F87DAF}"/>
              </a:ext>
            </a:extLst>
          </p:cNvPr>
          <p:cNvSpPr>
            <a:spLocks noGrp="1"/>
          </p:cNvSpPr>
          <p:nvPr>
            <p:ph type="sldNum" sz="quarter" idx="12"/>
          </p:nvPr>
        </p:nvSpPr>
        <p:spPr/>
        <p:txBody>
          <a:bodyPr/>
          <a:lstStyle/>
          <a:p>
            <a:fld id="{5AEF18FD-875D-A541-8C07-F37C775C0F13}" type="slidenum">
              <a:rPr lang="en-US" smtClean="0"/>
              <a:t>‹#›</a:t>
            </a:fld>
            <a:endParaRPr lang="en-US"/>
          </a:p>
        </p:txBody>
      </p:sp>
      <p:sp>
        <p:nvSpPr>
          <p:cNvPr id="14" name="Footer Placeholder 4">
            <a:extLst>
              <a:ext uri="{FF2B5EF4-FFF2-40B4-BE49-F238E27FC236}">
                <a16:creationId xmlns:a16="http://schemas.microsoft.com/office/drawing/2014/main" id="{D0B6F2F1-CE07-6C53-35DD-423B006969A2}"/>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17" name="Footer Placeholder 4">
            <a:extLst>
              <a:ext uri="{FF2B5EF4-FFF2-40B4-BE49-F238E27FC236}">
                <a16:creationId xmlns:a16="http://schemas.microsoft.com/office/drawing/2014/main" id="{7EC7D6A8-C716-40D7-8EA0-CBACE0B8E8B2}"/>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D88EE941-D370-38CE-7C65-D512B4AC642D}"/>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165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934C-88AA-65C7-69FD-291768EA3BAD}"/>
              </a:ext>
            </a:extLst>
          </p:cNvPr>
          <p:cNvSpPr>
            <a:spLocks noGrp="1"/>
          </p:cNvSpPr>
          <p:nvPr>
            <p:ph type="title" hasCustomPrompt="1"/>
          </p:nvPr>
        </p:nvSpPr>
        <p:spPr>
          <a:xfrm>
            <a:off x="838200" y="826369"/>
            <a:ext cx="10515600" cy="1325563"/>
          </a:xfrm>
        </p:spPr>
        <p:txBody>
          <a:bodyPr/>
          <a:lstStyle/>
          <a:p>
            <a:r>
              <a:rPr lang="en-US" dirty="0"/>
              <a:t>Topic Name</a:t>
            </a:r>
          </a:p>
        </p:txBody>
      </p:sp>
      <p:sp>
        <p:nvSpPr>
          <p:cNvPr id="3" name="Content Placeholder 2">
            <a:extLst>
              <a:ext uri="{FF2B5EF4-FFF2-40B4-BE49-F238E27FC236}">
                <a16:creationId xmlns:a16="http://schemas.microsoft.com/office/drawing/2014/main" id="{F9A40A79-3EDB-F8E7-BE0C-7ADA403789EC}"/>
              </a:ext>
            </a:extLst>
          </p:cNvPr>
          <p:cNvSpPr>
            <a:spLocks noGrp="1"/>
          </p:cNvSpPr>
          <p:nvPr>
            <p:ph idx="1"/>
          </p:nvPr>
        </p:nvSpPr>
        <p:spPr>
          <a:xfrm>
            <a:off x="838200" y="2286869"/>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Blue text on a white background&#10;&#10;Description automatically generated">
            <a:extLst>
              <a:ext uri="{FF2B5EF4-FFF2-40B4-BE49-F238E27FC236}">
                <a16:creationId xmlns:a16="http://schemas.microsoft.com/office/drawing/2014/main" id="{D2B64AD2-0907-0C80-4C6F-E5925CA19DBC}"/>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8" name="Footer Placeholder 4">
            <a:extLst>
              <a:ext uri="{FF2B5EF4-FFF2-40B4-BE49-F238E27FC236}">
                <a16:creationId xmlns:a16="http://schemas.microsoft.com/office/drawing/2014/main" id="{A20CEFFD-1670-10A5-7ED4-7F9703262EA1}"/>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9" name="Footer Placeholder 4">
            <a:extLst>
              <a:ext uri="{FF2B5EF4-FFF2-40B4-BE49-F238E27FC236}">
                <a16:creationId xmlns:a16="http://schemas.microsoft.com/office/drawing/2014/main" id="{2E0509C1-2A03-2148-8C1A-8FA9E5ACBECF}"/>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3A86EC78-3FBD-4A30-427B-30963D3C6ABF}"/>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23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86428-0162-8984-D72C-F96220FAF2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915D9C-50A3-FEC4-9D1D-487FA259D4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659D22-453E-BFFB-3F8A-759A6391CA8C}"/>
              </a:ext>
            </a:extLst>
          </p:cNvPr>
          <p:cNvSpPr>
            <a:spLocks noGrp="1"/>
          </p:cNvSpPr>
          <p:nvPr>
            <p:ph type="dt" sz="half" idx="10"/>
          </p:nvPr>
        </p:nvSpPr>
        <p:spPr/>
        <p:txBody>
          <a:bodyPr/>
          <a:lstStyle/>
          <a:p>
            <a:fld id="{04BC266F-70C8-954B-9EC8-D842168CE9D2}" type="datetimeFigureOut">
              <a:rPr lang="en-US" smtClean="0"/>
              <a:t>1/30/26</a:t>
            </a:fld>
            <a:endParaRPr lang="en-US"/>
          </a:p>
        </p:txBody>
      </p:sp>
      <p:sp>
        <p:nvSpPr>
          <p:cNvPr id="5" name="Footer Placeholder 4">
            <a:extLst>
              <a:ext uri="{FF2B5EF4-FFF2-40B4-BE49-F238E27FC236}">
                <a16:creationId xmlns:a16="http://schemas.microsoft.com/office/drawing/2014/main" id="{B0FF2910-0DE9-B288-360A-0BEB46FC4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20602E-2E56-CB33-125B-47DD51E32515}"/>
              </a:ext>
            </a:extLst>
          </p:cNvPr>
          <p:cNvSpPr>
            <a:spLocks noGrp="1"/>
          </p:cNvSpPr>
          <p:nvPr>
            <p:ph type="sldNum" sz="quarter" idx="12"/>
          </p:nvPr>
        </p:nvSpPr>
        <p:spPr/>
        <p:txBody>
          <a:bodyPr/>
          <a:lstStyle/>
          <a:p>
            <a:fld id="{5AEF18FD-875D-A541-8C07-F37C775C0F13}" type="slidenum">
              <a:rPr lang="en-US" smtClean="0"/>
              <a:t>‹#›</a:t>
            </a:fld>
            <a:endParaRPr lang="en-US"/>
          </a:p>
        </p:txBody>
      </p:sp>
      <p:pic>
        <p:nvPicPr>
          <p:cNvPr id="7" name="Picture 6" descr="Blue text on a white background&#10;&#10;Description automatically generated">
            <a:extLst>
              <a:ext uri="{FF2B5EF4-FFF2-40B4-BE49-F238E27FC236}">
                <a16:creationId xmlns:a16="http://schemas.microsoft.com/office/drawing/2014/main" id="{384689F0-2863-7C4B-17BF-BE5B5D9EC3F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8" name="Footer Placeholder 4">
            <a:extLst>
              <a:ext uri="{FF2B5EF4-FFF2-40B4-BE49-F238E27FC236}">
                <a16:creationId xmlns:a16="http://schemas.microsoft.com/office/drawing/2014/main" id="{2F959288-960D-4A38-60A1-E81A6BCED55C}"/>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9" name="Footer Placeholder 4">
            <a:extLst>
              <a:ext uri="{FF2B5EF4-FFF2-40B4-BE49-F238E27FC236}">
                <a16:creationId xmlns:a16="http://schemas.microsoft.com/office/drawing/2014/main" id="{F72B048E-A6FE-4CAB-EC85-1198407F2FD8}"/>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D3F180FA-D017-2661-AF92-BFE9BEC50849}"/>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3240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47A8-E096-D9F8-9F8D-29067968C762}"/>
              </a:ext>
            </a:extLst>
          </p:cNvPr>
          <p:cNvSpPr>
            <a:spLocks noGrp="1"/>
          </p:cNvSpPr>
          <p:nvPr>
            <p:ph type="title"/>
          </p:nvPr>
        </p:nvSpPr>
        <p:spPr>
          <a:xfrm>
            <a:off x="838200" y="85064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DD67934-A1CC-85B8-7BAE-95BB6C6E0426}"/>
              </a:ext>
            </a:extLst>
          </p:cNvPr>
          <p:cNvSpPr>
            <a:spLocks noGrp="1"/>
          </p:cNvSpPr>
          <p:nvPr>
            <p:ph sz="half" idx="1"/>
          </p:nvPr>
        </p:nvSpPr>
        <p:spPr>
          <a:xfrm>
            <a:off x="838200" y="231114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Blue text on a white background&#10;&#10;Description automatically generated">
            <a:extLst>
              <a:ext uri="{FF2B5EF4-FFF2-40B4-BE49-F238E27FC236}">
                <a16:creationId xmlns:a16="http://schemas.microsoft.com/office/drawing/2014/main" id="{00EA0AFE-62F3-0422-AA84-A575E4E80EE2}"/>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Content Placeholder 3">
            <a:extLst>
              <a:ext uri="{FF2B5EF4-FFF2-40B4-BE49-F238E27FC236}">
                <a16:creationId xmlns:a16="http://schemas.microsoft.com/office/drawing/2014/main" id="{F8AB141E-535E-5ACA-4F43-5F265BED592F}"/>
              </a:ext>
            </a:extLst>
          </p:cNvPr>
          <p:cNvSpPr>
            <a:spLocks noGrp="1"/>
          </p:cNvSpPr>
          <p:nvPr>
            <p:ph sz="half" idx="2"/>
          </p:nvPr>
        </p:nvSpPr>
        <p:spPr>
          <a:xfrm>
            <a:off x="6172200" y="231114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F5878491-3BC2-286A-8527-9EC73F050C5A}"/>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10" name="Footer Placeholder 4">
            <a:extLst>
              <a:ext uri="{FF2B5EF4-FFF2-40B4-BE49-F238E27FC236}">
                <a16:creationId xmlns:a16="http://schemas.microsoft.com/office/drawing/2014/main" id="{E6E02060-1062-1563-E549-CD8CEB48D9B3}"/>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1" name="Straight Connector 10">
            <a:extLst>
              <a:ext uri="{FF2B5EF4-FFF2-40B4-BE49-F238E27FC236}">
                <a16:creationId xmlns:a16="http://schemas.microsoft.com/office/drawing/2014/main" id="{B6C202D2-FCDD-C68E-CAA2-6C1E5DD46859}"/>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433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6FD41-6019-CD6C-6665-80EA8D7A6C02}"/>
              </a:ext>
            </a:extLst>
          </p:cNvPr>
          <p:cNvSpPr>
            <a:spLocks noGrp="1"/>
          </p:cNvSpPr>
          <p:nvPr>
            <p:ph type="title"/>
          </p:nvPr>
        </p:nvSpPr>
        <p:spPr>
          <a:xfrm>
            <a:off x="839788" y="82636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C9F666-6A8D-602E-BBFD-BDB638D94CE9}"/>
              </a:ext>
            </a:extLst>
          </p:cNvPr>
          <p:cNvSpPr>
            <a:spLocks noGrp="1"/>
          </p:cNvSpPr>
          <p:nvPr>
            <p:ph type="body" idx="1"/>
          </p:nvPr>
        </p:nvSpPr>
        <p:spPr>
          <a:xfrm>
            <a:off x="839788" y="2142407"/>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7DB928-AEB0-9052-5F03-5F10A5A6D0B7}"/>
              </a:ext>
            </a:extLst>
          </p:cNvPr>
          <p:cNvSpPr>
            <a:spLocks noGrp="1"/>
          </p:cNvSpPr>
          <p:nvPr>
            <p:ph sz="half" idx="2"/>
          </p:nvPr>
        </p:nvSpPr>
        <p:spPr>
          <a:xfrm>
            <a:off x="839788" y="2966319"/>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987E17-25F6-814C-5955-581112A1DAE5}"/>
              </a:ext>
            </a:extLst>
          </p:cNvPr>
          <p:cNvSpPr>
            <a:spLocks noGrp="1"/>
          </p:cNvSpPr>
          <p:nvPr>
            <p:ph type="body" sz="quarter" idx="3"/>
          </p:nvPr>
        </p:nvSpPr>
        <p:spPr>
          <a:xfrm>
            <a:off x="6172200" y="2142407"/>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8" name="Picture 7" descr="Blue text on a white background&#10;&#10;Description automatically generated">
            <a:extLst>
              <a:ext uri="{FF2B5EF4-FFF2-40B4-BE49-F238E27FC236}">
                <a16:creationId xmlns:a16="http://schemas.microsoft.com/office/drawing/2014/main" id="{0C68B052-178B-68EB-74D0-1F72A961D625}"/>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6" name="Content Placeholder 5">
            <a:extLst>
              <a:ext uri="{FF2B5EF4-FFF2-40B4-BE49-F238E27FC236}">
                <a16:creationId xmlns:a16="http://schemas.microsoft.com/office/drawing/2014/main" id="{58E2F8CB-407F-E9C8-0B60-6661F8F09C93}"/>
              </a:ext>
            </a:extLst>
          </p:cNvPr>
          <p:cNvSpPr>
            <a:spLocks noGrp="1"/>
          </p:cNvSpPr>
          <p:nvPr>
            <p:ph sz="quarter" idx="4"/>
          </p:nvPr>
        </p:nvSpPr>
        <p:spPr>
          <a:xfrm>
            <a:off x="6172200" y="2966319"/>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3E084DDE-82D5-F74F-6486-DED2612274CD}"/>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12" name="Footer Placeholder 4">
            <a:extLst>
              <a:ext uri="{FF2B5EF4-FFF2-40B4-BE49-F238E27FC236}">
                <a16:creationId xmlns:a16="http://schemas.microsoft.com/office/drawing/2014/main" id="{8B202EF5-2A81-8235-70C4-6821549220EA}"/>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3" name="Straight Connector 12">
            <a:extLst>
              <a:ext uri="{FF2B5EF4-FFF2-40B4-BE49-F238E27FC236}">
                <a16:creationId xmlns:a16="http://schemas.microsoft.com/office/drawing/2014/main" id="{334AFFD4-4F3C-D078-8FAB-44BBE50F61A1}"/>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864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0380C-E50D-70D7-4C76-E7BA7AFD9524}"/>
              </a:ext>
            </a:extLst>
          </p:cNvPr>
          <p:cNvSpPr>
            <a:spLocks noGrp="1"/>
          </p:cNvSpPr>
          <p:nvPr>
            <p:ph type="title"/>
          </p:nvPr>
        </p:nvSpPr>
        <p:spPr>
          <a:xfrm>
            <a:off x="838200" y="785909"/>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F2B6F113-2EC8-CE48-879A-6833BF6200A1}"/>
              </a:ext>
            </a:extLst>
          </p:cNvPr>
          <p:cNvSpPr>
            <a:spLocks noGrp="1"/>
          </p:cNvSpPr>
          <p:nvPr>
            <p:ph type="dt" sz="half" idx="10"/>
          </p:nvPr>
        </p:nvSpPr>
        <p:spPr/>
        <p:txBody>
          <a:bodyPr/>
          <a:lstStyle/>
          <a:p>
            <a:fld id="{04BC266F-70C8-954B-9EC8-D842168CE9D2}" type="datetimeFigureOut">
              <a:rPr lang="en-US" smtClean="0"/>
              <a:t>1/30/26</a:t>
            </a:fld>
            <a:endParaRPr lang="en-US"/>
          </a:p>
        </p:txBody>
      </p:sp>
      <p:sp>
        <p:nvSpPr>
          <p:cNvPr id="4" name="Footer Placeholder 3">
            <a:extLst>
              <a:ext uri="{FF2B5EF4-FFF2-40B4-BE49-F238E27FC236}">
                <a16:creationId xmlns:a16="http://schemas.microsoft.com/office/drawing/2014/main" id="{7B9D26BA-5C98-F77F-4E74-A5E405BDFC16}"/>
              </a:ext>
            </a:extLst>
          </p:cNvPr>
          <p:cNvSpPr>
            <a:spLocks noGrp="1"/>
          </p:cNvSpPr>
          <p:nvPr>
            <p:ph type="ftr" sz="quarter" idx="11"/>
          </p:nvPr>
        </p:nvSpPr>
        <p:spPr/>
        <p:txBody>
          <a:bodyPr/>
          <a:lstStyle/>
          <a:p>
            <a:endParaRPr lang="en-US"/>
          </a:p>
        </p:txBody>
      </p:sp>
      <p:pic>
        <p:nvPicPr>
          <p:cNvPr id="6" name="Picture 5" descr="Blue text on a white background&#10;&#10;Description automatically generated">
            <a:extLst>
              <a:ext uri="{FF2B5EF4-FFF2-40B4-BE49-F238E27FC236}">
                <a16:creationId xmlns:a16="http://schemas.microsoft.com/office/drawing/2014/main" id="{5F6499B7-7705-4022-0E3D-6F15DA33E04D}"/>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5" name="Slide Number Placeholder 4">
            <a:extLst>
              <a:ext uri="{FF2B5EF4-FFF2-40B4-BE49-F238E27FC236}">
                <a16:creationId xmlns:a16="http://schemas.microsoft.com/office/drawing/2014/main" id="{E96EE29F-553C-C4CE-B95E-AA4C5D73A3B6}"/>
              </a:ext>
            </a:extLst>
          </p:cNvPr>
          <p:cNvSpPr>
            <a:spLocks noGrp="1"/>
          </p:cNvSpPr>
          <p:nvPr>
            <p:ph type="sldNum" sz="quarter" idx="12"/>
          </p:nvPr>
        </p:nvSpPr>
        <p:spPr/>
        <p:txBody>
          <a:bodyPr/>
          <a:lstStyle/>
          <a:p>
            <a:fld id="{5AEF18FD-875D-A541-8C07-F37C775C0F13}" type="slidenum">
              <a:rPr lang="en-US" smtClean="0"/>
              <a:t>‹#›</a:t>
            </a:fld>
            <a:endParaRPr lang="en-US"/>
          </a:p>
        </p:txBody>
      </p:sp>
      <p:sp>
        <p:nvSpPr>
          <p:cNvPr id="7" name="Footer Placeholder 4">
            <a:extLst>
              <a:ext uri="{FF2B5EF4-FFF2-40B4-BE49-F238E27FC236}">
                <a16:creationId xmlns:a16="http://schemas.microsoft.com/office/drawing/2014/main" id="{708DDE5B-2DD9-86EA-2AF6-4C8E51EEF8B4}"/>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8" name="Footer Placeholder 4">
            <a:extLst>
              <a:ext uri="{FF2B5EF4-FFF2-40B4-BE49-F238E27FC236}">
                <a16:creationId xmlns:a16="http://schemas.microsoft.com/office/drawing/2014/main" id="{7E49FA92-9689-FAB4-2ECB-5B956E927256}"/>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9" name="Straight Connector 8">
            <a:extLst>
              <a:ext uri="{FF2B5EF4-FFF2-40B4-BE49-F238E27FC236}">
                <a16:creationId xmlns:a16="http://schemas.microsoft.com/office/drawing/2014/main" id="{BF669ED5-94B9-9A07-F0FF-9839ED506F34}"/>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0086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4E8268-BB09-9115-852C-9588795B4AB9}"/>
              </a:ext>
            </a:extLst>
          </p:cNvPr>
          <p:cNvSpPr>
            <a:spLocks noGrp="1"/>
          </p:cNvSpPr>
          <p:nvPr>
            <p:ph type="dt" sz="half" idx="10"/>
          </p:nvPr>
        </p:nvSpPr>
        <p:spPr/>
        <p:txBody>
          <a:bodyPr/>
          <a:lstStyle/>
          <a:p>
            <a:fld id="{04BC266F-70C8-954B-9EC8-D842168CE9D2}" type="datetimeFigureOut">
              <a:rPr lang="en-US" smtClean="0"/>
              <a:t>1/30/26</a:t>
            </a:fld>
            <a:endParaRPr lang="en-US"/>
          </a:p>
        </p:txBody>
      </p:sp>
      <p:sp>
        <p:nvSpPr>
          <p:cNvPr id="3" name="Footer Placeholder 2">
            <a:extLst>
              <a:ext uri="{FF2B5EF4-FFF2-40B4-BE49-F238E27FC236}">
                <a16:creationId xmlns:a16="http://schemas.microsoft.com/office/drawing/2014/main" id="{E6F8A218-E351-876A-DAA5-28871E0DA9EF}"/>
              </a:ext>
            </a:extLst>
          </p:cNvPr>
          <p:cNvSpPr>
            <a:spLocks noGrp="1"/>
          </p:cNvSpPr>
          <p:nvPr>
            <p:ph type="ftr" sz="quarter" idx="11"/>
          </p:nvPr>
        </p:nvSpPr>
        <p:spPr/>
        <p:txBody>
          <a:bodyPr/>
          <a:lstStyle/>
          <a:p>
            <a:endParaRPr lang="en-US"/>
          </a:p>
        </p:txBody>
      </p:sp>
      <p:pic>
        <p:nvPicPr>
          <p:cNvPr id="5" name="Picture 4" descr="Blue text on a white background&#10;&#10;Description automatically generated">
            <a:extLst>
              <a:ext uri="{FF2B5EF4-FFF2-40B4-BE49-F238E27FC236}">
                <a16:creationId xmlns:a16="http://schemas.microsoft.com/office/drawing/2014/main" id="{32B622B8-10FD-A134-458C-E6877FD80608}"/>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Slide Number Placeholder 3">
            <a:extLst>
              <a:ext uri="{FF2B5EF4-FFF2-40B4-BE49-F238E27FC236}">
                <a16:creationId xmlns:a16="http://schemas.microsoft.com/office/drawing/2014/main" id="{754078DA-EA1A-D15A-DC5A-C7E4EB745A60}"/>
              </a:ext>
            </a:extLst>
          </p:cNvPr>
          <p:cNvSpPr>
            <a:spLocks noGrp="1"/>
          </p:cNvSpPr>
          <p:nvPr>
            <p:ph type="sldNum" sz="quarter" idx="12"/>
          </p:nvPr>
        </p:nvSpPr>
        <p:spPr/>
        <p:txBody>
          <a:bodyPr/>
          <a:lstStyle/>
          <a:p>
            <a:fld id="{5AEF18FD-875D-A541-8C07-F37C775C0F13}" type="slidenum">
              <a:rPr lang="en-US" smtClean="0"/>
              <a:t>‹#›</a:t>
            </a:fld>
            <a:endParaRPr lang="en-US"/>
          </a:p>
        </p:txBody>
      </p:sp>
      <p:sp>
        <p:nvSpPr>
          <p:cNvPr id="6" name="Footer Placeholder 4">
            <a:extLst>
              <a:ext uri="{FF2B5EF4-FFF2-40B4-BE49-F238E27FC236}">
                <a16:creationId xmlns:a16="http://schemas.microsoft.com/office/drawing/2014/main" id="{40560B87-4053-202F-E17D-9EF3D6733F8F}"/>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7" name="Footer Placeholder 4">
            <a:extLst>
              <a:ext uri="{FF2B5EF4-FFF2-40B4-BE49-F238E27FC236}">
                <a16:creationId xmlns:a16="http://schemas.microsoft.com/office/drawing/2014/main" id="{B5E66F80-159E-0E16-E237-CC8F92940701}"/>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8" name="Straight Connector 7">
            <a:extLst>
              <a:ext uri="{FF2B5EF4-FFF2-40B4-BE49-F238E27FC236}">
                <a16:creationId xmlns:a16="http://schemas.microsoft.com/office/drawing/2014/main" id="{ADFE5D7F-2C5A-49EE-7A01-6A6A94CCC39D}"/>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8012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9512-DB3C-27D6-94A1-4CE5658EDA6D}"/>
              </a:ext>
            </a:extLst>
          </p:cNvPr>
          <p:cNvSpPr>
            <a:spLocks noGrp="1"/>
          </p:cNvSpPr>
          <p:nvPr>
            <p:ph type="title"/>
          </p:nvPr>
        </p:nvSpPr>
        <p:spPr>
          <a:xfrm>
            <a:off x="839788" y="98318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4B6E74-9F00-7DB0-255C-B77AD9A41B6F}"/>
              </a:ext>
            </a:extLst>
          </p:cNvPr>
          <p:cNvSpPr>
            <a:spLocks noGrp="1"/>
          </p:cNvSpPr>
          <p:nvPr>
            <p:ph idx="1"/>
          </p:nvPr>
        </p:nvSpPr>
        <p:spPr>
          <a:xfrm>
            <a:off x="5183188" y="151340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Blue text on a white background&#10;&#10;Description automatically generated">
            <a:extLst>
              <a:ext uri="{FF2B5EF4-FFF2-40B4-BE49-F238E27FC236}">
                <a16:creationId xmlns:a16="http://schemas.microsoft.com/office/drawing/2014/main" id="{FE831EBC-12E1-F4A6-863D-4B8D84A1AF5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Text Placeholder 3">
            <a:extLst>
              <a:ext uri="{FF2B5EF4-FFF2-40B4-BE49-F238E27FC236}">
                <a16:creationId xmlns:a16="http://schemas.microsoft.com/office/drawing/2014/main" id="{49782F70-FC76-DA9D-9C9B-5C7223768922}"/>
              </a:ext>
            </a:extLst>
          </p:cNvPr>
          <p:cNvSpPr>
            <a:spLocks noGrp="1"/>
          </p:cNvSpPr>
          <p:nvPr>
            <p:ph type="body" sz="half" idx="2"/>
          </p:nvPr>
        </p:nvSpPr>
        <p:spPr>
          <a:xfrm>
            <a:off x="839788" y="258338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Footer Placeholder 4">
            <a:extLst>
              <a:ext uri="{FF2B5EF4-FFF2-40B4-BE49-F238E27FC236}">
                <a16:creationId xmlns:a16="http://schemas.microsoft.com/office/drawing/2014/main" id="{5762C284-A385-C151-F898-C6E0FD35F2E8}"/>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10" name="Footer Placeholder 4">
            <a:extLst>
              <a:ext uri="{FF2B5EF4-FFF2-40B4-BE49-F238E27FC236}">
                <a16:creationId xmlns:a16="http://schemas.microsoft.com/office/drawing/2014/main" id="{B9779549-2BAC-513C-0330-0CC70BE106D4}"/>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1" name="Straight Connector 10">
            <a:extLst>
              <a:ext uri="{FF2B5EF4-FFF2-40B4-BE49-F238E27FC236}">
                <a16:creationId xmlns:a16="http://schemas.microsoft.com/office/drawing/2014/main" id="{B695A169-9043-0478-7765-F692CDA08802}"/>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5116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7646F-9BC1-59FE-5CD1-0334C05843C2}"/>
              </a:ext>
            </a:extLst>
          </p:cNvPr>
          <p:cNvSpPr>
            <a:spLocks noGrp="1"/>
          </p:cNvSpPr>
          <p:nvPr>
            <p:ph type="title"/>
          </p:nvPr>
        </p:nvSpPr>
        <p:spPr>
          <a:xfrm>
            <a:off x="839788" y="934628"/>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7D81B3-860D-217A-1F5F-D7F60AB4D897}"/>
              </a:ext>
            </a:extLst>
          </p:cNvPr>
          <p:cNvSpPr>
            <a:spLocks noGrp="1"/>
          </p:cNvSpPr>
          <p:nvPr>
            <p:ph type="pic" idx="1"/>
          </p:nvPr>
        </p:nvSpPr>
        <p:spPr>
          <a:xfrm>
            <a:off x="5183188" y="1464853"/>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pic>
        <p:nvPicPr>
          <p:cNvPr id="6" name="Picture 5" descr="Blue text on a white background&#10;&#10;Description automatically generated">
            <a:extLst>
              <a:ext uri="{FF2B5EF4-FFF2-40B4-BE49-F238E27FC236}">
                <a16:creationId xmlns:a16="http://schemas.microsoft.com/office/drawing/2014/main" id="{749EBEBA-9410-EC61-6F84-BC52B450D7FC}"/>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Text Placeholder 3">
            <a:extLst>
              <a:ext uri="{FF2B5EF4-FFF2-40B4-BE49-F238E27FC236}">
                <a16:creationId xmlns:a16="http://schemas.microsoft.com/office/drawing/2014/main" id="{618FB98A-B430-C6D2-5211-28791F38A231}"/>
              </a:ext>
            </a:extLst>
          </p:cNvPr>
          <p:cNvSpPr>
            <a:spLocks noGrp="1"/>
          </p:cNvSpPr>
          <p:nvPr>
            <p:ph type="body" sz="half" idx="2"/>
          </p:nvPr>
        </p:nvSpPr>
        <p:spPr>
          <a:xfrm>
            <a:off x="839788" y="2534828"/>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Footer Placeholder 4">
            <a:extLst>
              <a:ext uri="{FF2B5EF4-FFF2-40B4-BE49-F238E27FC236}">
                <a16:creationId xmlns:a16="http://schemas.microsoft.com/office/drawing/2014/main" id="{123FCC6A-2F3F-4971-9EC4-557092FB1A40}"/>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10" name="Footer Placeholder 4">
            <a:extLst>
              <a:ext uri="{FF2B5EF4-FFF2-40B4-BE49-F238E27FC236}">
                <a16:creationId xmlns:a16="http://schemas.microsoft.com/office/drawing/2014/main" id="{8236CCB9-8956-84BC-DEF4-5AC27703601C}"/>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1" name="Straight Connector 10">
            <a:extLst>
              <a:ext uri="{FF2B5EF4-FFF2-40B4-BE49-F238E27FC236}">
                <a16:creationId xmlns:a16="http://schemas.microsoft.com/office/drawing/2014/main" id="{5A05EB57-C136-624C-3951-8BA8F4AF0526}"/>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802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5" name="Picture 4" descr="Blue text on a white background&#10;&#10;Description automatically generated">
            <a:extLst>
              <a:ext uri="{FF2B5EF4-FFF2-40B4-BE49-F238E27FC236}">
                <a16:creationId xmlns:a16="http://schemas.microsoft.com/office/drawing/2014/main" id="{7B5669AE-17C4-21B8-716E-576EA07222E2}"/>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2" name="Title 1">
            <a:extLst>
              <a:ext uri="{FF2B5EF4-FFF2-40B4-BE49-F238E27FC236}">
                <a16:creationId xmlns:a16="http://schemas.microsoft.com/office/drawing/2014/main" id="{CB411D1C-0F2D-DA60-ACD5-56D862F86C92}"/>
              </a:ext>
            </a:extLst>
          </p:cNvPr>
          <p:cNvSpPr>
            <a:spLocks noGrp="1"/>
          </p:cNvSpPr>
          <p:nvPr>
            <p:ph type="title"/>
          </p:nvPr>
        </p:nvSpPr>
        <p:spPr>
          <a:xfrm>
            <a:off x="838200" y="866829"/>
            <a:ext cx="10515600" cy="1325563"/>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B6DBA-925F-FB98-9AA6-17E75C3A831D}"/>
              </a:ext>
            </a:extLst>
          </p:cNvPr>
          <p:cNvSpPr>
            <a:spLocks noGrp="1"/>
          </p:cNvSpPr>
          <p:nvPr>
            <p:ph type="body" orient="vert" idx="1"/>
          </p:nvPr>
        </p:nvSpPr>
        <p:spPr>
          <a:xfrm>
            <a:off x="838200" y="2327329"/>
            <a:ext cx="10515600" cy="4351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1C6A99E0-164E-8E07-5CE2-462A5715BEDF}"/>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9" name="Footer Placeholder 4">
            <a:extLst>
              <a:ext uri="{FF2B5EF4-FFF2-40B4-BE49-F238E27FC236}">
                <a16:creationId xmlns:a16="http://schemas.microsoft.com/office/drawing/2014/main" id="{57BC6584-4AE6-A403-9D75-64B3D0961972}"/>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5A268FE7-9424-BA2B-6407-5EDFA2D19315}"/>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953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B05C3D-FB3F-3C25-7050-4E9FC83033CB}"/>
              </a:ext>
            </a:extLst>
          </p:cNvPr>
          <p:cNvSpPr>
            <a:spLocks noGrp="1"/>
          </p:cNvSpPr>
          <p:nvPr>
            <p:ph type="title" orient="vert"/>
          </p:nvPr>
        </p:nvSpPr>
        <p:spPr>
          <a:xfrm>
            <a:off x="8724900" y="858737"/>
            <a:ext cx="2628900" cy="5811838"/>
          </a:xfrm>
        </p:spPr>
        <p:txBody>
          <a:bodyPr vert="eaVert"/>
          <a:lstStyle/>
          <a:p>
            <a:r>
              <a:rPr lang="en-US"/>
              <a:t>Click to edit Master title style</a:t>
            </a:r>
          </a:p>
        </p:txBody>
      </p:sp>
      <p:pic>
        <p:nvPicPr>
          <p:cNvPr id="5" name="Picture 4" descr="Blue text on a white background&#10;&#10;Description automatically generated">
            <a:extLst>
              <a:ext uri="{FF2B5EF4-FFF2-40B4-BE49-F238E27FC236}">
                <a16:creationId xmlns:a16="http://schemas.microsoft.com/office/drawing/2014/main" id="{19D51CD6-6B48-B408-FB65-BEBD1C62DA2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3" name="Vertical Text Placeholder 2">
            <a:extLst>
              <a:ext uri="{FF2B5EF4-FFF2-40B4-BE49-F238E27FC236}">
                <a16:creationId xmlns:a16="http://schemas.microsoft.com/office/drawing/2014/main" id="{A4F8A6BD-D071-5134-8DAB-9685A5A426F0}"/>
              </a:ext>
            </a:extLst>
          </p:cNvPr>
          <p:cNvSpPr>
            <a:spLocks noGrp="1"/>
          </p:cNvSpPr>
          <p:nvPr>
            <p:ph type="body" orient="vert" idx="1"/>
          </p:nvPr>
        </p:nvSpPr>
        <p:spPr>
          <a:xfrm>
            <a:off x="838200" y="858737"/>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C9D8348D-1C95-7E0B-1725-AD73063169BA}"/>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9" name="Footer Placeholder 4">
            <a:extLst>
              <a:ext uri="{FF2B5EF4-FFF2-40B4-BE49-F238E27FC236}">
                <a16:creationId xmlns:a16="http://schemas.microsoft.com/office/drawing/2014/main" id="{FC05B5A8-0ED3-B01C-7645-7C6B12D8F1E3}"/>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13D5E4D1-6755-AA74-3EC7-549A709B197A}"/>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3397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8C53B7-FED3-EFF9-26A5-392907AB9F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Subject Title</a:t>
            </a:r>
          </a:p>
        </p:txBody>
      </p:sp>
      <p:sp>
        <p:nvSpPr>
          <p:cNvPr id="3" name="Text Placeholder 2">
            <a:extLst>
              <a:ext uri="{FF2B5EF4-FFF2-40B4-BE49-F238E27FC236}">
                <a16:creationId xmlns:a16="http://schemas.microsoft.com/office/drawing/2014/main" id="{D5B91B9D-A735-901B-1C8F-AF7739954B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FCA33F-C01E-0A3B-9D81-9431474419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BC266F-70C8-954B-9EC8-D842168CE9D2}" type="datetimeFigureOut">
              <a:rPr lang="en-US" smtClean="0"/>
              <a:t>1/30/26</a:t>
            </a:fld>
            <a:endParaRPr lang="en-US"/>
          </a:p>
        </p:txBody>
      </p:sp>
      <p:sp>
        <p:nvSpPr>
          <p:cNvPr id="5" name="Footer Placeholder 4">
            <a:extLst>
              <a:ext uri="{FF2B5EF4-FFF2-40B4-BE49-F238E27FC236}">
                <a16:creationId xmlns:a16="http://schemas.microsoft.com/office/drawing/2014/main" id="{EF14D509-240F-F8C7-25C0-84E3FCFA7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FA56B6-26D6-957A-7566-E1928B4300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EF18FD-875D-A541-8C07-F37C775C0F13}" type="slidenum">
              <a:rPr lang="en-US" smtClean="0"/>
              <a:t>‹#›</a:t>
            </a:fld>
            <a:endParaRPr lang="en-US"/>
          </a:p>
        </p:txBody>
      </p:sp>
    </p:spTree>
    <p:extLst>
      <p:ext uri="{BB962C8B-B14F-4D97-AF65-F5344CB8AC3E}">
        <p14:creationId xmlns:p14="http://schemas.microsoft.com/office/powerpoint/2010/main" val="651270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794475"/>
            <a:ext cx="9144000" cy="1184161"/>
          </a:xfrm>
        </p:spPr>
        <p:txBody>
          <a:bodyPr>
            <a:normAutofit/>
          </a:bodyPr>
          <a:lstStyle/>
          <a:p>
            <a:r>
              <a:rPr lang="en-US" sz="7000" dirty="0">
                <a:solidFill>
                  <a:srgbClr val="32418C"/>
                </a:solidFill>
                <a:latin typeface="Aptos" panose="020B0004020202020204" pitchFamily="34" charset="0"/>
              </a:rPr>
              <a:t>Correlation</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endParaRPr lang="en-US" dirty="0"/>
          </a:p>
        </p:txBody>
      </p:sp>
    </p:spTree>
    <p:extLst>
      <p:ext uri="{BB962C8B-B14F-4D97-AF65-F5344CB8AC3E}">
        <p14:creationId xmlns:p14="http://schemas.microsoft.com/office/powerpoint/2010/main" val="345536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4E8B32D-D13C-D701-5CF1-796DC9E36E3A}"/>
              </a:ext>
            </a:extLst>
          </p:cNvPr>
          <p:cNvSpPr>
            <a:spLocks noGrp="1"/>
          </p:cNvSpPr>
          <p:nvPr>
            <p:ph type="title"/>
          </p:nvPr>
        </p:nvSpPr>
        <p:spPr>
          <a:xfrm>
            <a:off x="838200" y="826369"/>
            <a:ext cx="10515600" cy="1325563"/>
          </a:xfrm>
        </p:spPr>
        <p:txBody>
          <a:bodyPr/>
          <a:lstStyle/>
          <a:p>
            <a:r>
              <a:rPr lang="en-PH" dirty="0"/>
              <a:t>Outline</a:t>
            </a:r>
          </a:p>
        </p:txBody>
      </p:sp>
      <p:sp>
        <p:nvSpPr>
          <p:cNvPr id="11" name="Content Placeholder 2">
            <a:extLst>
              <a:ext uri="{FF2B5EF4-FFF2-40B4-BE49-F238E27FC236}">
                <a16:creationId xmlns:a16="http://schemas.microsoft.com/office/drawing/2014/main" id="{8FED421C-D127-257D-0162-034D034A4EF4}"/>
              </a:ext>
            </a:extLst>
          </p:cNvPr>
          <p:cNvSpPr>
            <a:spLocks noGrp="1"/>
          </p:cNvSpPr>
          <p:nvPr>
            <p:ph idx="1"/>
          </p:nvPr>
        </p:nvSpPr>
        <p:spPr>
          <a:xfrm>
            <a:off x="838200" y="2056369"/>
            <a:ext cx="10515600" cy="4510686"/>
          </a:xfrm>
        </p:spPr>
        <p:txBody>
          <a:bodyPr>
            <a:noAutofit/>
          </a:bodyPr>
          <a:lstStyle/>
          <a:p>
            <a:pPr algn="l">
              <a:buFont typeface="Wingdings" pitchFamily="2" charset="2"/>
              <a:buChar char="Ø"/>
            </a:pPr>
            <a:r>
              <a:rPr lang="en-US" sz="3500" b="1" dirty="0"/>
              <a:t> Correlation</a:t>
            </a:r>
          </a:p>
          <a:p>
            <a:pPr lvl="1">
              <a:buFont typeface="Wingdings" pitchFamily="2" charset="2"/>
              <a:buChar char="§"/>
            </a:pPr>
            <a:r>
              <a:rPr lang="en-US" sz="3100" b="1" dirty="0"/>
              <a:t>Interpreting correlation coefficients</a:t>
            </a:r>
          </a:p>
          <a:p>
            <a:pPr lvl="1">
              <a:buFont typeface="Wingdings" pitchFamily="2" charset="2"/>
              <a:buChar char="§"/>
            </a:pPr>
            <a:r>
              <a:rPr lang="en-US" sz="3500" b="1" dirty="0">
                <a:solidFill>
                  <a:schemeClr val="bg2">
                    <a:lumMod val="90000"/>
                  </a:schemeClr>
                </a:solidFill>
              </a:rPr>
              <a:t>Describing Relationships</a:t>
            </a:r>
          </a:p>
          <a:p>
            <a:pPr lvl="1">
              <a:buFont typeface="Wingdings" pitchFamily="2" charset="2"/>
              <a:buChar char="§"/>
            </a:pPr>
            <a:r>
              <a:rPr lang="en-US" sz="3500" b="1" dirty="0">
                <a:solidFill>
                  <a:schemeClr val="bg2">
                    <a:lumMod val="90000"/>
                  </a:schemeClr>
                </a:solidFill>
              </a:rPr>
              <a:t> Pearson Correlation Assumptions</a:t>
            </a:r>
          </a:p>
          <a:p>
            <a:pPr algn="l">
              <a:buFont typeface="Wingdings" pitchFamily="2" charset="2"/>
              <a:buChar char="Ø"/>
            </a:pPr>
            <a:r>
              <a:rPr lang="en-US" sz="3500" b="1" dirty="0">
                <a:solidFill>
                  <a:schemeClr val="bg2">
                    <a:lumMod val="90000"/>
                  </a:schemeClr>
                </a:solidFill>
              </a:rPr>
              <a:t> Spearman's Correlation</a:t>
            </a:r>
          </a:p>
          <a:p>
            <a:pPr algn="l">
              <a:buFont typeface="Wingdings" pitchFamily="2" charset="2"/>
              <a:buChar char="Ø"/>
            </a:pPr>
            <a:r>
              <a:rPr lang="en-US" sz="3500" b="1" dirty="0">
                <a:solidFill>
                  <a:schemeClr val="bg2">
                    <a:lumMod val="90000"/>
                  </a:schemeClr>
                </a:solidFill>
              </a:rPr>
              <a:t> Correlation does not imply Causation</a:t>
            </a:r>
          </a:p>
          <a:p>
            <a:pPr lvl="1">
              <a:buFont typeface="Wingdings" pitchFamily="2" charset="2"/>
              <a:buChar char="Ø"/>
            </a:pPr>
            <a:endParaRPr lang="en-US" sz="3100" b="1" dirty="0">
              <a:solidFill>
                <a:schemeClr val="bg2">
                  <a:lumMod val="90000"/>
                </a:schemeClr>
              </a:solidFill>
            </a:endParaRPr>
          </a:p>
          <a:p>
            <a:pPr marL="0" indent="0" algn="l">
              <a:buNone/>
            </a:pPr>
            <a:endParaRPr lang="en-US" sz="3500" b="1" dirty="0">
              <a:solidFill>
                <a:schemeClr val="bg2">
                  <a:lumMod val="90000"/>
                </a:schemeClr>
              </a:solidFill>
            </a:endParaRPr>
          </a:p>
        </p:txBody>
      </p:sp>
    </p:spTree>
    <p:extLst>
      <p:ext uri="{BB962C8B-B14F-4D97-AF65-F5344CB8AC3E}">
        <p14:creationId xmlns:p14="http://schemas.microsoft.com/office/powerpoint/2010/main" val="2403722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26095-9B73-B088-D534-B8F9D89A7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394E3-C729-80C4-96B2-146E06F88186}"/>
              </a:ext>
            </a:extLst>
          </p:cNvPr>
          <p:cNvSpPr>
            <a:spLocks noGrp="1"/>
          </p:cNvSpPr>
          <p:nvPr>
            <p:ph type="title"/>
          </p:nvPr>
        </p:nvSpPr>
        <p:spPr/>
        <p:txBody>
          <a:bodyPr>
            <a:normAutofit/>
          </a:bodyPr>
          <a:lstStyle/>
          <a:p>
            <a:r>
              <a:rPr lang="en-US" sz="4000" dirty="0"/>
              <a:t>Visualizing Relationships between variables</a:t>
            </a:r>
          </a:p>
        </p:txBody>
      </p:sp>
      <p:sp>
        <p:nvSpPr>
          <p:cNvPr id="3" name="Content Placeholder 2">
            <a:extLst>
              <a:ext uri="{FF2B5EF4-FFF2-40B4-BE49-F238E27FC236}">
                <a16:creationId xmlns:a16="http://schemas.microsoft.com/office/drawing/2014/main" id="{0EC84548-2140-98AF-CB67-E944AA6056C4}"/>
              </a:ext>
            </a:extLst>
          </p:cNvPr>
          <p:cNvSpPr>
            <a:spLocks noGrp="1"/>
          </p:cNvSpPr>
          <p:nvPr>
            <p:ph idx="1"/>
          </p:nvPr>
        </p:nvSpPr>
        <p:spPr>
          <a:xfrm>
            <a:off x="838200" y="2286869"/>
            <a:ext cx="10645239" cy="4351338"/>
          </a:xfrm>
        </p:spPr>
        <p:txBody>
          <a:bodyPr>
            <a:normAutofit/>
          </a:bodyPr>
          <a:lstStyle/>
          <a:p>
            <a:pPr marL="0" indent="0">
              <a:buNone/>
            </a:pPr>
            <a:r>
              <a:rPr lang="en-US" dirty="0"/>
              <a:t>Test whether the patterns that you observe in a sample dataset are likely to be present in the broader population or whether those patters are a product of chance.</a:t>
            </a:r>
            <a:endParaRPr lang="en-PH" dirty="0"/>
          </a:p>
        </p:txBody>
      </p:sp>
      <p:pic>
        <p:nvPicPr>
          <p:cNvPr id="4" name="Picture 3">
            <a:extLst>
              <a:ext uri="{FF2B5EF4-FFF2-40B4-BE49-F238E27FC236}">
                <a16:creationId xmlns:a16="http://schemas.microsoft.com/office/drawing/2014/main" id="{3A9122C0-9F5A-DF44-32B8-4B70C912F0FF}"/>
              </a:ext>
            </a:extLst>
          </p:cNvPr>
          <p:cNvPicPr>
            <a:picLocks noChangeAspect="1"/>
          </p:cNvPicPr>
          <p:nvPr/>
        </p:nvPicPr>
        <p:blipFill>
          <a:blip r:embed="rId2"/>
          <a:stretch>
            <a:fillRect/>
          </a:stretch>
        </p:blipFill>
        <p:spPr>
          <a:xfrm>
            <a:off x="7144030" y="3258000"/>
            <a:ext cx="5047970" cy="3600000"/>
          </a:xfrm>
          <a:prstGeom prst="rect">
            <a:avLst/>
          </a:prstGeom>
        </p:spPr>
      </p:pic>
    </p:spTree>
    <p:extLst>
      <p:ext uri="{BB962C8B-B14F-4D97-AF65-F5344CB8AC3E}">
        <p14:creationId xmlns:p14="http://schemas.microsoft.com/office/powerpoint/2010/main" val="3904366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B7F6109-9136-6181-366B-C4C5370A1C5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EA81679-2852-1D22-1EDF-BB642EB242EB}"/>
              </a:ext>
            </a:extLst>
          </p:cNvPr>
          <p:cNvPicPr>
            <a:picLocks noChangeAspect="1"/>
          </p:cNvPicPr>
          <p:nvPr/>
        </p:nvPicPr>
        <p:blipFill>
          <a:blip r:embed="rId2"/>
          <a:stretch>
            <a:fillRect/>
          </a:stretch>
        </p:blipFill>
        <p:spPr>
          <a:xfrm>
            <a:off x="2082113" y="566465"/>
            <a:ext cx="8027773" cy="5725070"/>
          </a:xfrm>
          <a:prstGeom prst="rect">
            <a:avLst/>
          </a:prstGeom>
        </p:spPr>
      </p:pic>
    </p:spTree>
    <p:extLst>
      <p:ext uri="{BB962C8B-B14F-4D97-AF65-F5344CB8AC3E}">
        <p14:creationId xmlns:p14="http://schemas.microsoft.com/office/powerpoint/2010/main" val="1463262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DEE905C-7EFB-A2B2-5811-17F74C180176}"/>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7CB702E-0834-99D5-20B7-7C16624BACA9}"/>
              </a:ext>
            </a:extLst>
          </p:cNvPr>
          <p:cNvPicPr>
            <a:picLocks noChangeAspect="1"/>
          </p:cNvPicPr>
          <p:nvPr/>
        </p:nvPicPr>
        <p:blipFill>
          <a:blip r:embed="rId2"/>
          <a:stretch>
            <a:fillRect/>
          </a:stretch>
        </p:blipFill>
        <p:spPr>
          <a:xfrm>
            <a:off x="0" y="566465"/>
            <a:ext cx="8027773" cy="5725070"/>
          </a:xfrm>
          <a:prstGeom prst="rect">
            <a:avLst/>
          </a:prstGeom>
        </p:spPr>
      </p:pic>
      <p:sp>
        <p:nvSpPr>
          <p:cNvPr id="11" name="TextBox 10">
            <a:extLst>
              <a:ext uri="{FF2B5EF4-FFF2-40B4-BE49-F238E27FC236}">
                <a16:creationId xmlns:a16="http://schemas.microsoft.com/office/drawing/2014/main" id="{A042D161-EB28-D8A5-659A-EAD95C343B7F}"/>
              </a:ext>
            </a:extLst>
          </p:cNvPr>
          <p:cNvSpPr txBox="1"/>
          <p:nvPr/>
        </p:nvSpPr>
        <p:spPr>
          <a:xfrm>
            <a:off x="7656040" y="3290918"/>
            <a:ext cx="4535960" cy="1061829"/>
          </a:xfrm>
          <a:prstGeom prst="rect">
            <a:avLst/>
          </a:prstGeom>
          <a:noFill/>
        </p:spPr>
        <p:txBody>
          <a:bodyPr wrap="square">
            <a:spAutoFit/>
          </a:bodyPr>
          <a:lstStyle/>
          <a:p>
            <a:pPr marL="0" indent="0">
              <a:buNone/>
            </a:pPr>
            <a:r>
              <a:rPr lang="en-PH" sz="2100" dirty="0"/>
              <a:t>In a there is a </a:t>
            </a:r>
            <a:r>
              <a:rPr lang="en-PH" sz="2100" b="1" dirty="0">
                <a:solidFill>
                  <a:srgbClr val="00B050"/>
                </a:solidFill>
              </a:rPr>
              <a:t>positive relationship </a:t>
            </a:r>
            <a:r>
              <a:rPr lang="en-PH" sz="2100" dirty="0"/>
              <a:t>between the two variables and from inspection appears to be linear.</a:t>
            </a:r>
          </a:p>
        </p:txBody>
      </p:sp>
    </p:spTree>
    <p:extLst>
      <p:ext uri="{BB962C8B-B14F-4D97-AF65-F5344CB8AC3E}">
        <p14:creationId xmlns:p14="http://schemas.microsoft.com/office/powerpoint/2010/main" val="22559633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148A534-9CD5-663B-1A9E-A2120A0F915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C50EB56F-B235-1483-9270-10183A33A754}"/>
              </a:ext>
            </a:extLst>
          </p:cNvPr>
          <p:cNvPicPr>
            <a:picLocks noChangeAspect="1"/>
          </p:cNvPicPr>
          <p:nvPr/>
        </p:nvPicPr>
        <p:blipFill>
          <a:blip r:embed="rId2"/>
          <a:stretch>
            <a:fillRect/>
          </a:stretch>
        </p:blipFill>
        <p:spPr>
          <a:xfrm>
            <a:off x="0" y="566465"/>
            <a:ext cx="8027773" cy="5725070"/>
          </a:xfrm>
          <a:prstGeom prst="rect">
            <a:avLst/>
          </a:prstGeom>
        </p:spPr>
      </p:pic>
      <p:sp>
        <p:nvSpPr>
          <p:cNvPr id="11" name="TextBox 10">
            <a:extLst>
              <a:ext uri="{FF2B5EF4-FFF2-40B4-BE49-F238E27FC236}">
                <a16:creationId xmlns:a16="http://schemas.microsoft.com/office/drawing/2014/main" id="{FEE84AC6-E4EE-85B6-62C5-618EB996BBCD}"/>
              </a:ext>
            </a:extLst>
          </p:cNvPr>
          <p:cNvSpPr txBox="1"/>
          <p:nvPr/>
        </p:nvSpPr>
        <p:spPr>
          <a:xfrm>
            <a:off x="7656040" y="3290918"/>
            <a:ext cx="4535960" cy="1708160"/>
          </a:xfrm>
          <a:prstGeom prst="rect">
            <a:avLst/>
          </a:prstGeom>
          <a:noFill/>
        </p:spPr>
        <p:txBody>
          <a:bodyPr wrap="square">
            <a:spAutoFit/>
          </a:bodyPr>
          <a:lstStyle/>
          <a:p>
            <a:pPr marL="0" indent="0">
              <a:buNone/>
            </a:pPr>
            <a:endParaRPr lang="en-PH" sz="2100" dirty="0"/>
          </a:p>
          <a:p>
            <a:pPr marL="0" indent="0">
              <a:buNone/>
            </a:pPr>
            <a:r>
              <a:rPr lang="en-PH" sz="2100" dirty="0"/>
              <a:t>In b, there is a </a:t>
            </a:r>
            <a:r>
              <a:rPr lang="en-PH" sz="2100" b="1" dirty="0">
                <a:solidFill>
                  <a:srgbClr val="FF0000"/>
                </a:solidFill>
              </a:rPr>
              <a:t>negative</a:t>
            </a:r>
            <a:r>
              <a:rPr lang="en-PH" sz="2100" dirty="0">
                <a:solidFill>
                  <a:srgbClr val="FF0000"/>
                </a:solidFill>
              </a:rPr>
              <a:t> </a:t>
            </a:r>
            <a:r>
              <a:rPr lang="en-PH" sz="2100" b="1" dirty="0">
                <a:solidFill>
                  <a:srgbClr val="FF0000"/>
                </a:solidFill>
              </a:rPr>
              <a:t>relationship</a:t>
            </a:r>
            <a:r>
              <a:rPr lang="en-PH" sz="2100" dirty="0"/>
              <a:t> between the variables and it also appears to be non linear. </a:t>
            </a:r>
          </a:p>
          <a:p>
            <a:pPr marL="0" indent="0">
              <a:buNone/>
            </a:pPr>
            <a:endParaRPr lang="en-PH" sz="2100" dirty="0"/>
          </a:p>
        </p:txBody>
      </p:sp>
    </p:spTree>
    <p:extLst>
      <p:ext uri="{BB962C8B-B14F-4D97-AF65-F5344CB8AC3E}">
        <p14:creationId xmlns:p14="http://schemas.microsoft.com/office/powerpoint/2010/main" val="45720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94C98F-7025-A2F9-2C73-80E7E39D809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FB11501-15E6-EC1D-817D-503C40A3CD5D}"/>
              </a:ext>
            </a:extLst>
          </p:cNvPr>
          <p:cNvPicPr>
            <a:picLocks noChangeAspect="1"/>
          </p:cNvPicPr>
          <p:nvPr/>
        </p:nvPicPr>
        <p:blipFill>
          <a:blip r:embed="rId2"/>
          <a:stretch>
            <a:fillRect/>
          </a:stretch>
        </p:blipFill>
        <p:spPr>
          <a:xfrm>
            <a:off x="0" y="566465"/>
            <a:ext cx="8027773" cy="5725070"/>
          </a:xfrm>
          <a:prstGeom prst="rect">
            <a:avLst/>
          </a:prstGeom>
        </p:spPr>
      </p:pic>
      <p:sp>
        <p:nvSpPr>
          <p:cNvPr id="11" name="TextBox 10">
            <a:extLst>
              <a:ext uri="{FF2B5EF4-FFF2-40B4-BE49-F238E27FC236}">
                <a16:creationId xmlns:a16="http://schemas.microsoft.com/office/drawing/2014/main" id="{F2820EA5-8B4D-D149-2237-232A0CC32224}"/>
              </a:ext>
            </a:extLst>
          </p:cNvPr>
          <p:cNvSpPr txBox="1"/>
          <p:nvPr/>
        </p:nvSpPr>
        <p:spPr>
          <a:xfrm>
            <a:off x="7656040" y="3290918"/>
            <a:ext cx="4535960" cy="1384995"/>
          </a:xfrm>
          <a:prstGeom prst="rect">
            <a:avLst/>
          </a:prstGeom>
          <a:noFill/>
        </p:spPr>
        <p:txBody>
          <a:bodyPr wrap="square">
            <a:spAutoFit/>
          </a:bodyPr>
          <a:lstStyle/>
          <a:p>
            <a:pPr marL="0" indent="0">
              <a:buNone/>
            </a:pPr>
            <a:endParaRPr lang="en-PH" sz="2100" dirty="0"/>
          </a:p>
          <a:p>
            <a:pPr marL="0" indent="0">
              <a:buNone/>
            </a:pPr>
            <a:r>
              <a:rPr lang="en-PH" sz="2100" dirty="0"/>
              <a:t>In c, it is </a:t>
            </a:r>
            <a:r>
              <a:rPr lang="en-PH" sz="2100" b="1" dirty="0">
                <a:solidFill>
                  <a:srgbClr val="002060"/>
                </a:solidFill>
              </a:rPr>
              <a:t>difficult to see any relationship </a:t>
            </a:r>
            <a:r>
              <a:rPr lang="en-PH" sz="2100" dirty="0"/>
              <a:t>between the two variables.</a:t>
            </a:r>
          </a:p>
        </p:txBody>
      </p:sp>
    </p:spTree>
    <p:extLst>
      <p:ext uri="{BB962C8B-B14F-4D97-AF65-F5344CB8AC3E}">
        <p14:creationId xmlns:p14="http://schemas.microsoft.com/office/powerpoint/2010/main" val="4285436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D8AFC-AEDC-1180-7C06-612C5FA67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A2996-B42C-F019-1A03-88CA9CB985A6}"/>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C3BB2D00-EFB9-E45F-D1F7-29D0A8A5128C}"/>
              </a:ext>
            </a:extLst>
          </p:cNvPr>
          <p:cNvSpPr>
            <a:spLocks noGrp="1"/>
          </p:cNvSpPr>
          <p:nvPr>
            <p:ph idx="1"/>
          </p:nvPr>
        </p:nvSpPr>
        <p:spPr>
          <a:xfrm>
            <a:off x="838200" y="2286869"/>
            <a:ext cx="10645239" cy="4351338"/>
          </a:xfrm>
        </p:spPr>
        <p:txBody>
          <a:bodyPr>
            <a:normAutofit/>
          </a:bodyPr>
          <a:lstStyle/>
          <a:p>
            <a:pPr marL="0" indent="0">
              <a:buNone/>
            </a:pPr>
            <a:r>
              <a:rPr lang="en-US" dirty="0"/>
              <a:t>Correlation </a:t>
            </a:r>
            <a:r>
              <a:rPr lang="en-US" b="1" dirty="0">
                <a:solidFill>
                  <a:srgbClr val="002060"/>
                </a:solidFill>
              </a:rPr>
              <a:t>measures the strength of the relationship between two variables</a:t>
            </a:r>
            <a:r>
              <a:rPr lang="en-US" dirty="0"/>
              <a:t>. In other words, it tells you how closely two variables are related.</a:t>
            </a:r>
          </a:p>
          <a:p>
            <a:pPr marL="0" indent="0">
              <a:buNone/>
            </a:pPr>
            <a:endParaRPr lang="en-US" dirty="0"/>
          </a:p>
          <a:p>
            <a:pPr marL="0" indent="0">
              <a:buNone/>
            </a:pPr>
            <a:r>
              <a:rPr lang="en-PH" dirty="0"/>
              <a:t>There are other types of correlation and the most popular is called </a:t>
            </a:r>
            <a:r>
              <a:rPr lang="en-PH" b="1" dirty="0"/>
              <a:t>Pearson product-moment correlation</a:t>
            </a:r>
          </a:p>
          <a:p>
            <a:pPr marL="0" indent="0">
              <a:buNone/>
            </a:pPr>
            <a:endParaRPr lang="en-US" dirty="0"/>
          </a:p>
        </p:txBody>
      </p:sp>
      <p:pic>
        <p:nvPicPr>
          <p:cNvPr id="4" name="Picture 3">
            <a:extLst>
              <a:ext uri="{FF2B5EF4-FFF2-40B4-BE49-F238E27FC236}">
                <a16:creationId xmlns:a16="http://schemas.microsoft.com/office/drawing/2014/main" id="{4CF38696-BD2D-79F4-5BA8-F1E55D668921}"/>
              </a:ext>
            </a:extLst>
          </p:cNvPr>
          <p:cNvPicPr>
            <a:picLocks noChangeAspect="1"/>
          </p:cNvPicPr>
          <p:nvPr/>
        </p:nvPicPr>
        <p:blipFill>
          <a:blip r:embed="rId2"/>
          <a:stretch>
            <a:fillRect/>
          </a:stretch>
        </p:blipFill>
        <p:spPr>
          <a:xfrm>
            <a:off x="3054619" y="5216263"/>
            <a:ext cx="6082761" cy="1421944"/>
          </a:xfrm>
          <a:prstGeom prst="rect">
            <a:avLst/>
          </a:prstGeom>
        </p:spPr>
      </p:pic>
    </p:spTree>
    <p:extLst>
      <p:ext uri="{BB962C8B-B14F-4D97-AF65-F5344CB8AC3E}">
        <p14:creationId xmlns:p14="http://schemas.microsoft.com/office/powerpoint/2010/main" val="1860972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86F39-84CC-61F1-0346-2D79AA5C4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BD742-7862-8300-3195-874D181EF586}"/>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F7D91534-96D5-8DF5-BEE8-5553DA528F89}"/>
              </a:ext>
            </a:extLst>
          </p:cNvPr>
          <p:cNvSpPr>
            <a:spLocks noGrp="1"/>
          </p:cNvSpPr>
          <p:nvPr>
            <p:ph idx="1"/>
          </p:nvPr>
        </p:nvSpPr>
        <p:spPr>
          <a:xfrm>
            <a:off x="838200" y="2286869"/>
            <a:ext cx="10645239" cy="4351338"/>
          </a:xfrm>
        </p:spPr>
        <p:txBody>
          <a:bodyPr>
            <a:normAutofit/>
          </a:bodyPr>
          <a:lstStyle/>
          <a:p>
            <a:pPr marL="0" indent="0">
              <a:buNone/>
            </a:pPr>
            <a:r>
              <a:rPr lang="en-US" b="1" dirty="0">
                <a:solidFill>
                  <a:srgbClr val="00B050"/>
                </a:solidFill>
              </a:rPr>
              <a:t>Positive correlation</a:t>
            </a:r>
            <a:r>
              <a:rPr lang="en-US" dirty="0"/>
              <a:t>. This is when two variables move in the same direction. For example, as the price of a stock goes up, the number of shares traded also goes up.</a:t>
            </a:r>
          </a:p>
          <a:p>
            <a:endParaRPr lang="en-US" dirty="0"/>
          </a:p>
          <a:p>
            <a:pPr marL="0" indent="0">
              <a:buNone/>
            </a:pPr>
            <a:r>
              <a:rPr lang="en-US" b="1" dirty="0">
                <a:solidFill>
                  <a:srgbClr val="FF0000"/>
                </a:solidFill>
              </a:rPr>
              <a:t>Negative correlation</a:t>
            </a:r>
            <a:r>
              <a:rPr lang="en-US" dirty="0"/>
              <a:t>. This is when two variables move in opposite directions. For example, as the price of a stock goes up, the number of shares traded goes down.</a:t>
            </a:r>
          </a:p>
        </p:txBody>
      </p:sp>
    </p:spTree>
    <p:extLst>
      <p:ext uri="{BB962C8B-B14F-4D97-AF65-F5344CB8AC3E}">
        <p14:creationId xmlns:p14="http://schemas.microsoft.com/office/powerpoint/2010/main" val="2612179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A4221-0546-9D2A-4FE4-A9D24EACB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01390-F2CF-6ED4-DA59-16B78DAC4314}"/>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FC2C4DAB-3ED7-D740-E8B1-E7A98C0B6B58}"/>
              </a:ext>
            </a:extLst>
          </p:cNvPr>
          <p:cNvSpPr>
            <a:spLocks noGrp="1"/>
          </p:cNvSpPr>
          <p:nvPr>
            <p:ph idx="1"/>
          </p:nvPr>
        </p:nvSpPr>
        <p:spPr>
          <a:xfrm>
            <a:off x="838200" y="2286869"/>
            <a:ext cx="10645239" cy="4351338"/>
          </a:xfrm>
        </p:spPr>
        <p:txBody>
          <a:bodyPr>
            <a:normAutofit/>
          </a:bodyPr>
          <a:lstStyle/>
          <a:p>
            <a:pPr marL="0" indent="0">
              <a:buNone/>
            </a:pPr>
            <a:r>
              <a:rPr lang="en-US" b="1" dirty="0">
                <a:solidFill>
                  <a:srgbClr val="002060"/>
                </a:solidFill>
              </a:rPr>
              <a:t>Correlation</a:t>
            </a:r>
            <a:r>
              <a:rPr lang="en-US" dirty="0"/>
              <a:t> is measured on a scale from </a:t>
            </a:r>
            <a:r>
              <a:rPr lang="en-US" b="1" dirty="0">
                <a:solidFill>
                  <a:srgbClr val="002060"/>
                </a:solidFill>
              </a:rPr>
              <a:t>-1 to +1</a:t>
            </a:r>
            <a:r>
              <a:rPr lang="en-US" dirty="0"/>
              <a:t>. </a:t>
            </a:r>
          </a:p>
          <a:p>
            <a:pPr marL="0" indent="0">
              <a:buNone/>
            </a:pPr>
            <a:endParaRPr lang="en-US" dirty="0"/>
          </a:p>
          <a:p>
            <a:pPr marL="0" indent="0">
              <a:buNone/>
            </a:pPr>
            <a:r>
              <a:rPr lang="en-US" dirty="0"/>
              <a:t>A </a:t>
            </a:r>
            <a:r>
              <a:rPr lang="en-US" b="1" dirty="0">
                <a:solidFill>
                  <a:srgbClr val="FF0000"/>
                </a:solidFill>
              </a:rPr>
              <a:t>value of -1</a:t>
            </a:r>
            <a:r>
              <a:rPr lang="en-US" dirty="0"/>
              <a:t> means that the variables are perfectly </a:t>
            </a:r>
            <a:r>
              <a:rPr lang="en-US" b="1" dirty="0">
                <a:solidFill>
                  <a:srgbClr val="FF0000"/>
                </a:solidFill>
              </a:rPr>
              <a:t>negatively correlated</a:t>
            </a:r>
            <a:r>
              <a:rPr lang="en-US" dirty="0"/>
              <a:t>.</a:t>
            </a:r>
          </a:p>
          <a:p>
            <a:pPr marL="0" indent="0">
              <a:buNone/>
            </a:pPr>
            <a:endParaRPr lang="en-US" dirty="0"/>
          </a:p>
          <a:p>
            <a:pPr marL="0" indent="0">
              <a:buNone/>
            </a:pPr>
            <a:r>
              <a:rPr lang="en-US" dirty="0"/>
              <a:t>A </a:t>
            </a:r>
            <a:r>
              <a:rPr lang="en-US" b="1" dirty="0">
                <a:solidFill>
                  <a:srgbClr val="00B050"/>
                </a:solidFill>
              </a:rPr>
              <a:t>value of +1</a:t>
            </a:r>
            <a:r>
              <a:rPr lang="en-US" dirty="0"/>
              <a:t> means that the variables are perfectly </a:t>
            </a:r>
            <a:r>
              <a:rPr lang="en-US" b="1" dirty="0">
                <a:solidFill>
                  <a:srgbClr val="00B050"/>
                </a:solidFill>
              </a:rPr>
              <a:t>positively correlated</a:t>
            </a:r>
            <a:r>
              <a:rPr lang="en-US" dirty="0"/>
              <a:t>.</a:t>
            </a:r>
          </a:p>
          <a:p>
            <a:pPr marL="0" indent="0">
              <a:buNone/>
            </a:pPr>
            <a:endParaRPr lang="en-US" dirty="0"/>
          </a:p>
          <a:p>
            <a:pPr marL="0" indent="0">
              <a:buNone/>
            </a:pPr>
            <a:r>
              <a:rPr lang="en-US" dirty="0"/>
              <a:t>A </a:t>
            </a:r>
            <a:r>
              <a:rPr lang="en-US" b="1" dirty="0">
                <a:solidFill>
                  <a:srgbClr val="002060"/>
                </a:solidFill>
              </a:rPr>
              <a:t>value of 0</a:t>
            </a:r>
            <a:r>
              <a:rPr lang="en-US" dirty="0">
                <a:solidFill>
                  <a:srgbClr val="002060"/>
                </a:solidFill>
              </a:rPr>
              <a:t> </a:t>
            </a:r>
            <a:r>
              <a:rPr lang="en-US" dirty="0"/>
              <a:t>means that the variables are </a:t>
            </a:r>
            <a:r>
              <a:rPr lang="en-US" b="1" dirty="0">
                <a:solidFill>
                  <a:srgbClr val="002060"/>
                </a:solidFill>
              </a:rPr>
              <a:t>not correlated at all</a:t>
            </a:r>
            <a:r>
              <a:rPr lang="en-US" dirty="0"/>
              <a:t>.</a:t>
            </a:r>
          </a:p>
        </p:txBody>
      </p:sp>
    </p:spTree>
    <p:extLst>
      <p:ext uri="{BB962C8B-B14F-4D97-AF65-F5344CB8AC3E}">
        <p14:creationId xmlns:p14="http://schemas.microsoft.com/office/powerpoint/2010/main" val="3769003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FED4859-0E46-63FD-6591-AB38039B08A2}"/>
              </a:ext>
            </a:extLst>
          </p:cNvPr>
          <p:cNvPicPr>
            <a:picLocks noChangeAspect="1"/>
          </p:cNvPicPr>
          <p:nvPr/>
        </p:nvPicPr>
        <p:blipFill>
          <a:blip r:embed="rId2"/>
          <a:stretch>
            <a:fillRect/>
          </a:stretch>
        </p:blipFill>
        <p:spPr>
          <a:xfrm>
            <a:off x="2059872" y="529035"/>
            <a:ext cx="8072255" cy="5799929"/>
          </a:xfrm>
          <a:prstGeom prst="rect">
            <a:avLst/>
          </a:prstGeom>
        </p:spPr>
      </p:pic>
    </p:spTree>
    <p:extLst>
      <p:ext uri="{BB962C8B-B14F-4D97-AF65-F5344CB8AC3E}">
        <p14:creationId xmlns:p14="http://schemas.microsoft.com/office/powerpoint/2010/main" val="4050604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085BDD6B-D9E9-59F9-388D-4DAFE39885E5}"/>
              </a:ext>
            </a:extLst>
          </p:cNvPr>
          <p:cNvPicPr>
            <a:picLocks noChangeAspect="1"/>
          </p:cNvPicPr>
          <p:nvPr/>
        </p:nvPicPr>
        <p:blipFill>
          <a:blip r:embed="rId2"/>
          <a:stretch>
            <a:fillRect/>
          </a:stretch>
        </p:blipFill>
        <p:spPr>
          <a:xfrm>
            <a:off x="213253" y="403352"/>
            <a:ext cx="5066170" cy="5429831"/>
          </a:xfrm>
          <a:prstGeom prst="rect">
            <a:avLst/>
          </a:prstGeom>
        </p:spPr>
      </p:pic>
      <p:pic>
        <p:nvPicPr>
          <p:cNvPr id="3" name="Picture 2">
            <a:extLst>
              <a:ext uri="{FF2B5EF4-FFF2-40B4-BE49-F238E27FC236}">
                <a16:creationId xmlns:a16="http://schemas.microsoft.com/office/drawing/2014/main" id="{403F12C6-EE0F-CAD6-4E2F-BE76A313797A}"/>
              </a:ext>
            </a:extLst>
          </p:cNvPr>
          <p:cNvPicPr>
            <a:picLocks noChangeAspect="1"/>
          </p:cNvPicPr>
          <p:nvPr/>
        </p:nvPicPr>
        <p:blipFill>
          <a:blip r:embed="rId3"/>
          <a:stretch>
            <a:fillRect/>
          </a:stretch>
        </p:blipFill>
        <p:spPr>
          <a:xfrm>
            <a:off x="5715177" y="904610"/>
            <a:ext cx="6263570" cy="4727504"/>
          </a:xfrm>
          <a:prstGeom prst="rect">
            <a:avLst/>
          </a:prstGeom>
        </p:spPr>
      </p:pic>
    </p:spTree>
    <p:extLst>
      <p:ext uri="{BB962C8B-B14F-4D97-AF65-F5344CB8AC3E}">
        <p14:creationId xmlns:p14="http://schemas.microsoft.com/office/powerpoint/2010/main" val="2378343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E999DA-F8F1-9A45-2846-3999FD4CCDA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361438-AE00-A619-D0C2-2307D2CF0323}"/>
              </a:ext>
            </a:extLst>
          </p:cNvPr>
          <p:cNvPicPr>
            <a:picLocks noChangeAspect="1"/>
          </p:cNvPicPr>
          <p:nvPr/>
        </p:nvPicPr>
        <p:blipFill>
          <a:blip r:embed="rId2"/>
          <a:stretch>
            <a:fillRect/>
          </a:stretch>
        </p:blipFill>
        <p:spPr>
          <a:xfrm>
            <a:off x="354477" y="344058"/>
            <a:ext cx="7170148" cy="5674835"/>
          </a:xfrm>
          <a:prstGeom prst="rect">
            <a:avLst/>
          </a:prstGeom>
        </p:spPr>
      </p:pic>
      <p:pic>
        <p:nvPicPr>
          <p:cNvPr id="5" name="Picture 4">
            <a:extLst>
              <a:ext uri="{FF2B5EF4-FFF2-40B4-BE49-F238E27FC236}">
                <a16:creationId xmlns:a16="http://schemas.microsoft.com/office/drawing/2014/main" id="{36E23EC0-E2A5-D86D-D3C4-A4D38C0B31F0}"/>
              </a:ext>
            </a:extLst>
          </p:cNvPr>
          <p:cNvPicPr>
            <a:picLocks noChangeAspect="1"/>
          </p:cNvPicPr>
          <p:nvPr/>
        </p:nvPicPr>
        <p:blipFill rotWithShape="1">
          <a:blip r:embed="rId3"/>
          <a:srcRect l="40546" t="15598"/>
          <a:stretch/>
        </p:blipFill>
        <p:spPr>
          <a:xfrm>
            <a:off x="7749841" y="2134424"/>
            <a:ext cx="3760655" cy="2862968"/>
          </a:xfrm>
          <a:prstGeom prst="rect">
            <a:avLst/>
          </a:prstGeom>
        </p:spPr>
      </p:pic>
    </p:spTree>
    <p:extLst>
      <p:ext uri="{BB962C8B-B14F-4D97-AF65-F5344CB8AC3E}">
        <p14:creationId xmlns:p14="http://schemas.microsoft.com/office/powerpoint/2010/main" val="3882193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65A62D-4525-2BF5-45B1-C83A1EC08D22}"/>
            </a:ext>
          </a:extLst>
        </p:cNvPr>
        <p:cNvGrpSpPr/>
        <p:nvPr/>
      </p:nvGrpSpPr>
      <p:grpSpPr>
        <a:xfrm>
          <a:off x="0" y="0"/>
          <a:ext cx="0" cy="0"/>
          <a:chOff x="0" y="0"/>
          <a:chExt cx="0" cy="0"/>
        </a:xfrm>
      </p:grpSpPr>
      <p:pic>
        <p:nvPicPr>
          <p:cNvPr id="2" name="Picture 1" descr="Image result for pearson correlation table interpretation">
            <a:extLst>
              <a:ext uri="{FF2B5EF4-FFF2-40B4-BE49-F238E27FC236}">
                <a16:creationId xmlns:a16="http://schemas.microsoft.com/office/drawing/2014/main" id="{41FAC42A-2311-24EC-BE4B-26A9D90C15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8493" y="2202724"/>
            <a:ext cx="8655014" cy="2452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430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BA41E43-0A8F-A791-35FD-2DCE877EE336}"/>
              </a:ext>
            </a:extLst>
          </p:cNvPr>
          <p:cNvPicPr>
            <a:picLocks noChangeAspect="1"/>
          </p:cNvPicPr>
          <p:nvPr/>
        </p:nvPicPr>
        <p:blipFill>
          <a:blip r:embed="rId2"/>
          <a:stretch>
            <a:fillRect/>
          </a:stretch>
        </p:blipFill>
        <p:spPr>
          <a:xfrm>
            <a:off x="0" y="0"/>
            <a:ext cx="6263570" cy="4727504"/>
          </a:xfrm>
          <a:prstGeom prst="rect">
            <a:avLst/>
          </a:prstGeom>
        </p:spPr>
      </p:pic>
      <p:pic>
        <p:nvPicPr>
          <p:cNvPr id="11" name="Picture 10">
            <a:extLst>
              <a:ext uri="{FF2B5EF4-FFF2-40B4-BE49-F238E27FC236}">
                <a16:creationId xmlns:a16="http://schemas.microsoft.com/office/drawing/2014/main" id="{C4EBE7F9-635C-ADCA-54C1-4B252C7C1D6B}"/>
              </a:ext>
            </a:extLst>
          </p:cNvPr>
          <p:cNvPicPr>
            <a:picLocks noChangeAspect="1"/>
          </p:cNvPicPr>
          <p:nvPr/>
        </p:nvPicPr>
        <p:blipFill rotWithShape="1">
          <a:blip r:embed="rId3"/>
          <a:srcRect l="40546" t="15598"/>
          <a:stretch/>
        </p:blipFill>
        <p:spPr>
          <a:xfrm>
            <a:off x="7534688" y="932268"/>
            <a:ext cx="3760655" cy="2862968"/>
          </a:xfrm>
          <a:prstGeom prst="rect">
            <a:avLst/>
          </a:prstGeom>
        </p:spPr>
      </p:pic>
      <p:sp>
        <p:nvSpPr>
          <p:cNvPr id="13" name="TextBox 12">
            <a:extLst>
              <a:ext uri="{FF2B5EF4-FFF2-40B4-BE49-F238E27FC236}">
                <a16:creationId xmlns:a16="http://schemas.microsoft.com/office/drawing/2014/main" id="{668E6F93-62AC-2590-1966-13AB482DA391}"/>
              </a:ext>
            </a:extLst>
          </p:cNvPr>
          <p:cNvSpPr txBox="1"/>
          <p:nvPr/>
        </p:nvSpPr>
        <p:spPr>
          <a:xfrm>
            <a:off x="1972328" y="5417900"/>
            <a:ext cx="8247343" cy="1015663"/>
          </a:xfrm>
          <a:prstGeom prst="rect">
            <a:avLst/>
          </a:prstGeom>
          <a:noFill/>
        </p:spPr>
        <p:txBody>
          <a:bodyPr wrap="square">
            <a:spAutoFit/>
          </a:bodyPr>
          <a:lstStyle/>
          <a:p>
            <a:pPr marL="457200" indent="-457200">
              <a:buFont typeface="+mj-lt"/>
              <a:buAutoNum type="arabicPeriod"/>
            </a:pPr>
            <a:r>
              <a:rPr lang="en-US" sz="3000" dirty="0"/>
              <a:t>The </a:t>
            </a:r>
            <a:r>
              <a:rPr lang="en-US" sz="3000" b="1" dirty="0">
                <a:solidFill>
                  <a:srgbClr val="00B050"/>
                </a:solidFill>
              </a:rPr>
              <a:t>strength</a:t>
            </a:r>
            <a:r>
              <a:rPr lang="en-US" sz="3000" dirty="0"/>
              <a:t> of the relationship given by the correlation coefficient.</a:t>
            </a:r>
          </a:p>
        </p:txBody>
      </p:sp>
      <p:sp>
        <p:nvSpPr>
          <p:cNvPr id="14" name="Rectangle 13">
            <a:extLst>
              <a:ext uri="{FF2B5EF4-FFF2-40B4-BE49-F238E27FC236}">
                <a16:creationId xmlns:a16="http://schemas.microsoft.com/office/drawing/2014/main" id="{226DDDE8-BC14-B20D-ACC2-9A67C2B64A40}"/>
              </a:ext>
            </a:extLst>
          </p:cNvPr>
          <p:cNvSpPr/>
          <p:nvPr/>
        </p:nvSpPr>
        <p:spPr>
          <a:xfrm>
            <a:off x="8957814" y="3234968"/>
            <a:ext cx="1261857" cy="441105"/>
          </a:xfrm>
          <a:prstGeom prst="rect">
            <a:avLst/>
          </a:prstGeom>
          <a:noFill/>
          <a:ln w="571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ight Arrow 14">
            <a:extLst>
              <a:ext uri="{FF2B5EF4-FFF2-40B4-BE49-F238E27FC236}">
                <a16:creationId xmlns:a16="http://schemas.microsoft.com/office/drawing/2014/main" id="{D9073332-88B0-1D3D-56BD-C2B4ED532110}"/>
              </a:ext>
            </a:extLst>
          </p:cNvPr>
          <p:cNvSpPr/>
          <p:nvPr/>
        </p:nvSpPr>
        <p:spPr>
          <a:xfrm rot="16200000">
            <a:off x="9099538" y="4243316"/>
            <a:ext cx="978408" cy="484632"/>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E54CE6EB-01D0-8D42-EAF1-98CB6A602173}"/>
              </a:ext>
            </a:extLst>
          </p:cNvPr>
          <p:cNvCxnSpPr>
            <a:cxnSpLocks/>
          </p:cNvCxnSpPr>
          <p:nvPr/>
        </p:nvCxnSpPr>
        <p:spPr>
          <a:xfrm flipV="1">
            <a:off x="665018" y="424437"/>
            <a:ext cx="5024582" cy="300456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7340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E0C3DAE-2B71-2526-39B9-0C8715A213C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DA237C4-EFA5-2646-98CB-F4FED70AAF95}"/>
              </a:ext>
            </a:extLst>
          </p:cNvPr>
          <p:cNvPicPr>
            <a:picLocks noChangeAspect="1"/>
          </p:cNvPicPr>
          <p:nvPr/>
        </p:nvPicPr>
        <p:blipFill>
          <a:blip r:embed="rId2"/>
          <a:stretch>
            <a:fillRect/>
          </a:stretch>
        </p:blipFill>
        <p:spPr>
          <a:xfrm>
            <a:off x="0" y="0"/>
            <a:ext cx="6263570" cy="4727504"/>
          </a:xfrm>
          <a:prstGeom prst="rect">
            <a:avLst/>
          </a:prstGeom>
        </p:spPr>
      </p:pic>
      <p:pic>
        <p:nvPicPr>
          <p:cNvPr id="11" name="Picture 10">
            <a:extLst>
              <a:ext uri="{FF2B5EF4-FFF2-40B4-BE49-F238E27FC236}">
                <a16:creationId xmlns:a16="http://schemas.microsoft.com/office/drawing/2014/main" id="{4D86D936-78C9-C099-6917-028FF8BC4012}"/>
              </a:ext>
            </a:extLst>
          </p:cNvPr>
          <p:cNvPicPr>
            <a:picLocks noChangeAspect="1"/>
          </p:cNvPicPr>
          <p:nvPr/>
        </p:nvPicPr>
        <p:blipFill rotWithShape="1">
          <a:blip r:embed="rId3"/>
          <a:srcRect l="40546" t="15598"/>
          <a:stretch/>
        </p:blipFill>
        <p:spPr>
          <a:xfrm>
            <a:off x="7534688" y="932268"/>
            <a:ext cx="3760655" cy="2862968"/>
          </a:xfrm>
          <a:prstGeom prst="rect">
            <a:avLst/>
          </a:prstGeom>
        </p:spPr>
      </p:pic>
      <p:sp>
        <p:nvSpPr>
          <p:cNvPr id="13" name="TextBox 12">
            <a:extLst>
              <a:ext uri="{FF2B5EF4-FFF2-40B4-BE49-F238E27FC236}">
                <a16:creationId xmlns:a16="http://schemas.microsoft.com/office/drawing/2014/main" id="{635FB3FC-F6F0-D14D-E030-50F6959BE449}"/>
              </a:ext>
            </a:extLst>
          </p:cNvPr>
          <p:cNvSpPr txBox="1"/>
          <p:nvPr/>
        </p:nvSpPr>
        <p:spPr>
          <a:xfrm>
            <a:off x="1972328" y="5417900"/>
            <a:ext cx="8247343" cy="1477328"/>
          </a:xfrm>
          <a:prstGeom prst="rect">
            <a:avLst/>
          </a:prstGeom>
          <a:noFill/>
        </p:spPr>
        <p:txBody>
          <a:bodyPr wrap="square">
            <a:spAutoFit/>
          </a:bodyPr>
          <a:lstStyle/>
          <a:p>
            <a:r>
              <a:rPr lang="en-US" sz="3000" dirty="0"/>
              <a:t>2. The </a:t>
            </a:r>
            <a:r>
              <a:rPr lang="en-US" sz="3000" b="1" dirty="0">
                <a:solidFill>
                  <a:srgbClr val="FF0000"/>
                </a:solidFill>
              </a:rPr>
              <a:t>direction</a:t>
            </a:r>
            <a:r>
              <a:rPr lang="en-US" sz="3000" b="1" dirty="0"/>
              <a:t> </a:t>
            </a:r>
            <a:r>
              <a:rPr lang="en-US" sz="3000" dirty="0"/>
              <a:t>of the relationship, which can be positive or negative based on the sign of the correlation coefficient.</a:t>
            </a:r>
          </a:p>
        </p:txBody>
      </p:sp>
      <p:sp>
        <p:nvSpPr>
          <p:cNvPr id="14" name="Rectangle 13">
            <a:extLst>
              <a:ext uri="{FF2B5EF4-FFF2-40B4-BE49-F238E27FC236}">
                <a16:creationId xmlns:a16="http://schemas.microsoft.com/office/drawing/2014/main" id="{1B524335-A288-EF7D-F0A4-6B3666A380BF}"/>
              </a:ext>
            </a:extLst>
          </p:cNvPr>
          <p:cNvSpPr/>
          <p:nvPr/>
        </p:nvSpPr>
        <p:spPr>
          <a:xfrm>
            <a:off x="8957814" y="3234968"/>
            <a:ext cx="1261857" cy="441105"/>
          </a:xfrm>
          <a:prstGeom prst="rect">
            <a:avLst/>
          </a:prstGeom>
          <a:noFill/>
          <a:ln w="571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ight Arrow 14">
            <a:extLst>
              <a:ext uri="{FF2B5EF4-FFF2-40B4-BE49-F238E27FC236}">
                <a16:creationId xmlns:a16="http://schemas.microsoft.com/office/drawing/2014/main" id="{71D1DBB2-9D54-8826-05CF-B14970735478}"/>
              </a:ext>
            </a:extLst>
          </p:cNvPr>
          <p:cNvSpPr/>
          <p:nvPr/>
        </p:nvSpPr>
        <p:spPr>
          <a:xfrm rot="16200000">
            <a:off x="9099538" y="4243316"/>
            <a:ext cx="978408" cy="484632"/>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28F6D880-5CE5-3864-5C11-6544D3133341}"/>
              </a:ext>
            </a:extLst>
          </p:cNvPr>
          <p:cNvCxnSpPr>
            <a:cxnSpLocks/>
          </p:cNvCxnSpPr>
          <p:nvPr/>
        </p:nvCxnSpPr>
        <p:spPr>
          <a:xfrm flipV="1">
            <a:off x="665018" y="424437"/>
            <a:ext cx="5024582" cy="300456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4327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26E76D8-DCA8-34E9-8EA8-D2A445EE8AF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7256708-B188-1CE9-EF92-708EBF578825}"/>
              </a:ext>
            </a:extLst>
          </p:cNvPr>
          <p:cNvPicPr>
            <a:picLocks noChangeAspect="1"/>
          </p:cNvPicPr>
          <p:nvPr/>
        </p:nvPicPr>
        <p:blipFill>
          <a:blip r:embed="rId2"/>
          <a:stretch>
            <a:fillRect/>
          </a:stretch>
        </p:blipFill>
        <p:spPr>
          <a:xfrm>
            <a:off x="0" y="0"/>
            <a:ext cx="6263570" cy="4727504"/>
          </a:xfrm>
          <a:prstGeom prst="rect">
            <a:avLst/>
          </a:prstGeom>
        </p:spPr>
      </p:pic>
      <p:pic>
        <p:nvPicPr>
          <p:cNvPr id="11" name="Picture 10">
            <a:extLst>
              <a:ext uri="{FF2B5EF4-FFF2-40B4-BE49-F238E27FC236}">
                <a16:creationId xmlns:a16="http://schemas.microsoft.com/office/drawing/2014/main" id="{08ABEAE7-B113-6C1B-EFDD-C6D42CEAEFF7}"/>
              </a:ext>
            </a:extLst>
          </p:cNvPr>
          <p:cNvPicPr>
            <a:picLocks noChangeAspect="1"/>
          </p:cNvPicPr>
          <p:nvPr/>
        </p:nvPicPr>
        <p:blipFill rotWithShape="1">
          <a:blip r:embed="rId3"/>
          <a:srcRect l="40546" t="15598"/>
          <a:stretch/>
        </p:blipFill>
        <p:spPr>
          <a:xfrm>
            <a:off x="7534688" y="932268"/>
            <a:ext cx="3760655" cy="2862968"/>
          </a:xfrm>
          <a:prstGeom prst="rect">
            <a:avLst/>
          </a:prstGeom>
        </p:spPr>
      </p:pic>
      <p:sp>
        <p:nvSpPr>
          <p:cNvPr id="13" name="TextBox 12">
            <a:extLst>
              <a:ext uri="{FF2B5EF4-FFF2-40B4-BE49-F238E27FC236}">
                <a16:creationId xmlns:a16="http://schemas.microsoft.com/office/drawing/2014/main" id="{A20D3DE9-04B2-BC6F-0F99-C9A214B6602C}"/>
              </a:ext>
            </a:extLst>
          </p:cNvPr>
          <p:cNvSpPr txBox="1"/>
          <p:nvPr/>
        </p:nvSpPr>
        <p:spPr>
          <a:xfrm>
            <a:off x="1972328" y="5417900"/>
            <a:ext cx="8247343" cy="1477328"/>
          </a:xfrm>
          <a:prstGeom prst="rect">
            <a:avLst/>
          </a:prstGeom>
          <a:noFill/>
        </p:spPr>
        <p:txBody>
          <a:bodyPr wrap="square">
            <a:spAutoFit/>
          </a:bodyPr>
          <a:lstStyle/>
          <a:p>
            <a:r>
              <a:rPr lang="en-US" sz="3000" dirty="0"/>
              <a:t>3. The </a:t>
            </a:r>
            <a:r>
              <a:rPr lang="en-US" sz="3000" b="1" dirty="0">
                <a:solidFill>
                  <a:srgbClr val="7030A0"/>
                </a:solidFill>
              </a:rPr>
              <a:t>shape</a:t>
            </a:r>
            <a:r>
              <a:rPr lang="en-US" sz="3000" b="1" dirty="0"/>
              <a:t> </a:t>
            </a:r>
            <a:r>
              <a:rPr lang="en-US" sz="3000" dirty="0"/>
              <a:t>of the relationship, which must always be linear to computer a Pearson correlation coefficient.</a:t>
            </a:r>
          </a:p>
        </p:txBody>
      </p:sp>
      <p:sp>
        <p:nvSpPr>
          <p:cNvPr id="14" name="Rectangle 13">
            <a:extLst>
              <a:ext uri="{FF2B5EF4-FFF2-40B4-BE49-F238E27FC236}">
                <a16:creationId xmlns:a16="http://schemas.microsoft.com/office/drawing/2014/main" id="{2AB46EC4-6AF2-B0BB-EA47-A419D33538B8}"/>
              </a:ext>
            </a:extLst>
          </p:cNvPr>
          <p:cNvSpPr/>
          <p:nvPr/>
        </p:nvSpPr>
        <p:spPr>
          <a:xfrm>
            <a:off x="8957814" y="3234968"/>
            <a:ext cx="1261857" cy="441105"/>
          </a:xfrm>
          <a:prstGeom prst="rect">
            <a:avLst/>
          </a:prstGeom>
          <a:noFill/>
          <a:ln w="571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ight Arrow 14">
            <a:extLst>
              <a:ext uri="{FF2B5EF4-FFF2-40B4-BE49-F238E27FC236}">
                <a16:creationId xmlns:a16="http://schemas.microsoft.com/office/drawing/2014/main" id="{1A10C34D-DDC1-D0A0-4879-333F05A12DEB}"/>
              </a:ext>
            </a:extLst>
          </p:cNvPr>
          <p:cNvSpPr/>
          <p:nvPr/>
        </p:nvSpPr>
        <p:spPr>
          <a:xfrm rot="16200000">
            <a:off x="9099538" y="4243316"/>
            <a:ext cx="978408" cy="484632"/>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313EF2D0-52C8-98B2-DE9B-4A7273A63481}"/>
              </a:ext>
            </a:extLst>
          </p:cNvPr>
          <p:cNvCxnSpPr>
            <a:cxnSpLocks/>
          </p:cNvCxnSpPr>
          <p:nvPr/>
        </p:nvCxnSpPr>
        <p:spPr>
          <a:xfrm flipV="1">
            <a:off x="665018" y="424437"/>
            <a:ext cx="5024582" cy="300456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8B7F6A10-420B-1E8F-50CD-99C1271CF0B5}"/>
              </a:ext>
            </a:extLst>
          </p:cNvPr>
          <p:cNvSpPr/>
          <p:nvPr/>
        </p:nvSpPr>
        <p:spPr>
          <a:xfrm rot="19818687">
            <a:off x="741698" y="860645"/>
            <a:ext cx="5386836" cy="1404285"/>
          </a:xfrm>
          <a:prstGeom prst="ellipse">
            <a:avLst/>
          </a:prstGeom>
          <a:solidFill>
            <a:srgbClr val="7030A0">
              <a:alpha val="2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2529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E2EE14-CA28-3520-7556-313BF84054B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2624414-8379-FB03-F3F2-3960F69149FA}"/>
              </a:ext>
            </a:extLst>
          </p:cNvPr>
          <p:cNvPicPr>
            <a:picLocks noChangeAspect="1"/>
          </p:cNvPicPr>
          <p:nvPr/>
        </p:nvPicPr>
        <p:blipFill>
          <a:blip r:embed="rId2"/>
          <a:stretch>
            <a:fillRect/>
          </a:stretch>
        </p:blipFill>
        <p:spPr>
          <a:xfrm>
            <a:off x="0" y="0"/>
            <a:ext cx="6263570" cy="4727504"/>
          </a:xfrm>
          <a:prstGeom prst="rect">
            <a:avLst/>
          </a:prstGeom>
        </p:spPr>
      </p:pic>
      <p:pic>
        <p:nvPicPr>
          <p:cNvPr id="11" name="Picture 10">
            <a:extLst>
              <a:ext uri="{FF2B5EF4-FFF2-40B4-BE49-F238E27FC236}">
                <a16:creationId xmlns:a16="http://schemas.microsoft.com/office/drawing/2014/main" id="{D76E8D23-DA72-13CB-1E39-AA39207D2AAA}"/>
              </a:ext>
            </a:extLst>
          </p:cNvPr>
          <p:cNvPicPr>
            <a:picLocks noChangeAspect="1"/>
          </p:cNvPicPr>
          <p:nvPr/>
        </p:nvPicPr>
        <p:blipFill rotWithShape="1">
          <a:blip r:embed="rId3"/>
          <a:srcRect l="40546" t="15598"/>
          <a:stretch/>
        </p:blipFill>
        <p:spPr>
          <a:xfrm>
            <a:off x="7534688" y="932268"/>
            <a:ext cx="3760655" cy="2862968"/>
          </a:xfrm>
          <a:prstGeom prst="rect">
            <a:avLst/>
          </a:prstGeom>
        </p:spPr>
      </p:pic>
      <p:sp>
        <p:nvSpPr>
          <p:cNvPr id="13" name="TextBox 12">
            <a:extLst>
              <a:ext uri="{FF2B5EF4-FFF2-40B4-BE49-F238E27FC236}">
                <a16:creationId xmlns:a16="http://schemas.microsoft.com/office/drawing/2014/main" id="{D09DBD39-AAC2-D5C2-B1A4-4DF2753FA06A}"/>
              </a:ext>
            </a:extLst>
          </p:cNvPr>
          <p:cNvSpPr txBox="1"/>
          <p:nvPr/>
        </p:nvSpPr>
        <p:spPr>
          <a:xfrm>
            <a:off x="1972328" y="5417900"/>
            <a:ext cx="8566363" cy="1077218"/>
          </a:xfrm>
          <a:prstGeom prst="rect">
            <a:avLst/>
          </a:prstGeom>
          <a:noFill/>
        </p:spPr>
        <p:txBody>
          <a:bodyPr wrap="square">
            <a:spAutoFit/>
          </a:bodyPr>
          <a:lstStyle/>
          <a:p>
            <a:r>
              <a:rPr lang="en-US" sz="3200" dirty="0"/>
              <a:t>4. Whether or not </a:t>
            </a:r>
            <a:r>
              <a:rPr lang="en-US" sz="3000" dirty="0"/>
              <a:t>the</a:t>
            </a:r>
            <a:r>
              <a:rPr lang="en-US" sz="3200" dirty="0"/>
              <a:t> relationship is statistically significant, which is based on the </a:t>
            </a:r>
            <a:r>
              <a:rPr lang="en-US" sz="3200" b="1" dirty="0">
                <a:solidFill>
                  <a:srgbClr val="0070C0"/>
                </a:solidFill>
              </a:rPr>
              <a:t>p-value</a:t>
            </a:r>
            <a:r>
              <a:rPr lang="en-US" sz="3200" dirty="0"/>
              <a:t>.</a:t>
            </a:r>
            <a:endParaRPr lang="en-PH" sz="3200" dirty="0"/>
          </a:p>
        </p:txBody>
      </p:sp>
      <p:sp>
        <p:nvSpPr>
          <p:cNvPr id="14" name="Rectangle 13">
            <a:extLst>
              <a:ext uri="{FF2B5EF4-FFF2-40B4-BE49-F238E27FC236}">
                <a16:creationId xmlns:a16="http://schemas.microsoft.com/office/drawing/2014/main" id="{ED2F4EC9-58C6-8957-9E26-5E8A25D3D2A9}"/>
              </a:ext>
            </a:extLst>
          </p:cNvPr>
          <p:cNvSpPr/>
          <p:nvPr/>
        </p:nvSpPr>
        <p:spPr>
          <a:xfrm>
            <a:off x="8957814" y="3234968"/>
            <a:ext cx="1261857" cy="441105"/>
          </a:xfrm>
          <a:prstGeom prst="rect">
            <a:avLst/>
          </a:prstGeom>
          <a:noFill/>
          <a:ln w="571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ight Arrow 14">
            <a:extLst>
              <a:ext uri="{FF2B5EF4-FFF2-40B4-BE49-F238E27FC236}">
                <a16:creationId xmlns:a16="http://schemas.microsoft.com/office/drawing/2014/main" id="{707B2D15-2DC7-74AD-48E0-76DB9EF3A134}"/>
              </a:ext>
            </a:extLst>
          </p:cNvPr>
          <p:cNvSpPr/>
          <p:nvPr/>
        </p:nvSpPr>
        <p:spPr>
          <a:xfrm rot="16200000">
            <a:off x="9099538" y="4686380"/>
            <a:ext cx="978408" cy="484632"/>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Arrow Connector 2">
            <a:extLst>
              <a:ext uri="{FF2B5EF4-FFF2-40B4-BE49-F238E27FC236}">
                <a16:creationId xmlns:a16="http://schemas.microsoft.com/office/drawing/2014/main" id="{D0EC00FC-97EF-02E0-996B-2BB7A2B6636E}"/>
              </a:ext>
            </a:extLst>
          </p:cNvPr>
          <p:cNvCxnSpPr>
            <a:cxnSpLocks/>
          </p:cNvCxnSpPr>
          <p:nvPr/>
        </p:nvCxnSpPr>
        <p:spPr>
          <a:xfrm flipV="1">
            <a:off x="665018" y="424437"/>
            <a:ext cx="5024582" cy="300456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FD3A54F4-044E-6A8B-C647-978B11F6E860}"/>
              </a:ext>
            </a:extLst>
          </p:cNvPr>
          <p:cNvSpPr/>
          <p:nvPr/>
        </p:nvSpPr>
        <p:spPr>
          <a:xfrm rot="19818687">
            <a:off x="741698" y="860645"/>
            <a:ext cx="5386836" cy="1404285"/>
          </a:xfrm>
          <a:prstGeom prst="ellipse">
            <a:avLst/>
          </a:prstGeom>
          <a:solidFill>
            <a:srgbClr val="7030A0">
              <a:alpha val="2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FA6D195-E994-E851-5C86-96C25DE394E7}"/>
                  </a:ext>
                </a:extLst>
              </p:cNvPr>
              <p:cNvSpPr txBox="1"/>
              <p:nvPr/>
            </p:nvSpPr>
            <p:spPr>
              <a:xfrm>
                <a:off x="8777975" y="3981748"/>
                <a:ext cx="1621534" cy="384721"/>
              </a:xfrm>
              <a:prstGeom prst="rect">
                <a:avLst/>
              </a:prstGeom>
              <a:noFill/>
              <a:ln w="38100">
                <a:solidFill>
                  <a:srgbClr val="0070C0"/>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500" b="0" i="1" smtClean="0">
                          <a:latin typeface="Cambria Math" panose="02040503050406030204" pitchFamily="18" charset="0"/>
                        </a:rPr>
                        <m:t>𝑝</m:t>
                      </m:r>
                      <m:r>
                        <a:rPr lang="en-GB" sz="2500" b="0" i="1" smtClean="0">
                          <a:latin typeface="Cambria Math" panose="02040503050406030204" pitchFamily="18" charset="0"/>
                        </a:rPr>
                        <m:t>=0.0004</m:t>
                      </m:r>
                    </m:oMath>
                  </m:oMathPara>
                </a14:m>
                <a:endParaRPr lang="en-US" sz="2500" dirty="0"/>
              </a:p>
            </p:txBody>
          </p:sp>
        </mc:Choice>
        <mc:Fallback xmlns="">
          <p:sp>
            <p:nvSpPr>
              <p:cNvPr id="4" name="TextBox 3">
                <a:extLst>
                  <a:ext uri="{FF2B5EF4-FFF2-40B4-BE49-F238E27FC236}">
                    <a16:creationId xmlns:a16="http://schemas.microsoft.com/office/drawing/2014/main" id="{6FA6D195-E994-E851-5C86-96C25DE394E7}"/>
                  </a:ext>
                </a:extLst>
              </p:cNvPr>
              <p:cNvSpPr txBox="1">
                <a:spLocks noRot="1" noChangeAspect="1" noMove="1" noResize="1" noEditPoints="1" noAdjustHandles="1" noChangeArrowheads="1" noChangeShapeType="1" noTextEdit="1"/>
              </p:cNvSpPr>
              <p:nvPr/>
            </p:nvSpPr>
            <p:spPr>
              <a:xfrm>
                <a:off x="8777975" y="3981748"/>
                <a:ext cx="1621534" cy="384721"/>
              </a:xfrm>
              <a:prstGeom prst="rect">
                <a:avLst/>
              </a:prstGeom>
              <a:blipFill>
                <a:blip r:embed="rId4"/>
                <a:stretch>
                  <a:fillRect l="-3030" r="-3030" b="-14706"/>
                </a:stretch>
              </a:blipFill>
              <a:ln w="38100">
                <a:solidFill>
                  <a:srgbClr val="0070C0"/>
                </a:solidFill>
              </a:ln>
            </p:spPr>
            <p:txBody>
              <a:bodyPr/>
              <a:lstStyle/>
              <a:p>
                <a:r>
                  <a:rPr lang="en-US">
                    <a:noFill/>
                  </a:rPr>
                  <a:t> </a:t>
                </a:r>
              </a:p>
            </p:txBody>
          </p:sp>
        </mc:Fallback>
      </mc:AlternateContent>
    </p:spTree>
    <p:extLst>
      <p:ext uri="{BB962C8B-B14F-4D97-AF65-F5344CB8AC3E}">
        <p14:creationId xmlns:p14="http://schemas.microsoft.com/office/powerpoint/2010/main" val="2617084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14CC2D-12DD-1622-B720-C36648F47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29D26-B823-4134-9DF0-D28DE22DE0B5}"/>
              </a:ext>
            </a:extLst>
          </p:cNvPr>
          <p:cNvSpPr>
            <a:spLocks noGrp="1"/>
          </p:cNvSpPr>
          <p:nvPr>
            <p:ph type="title"/>
          </p:nvPr>
        </p:nvSpPr>
        <p:spPr/>
        <p:txBody>
          <a:bodyPr/>
          <a:lstStyle/>
          <a:p>
            <a:r>
              <a:rPr lang="en-PH" dirty="0"/>
              <a:t>When describing relationships…</a:t>
            </a:r>
            <a:endParaRPr lang="en-US" dirty="0"/>
          </a:p>
        </p:txBody>
      </p:sp>
      <p:sp>
        <p:nvSpPr>
          <p:cNvPr id="3" name="Content Placeholder 2">
            <a:extLst>
              <a:ext uri="{FF2B5EF4-FFF2-40B4-BE49-F238E27FC236}">
                <a16:creationId xmlns:a16="http://schemas.microsoft.com/office/drawing/2014/main" id="{A248CC71-0083-8485-04CA-066A766F1785}"/>
              </a:ext>
            </a:extLst>
          </p:cNvPr>
          <p:cNvSpPr>
            <a:spLocks noGrp="1"/>
          </p:cNvSpPr>
          <p:nvPr>
            <p:ph idx="1"/>
          </p:nvPr>
        </p:nvSpPr>
        <p:spPr/>
        <p:txBody>
          <a:bodyPr>
            <a:normAutofit lnSpcReduction="10000"/>
          </a:bodyPr>
          <a:lstStyle/>
          <a:p>
            <a:pPr marL="0" indent="0">
              <a:buNone/>
            </a:pPr>
            <a:r>
              <a:rPr lang="en-US" dirty="0"/>
              <a:t>Four things must be reported to describe a relationship:</a:t>
            </a:r>
          </a:p>
          <a:p>
            <a:pPr marL="0" indent="0">
              <a:buNone/>
            </a:pPr>
            <a:endParaRPr lang="en-US" dirty="0"/>
          </a:p>
          <a:p>
            <a:pPr marL="457200" indent="-457200">
              <a:buFont typeface="+mj-lt"/>
              <a:buAutoNum type="arabicPeriod"/>
            </a:pPr>
            <a:r>
              <a:rPr lang="en-US" dirty="0"/>
              <a:t>The </a:t>
            </a:r>
            <a:r>
              <a:rPr lang="en-US" b="1" dirty="0"/>
              <a:t>strength</a:t>
            </a:r>
            <a:r>
              <a:rPr lang="en-US" dirty="0"/>
              <a:t> of the relationship given by the correlation coefficient.</a:t>
            </a:r>
          </a:p>
          <a:p>
            <a:pPr marL="457200" indent="-457200">
              <a:buFont typeface="+mj-lt"/>
              <a:buAutoNum type="arabicPeriod"/>
            </a:pPr>
            <a:r>
              <a:rPr lang="en-US" dirty="0"/>
              <a:t>The </a:t>
            </a:r>
            <a:r>
              <a:rPr lang="en-US" b="1" dirty="0"/>
              <a:t>direction of the relationship</a:t>
            </a:r>
            <a:r>
              <a:rPr lang="en-US" dirty="0"/>
              <a:t>, which can be positive or negative based on the sign of the correlation coefficient.</a:t>
            </a:r>
          </a:p>
          <a:p>
            <a:pPr marL="457200" indent="-457200">
              <a:buFont typeface="+mj-lt"/>
              <a:buAutoNum type="arabicPeriod"/>
            </a:pPr>
            <a:r>
              <a:rPr lang="en-US" dirty="0"/>
              <a:t>The </a:t>
            </a:r>
            <a:r>
              <a:rPr lang="en-US" b="1" dirty="0"/>
              <a:t>shape of the relationship</a:t>
            </a:r>
            <a:r>
              <a:rPr lang="en-US" dirty="0"/>
              <a:t>, which must always be linear to computer a Pearson correlation coefficient.</a:t>
            </a:r>
          </a:p>
          <a:p>
            <a:pPr marL="457200" indent="-457200">
              <a:buFont typeface="+mj-lt"/>
              <a:buAutoNum type="arabicPeriod"/>
            </a:pPr>
            <a:r>
              <a:rPr lang="en-US" dirty="0"/>
              <a:t>Whether or not the relationship is </a:t>
            </a:r>
            <a:r>
              <a:rPr lang="en-US" b="1" dirty="0"/>
              <a:t>statistically significant</a:t>
            </a:r>
            <a:r>
              <a:rPr lang="en-US" dirty="0"/>
              <a:t>, which is based on the p-value.</a:t>
            </a:r>
            <a:endParaRPr lang="en-PH" dirty="0"/>
          </a:p>
          <a:p>
            <a:endParaRPr lang="en-US" dirty="0"/>
          </a:p>
        </p:txBody>
      </p:sp>
    </p:spTree>
    <p:extLst>
      <p:ext uri="{BB962C8B-B14F-4D97-AF65-F5344CB8AC3E}">
        <p14:creationId xmlns:p14="http://schemas.microsoft.com/office/powerpoint/2010/main" val="93011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B7D5-9985-3F78-AF91-FFD5DE3460E9}"/>
              </a:ext>
            </a:extLst>
          </p:cNvPr>
          <p:cNvSpPr>
            <a:spLocks noGrp="1"/>
          </p:cNvSpPr>
          <p:nvPr>
            <p:ph type="title"/>
          </p:nvPr>
        </p:nvSpPr>
        <p:spPr/>
        <p:txBody>
          <a:bodyPr/>
          <a:lstStyle/>
          <a:p>
            <a:r>
              <a:rPr lang="en-US" dirty="0"/>
              <a:t>Assumptions for Pearson Correlation</a:t>
            </a:r>
          </a:p>
        </p:txBody>
      </p:sp>
      <p:sp>
        <p:nvSpPr>
          <p:cNvPr id="3" name="Content Placeholder 2">
            <a:extLst>
              <a:ext uri="{FF2B5EF4-FFF2-40B4-BE49-F238E27FC236}">
                <a16:creationId xmlns:a16="http://schemas.microsoft.com/office/drawing/2014/main" id="{4E85AB83-F662-FAD6-B718-21FA2F41DEB1}"/>
              </a:ext>
            </a:extLst>
          </p:cNvPr>
          <p:cNvSpPr>
            <a:spLocks noGrp="1"/>
          </p:cNvSpPr>
          <p:nvPr>
            <p:ph idx="1"/>
          </p:nvPr>
        </p:nvSpPr>
        <p:spPr/>
        <p:txBody>
          <a:bodyPr/>
          <a:lstStyle/>
          <a:p>
            <a:pPr marL="457200" indent="-457200">
              <a:buFont typeface="+mj-lt"/>
              <a:buAutoNum type="arabicPeriod"/>
            </a:pPr>
            <a:r>
              <a:rPr lang="en-PH" dirty="0"/>
              <a:t>Level of measurement refers to each variable. For a Pearson correlation, </a:t>
            </a:r>
            <a:r>
              <a:rPr lang="en-PH" b="1" dirty="0">
                <a:solidFill>
                  <a:srgbClr val="0070C0"/>
                </a:solidFill>
              </a:rPr>
              <a:t>each variable should be continuous</a:t>
            </a:r>
            <a:r>
              <a:rPr lang="en-PH" dirty="0"/>
              <a:t>. </a:t>
            </a:r>
          </a:p>
          <a:p>
            <a:pPr marL="457200" indent="-457200">
              <a:buFont typeface="+mj-lt"/>
              <a:buAutoNum type="arabicPeriod"/>
            </a:pPr>
            <a:endParaRPr lang="en-PH" dirty="0"/>
          </a:p>
          <a:p>
            <a:pPr marL="457200" indent="-457200">
              <a:buFont typeface="+mj-lt"/>
              <a:buAutoNum type="arabicPeriod"/>
            </a:pPr>
            <a:r>
              <a:rPr lang="en-PH" dirty="0"/>
              <a:t>Related pairs refers to the pairs of variables. </a:t>
            </a:r>
            <a:r>
              <a:rPr lang="en-PH" b="1" dirty="0">
                <a:solidFill>
                  <a:srgbClr val="0070C0"/>
                </a:solidFill>
              </a:rPr>
              <a:t>Each participant or observation should have a pair of values</a:t>
            </a:r>
            <a:r>
              <a:rPr lang="en-PH" dirty="0"/>
              <a:t>. So if the correlation was between weight and height, then each observation used should have both a weight and a height value.</a:t>
            </a:r>
          </a:p>
          <a:p>
            <a:pPr marL="457200" indent="-457200">
              <a:buFont typeface="+mj-lt"/>
              <a:buAutoNum type="arabicPeriod"/>
            </a:pPr>
            <a:endParaRPr lang="en-PH" dirty="0"/>
          </a:p>
          <a:p>
            <a:endParaRPr lang="en-US" dirty="0"/>
          </a:p>
        </p:txBody>
      </p:sp>
    </p:spTree>
    <p:extLst>
      <p:ext uri="{BB962C8B-B14F-4D97-AF65-F5344CB8AC3E}">
        <p14:creationId xmlns:p14="http://schemas.microsoft.com/office/powerpoint/2010/main" val="2892572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B6335-E62D-18F2-F4F7-DFFC9A5C5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45868-08AE-DC4B-6D9C-F73081547A85}"/>
              </a:ext>
            </a:extLst>
          </p:cNvPr>
          <p:cNvSpPr>
            <a:spLocks noGrp="1"/>
          </p:cNvSpPr>
          <p:nvPr>
            <p:ph type="title"/>
          </p:nvPr>
        </p:nvSpPr>
        <p:spPr/>
        <p:txBody>
          <a:bodyPr/>
          <a:lstStyle/>
          <a:p>
            <a:r>
              <a:rPr lang="en-US" dirty="0"/>
              <a:t>Assumptions for Pearson Correlation</a:t>
            </a:r>
          </a:p>
        </p:txBody>
      </p:sp>
      <p:sp>
        <p:nvSpPr>
          <p:cNvPr id="3" name="Content Placeholder 2">
            <a:extLst>
              <a:ext uri="{FF2B5EF4-FFF2-40B4-BE49-F238E27FC236}">
                <a16:creationId xmlns:a16="http://schemas.microsoft.com/office/drawing/2014/main" id="{2ACAB058-F45B-9C5D-8824-86EA28723EC2}"/>
              </a:ext>
            </a:extLst>
          </p:cNvPr>
          <p:cNvSpPr>
            <a:spLocks noGrp="1"/>
          </p:cNvSpPr>
          <p:nvPr>
            <p:ph idx="1"/>
          </p:nvPr>
        </p:nvSpPr>
        <p:spPr>
          <a:xfrm>
            <a:off x="838200" y="2286869"/>
            <a:ext cx="10515600" cy="1038222"/>
          </a:xfrm>
        </p:spPr>
        <p:txBody>
          <a:bodyPr/>
          <a:lstStyle/>
          <a:p>
            <a:pPr marL="0" indent="0">
              <a:buNone/>
            </a:pPr>
            <a:r>
              <a:rPr lang="en-PH" b="1" dirty="0"/>
              <a:t>3. </a:t>
            </a:r>
            <a:r>
              <a:rPr lang="en-PH" b="1" dirty="0">
                <a:solidFill>
                  <a:srgbClr val="0070C0"/>
                </a:solidFill>
              </a:rPr>
              <a:t>Absence of outliers refers to not having outliers in either variable</a:t>
            </a:r>
            <a:r>
              <a:rPr lang="en-PH" dirty="0"/>
              <a:t>. </a:t>
            </a:r>
          </a:p>
        </p:txBody>
      </p:sp>
      <p:sp>
        <p:nvSpPr>
          <p:cNvPr id="7" name="TextBox 6">
            <a:extLst>
              <a:ext uri="{FF2B5EF4-FFF2-40B4-BE49-F238E27FC236}">
                <a16:creationId xmlns:a16="http://schemas.microsoft.com/office/drawing/2014/main" id="{1ECE0FB1-391B-9BD8-467E-05F8D8CA8BFC}"/>
              </a:ext>
            </a:extLst>
          </p:cNvPr>
          <p:cNvSpPr txBox="1"/>
          <p:nvPr/>
        </p:nvSpPr>
        <p:spPr>
          <a:xfrm>
            <a:off x="838200" y="3429000"/>
            <a:ext cx="10515600" cy="2246769"/>
          </a:xfrm>
          <a:prstGeom prst="rect">
            <a:avLst/>
          </a:prstGeom>
          <a:noFill/>
        </p:spPr>
        <p:txBody>
          <a:bodyPr wrap="square">
            <a:spAutoFit/>
          </a:bodyPr>
          <a:lstStyle/>
          <a:p>
            <a:pPr marL="0" indent="0">
              <a:buNone/>
            </a:pPr>
            <a:r>
              <a:rPr lang="en-PH" sz="2800" dirty="0"/>
              <a:t>Having an outlier can skew the results of the correlation by pulling the line of best fit formed by the correlation too far in one direction or another.  Typically, an outlier is defined as a value that is </a:t>
            </a:r>
            <a:r>
              <a:rPr lang="en-PH" sz="2800" b="1" dirty="0"/>
              <a:t>3.29</a:t>
            </a:r>
            <a:r>
              <a:rPr lang="en-PH" sz="2800" dirty="0"/>
              <a:t> standard deviations from the mean, or a standardized value of less than ±</a:t>
            </a:r>
            <a:r>
              <a:rPr lang="en-PH" sz="2800" b="1" dirty="0"/>
              <a:t>3.29</a:t>
            </a:r>
            <a:r>
              <a:rPr lang="en-PH" sz="2800" dirty="0"/>
              <a:t>.</a:t>
            </a:r>
          </a:p>
        </p:txBody>
      </p:sp>
    </p:spTree>
    <p:extLst>
      <p:ext uri="{BB962C8B-B14F-4D97-AF65-F5344CB8AC3E}">
        <p14:creationId xmlns:p14="http://schemas.microsoft.com/office/powerpoint/2010/main" val="4187887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4C068-889C-F830-35F1-24CB3C935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D5BBD-4F9D-B52E-5BF6-D8AC44902DAF}"/>
              </a:ext>
            </a:extLst>
          </p:cNvPr>
          <p:cNvSpPr>
            <a:spLocks noGrp="1"/>
          </p:cNvSpPr>
          <p:nvPr>
            <p:ph type="title"/>
          </p:nvPr>
        </p:nvSpPr>
        <p:spPr/>
        <p:txBody>
          <a:bodyPr/>
          <a:lstStyle/>
          <a:p>
            <a:r>
              <a:rPr lang="en-US" dirty="0"/>
              <a:t>Assumptions for Pearson Correlation</a:t>
            </a:r>
          </a:p>
        </p:txBody>
      </p:sp>
      <p:sp>
        <p:nvSpPr>
          <p:cNvPr id="3" name="Content Placeholder 2">
            <a:extLst>
              <a:ext uri="{FF2B5EF4-FFF2-40B4-BE49-F238E27FC236}">
                <a16:creationId xmlns:a16="http://schemas.microsoft.com/office/drawing/2014/main" id="{677FA041-A622-86E1-3F1E-0590A7C45031}"/>
              </a:ext>
            </a:extLst>
          </p:cNvPr>
          <p:cNvSpPr>
            <a:spLocks noGrp="1"/>
          </p:cNvSpPr>
          <p:nvPr>
            <p:ph idx="1"/>
          </p:nvPr>
        </p:nvSpPr>
        <p:spPr>
          <a:xfrm>
            <a:off x="838200" y="2286869"/>
            <a:ext cx="10515600" cy="576404"/>
          </a:xfrm>
        </p:spPr>
        <p:txBody>
          <a:bodyPr/>
          <a:lstStyle/>
          <a:p>
            <a:pPr marL="0" indent="0">
              <a:buNone/>
            </a:pPr>
            <a:r>
              <a:rPr lang="en-PH" b="1" dirty="0"/>
              <a:t>4. </a:t>
            </a:r>
            <a:r>
              <a:rPr lang="en-PH" b="1" dirty="0">
                <a:solidFill>
                  <a:srgbClr val="0070C0"/>
                </a:solidFill>
              </a:rPr>
              <a:t>Your variables should be approximately normally distributed</a:t>
            </a:r>
            <a:r>
              <a:rPr lang="en-PH" dirty="0"/>
              <a:t>.</a:t>
            </a:r>
          </a:p>
        </p:txBody>
      </p:sp>
      <p:sp>
        <p:nvSpPr>
          <p:cNvPr id="4" name="TextBox 3">
            <a:extLst>
              <a:ext uri="{FF2B5EF4-FFF2-40B4-BE49-F238E27FC236}">
                <a16:creationId xmlns:a16="http://schemas.microsoft.com/office/drawing/2014/main" id="{DD31D047-8DE4-8491-7DB4-4828593D8B25}"/>
              </a:ext>
            </a:extLst>
          </p:cNvPr>
          <p:cNvSpPr txBox="1"/>
          <p:nvPr/>
        </p:nvSpPr>
        <p:spPr>
          <a:xfrm>
            <a:off x="838200" y="2998210"/>
            <a:ext cx="10515600" cy="2246769"/>
          </a:xfrm>
          <a:prstGeom prst="rect">
            <a:avLst/>
          </a:prstGeom>
          <a:noFill/>
        </p:spPr>
        <p:txBody>
          <a:bodyPr wrap="square">
            <a:spAutoFit/>
          </a:bodyPr>
          <a:lstStyle/>
          <a:p>
            <a:r>
              <a:rPr lang="en-PH" sz="2800" dirty="0"/>
              <a:t>In order to assess the statistical significance of the Pearson correlation, you need to have bivariate normality, but this assumption is difficult to assess, so a simpler method is more commonly used.</a:t>
            </a:r>
          </a:p>
          <a:p>
            <a:pPr marL="0" indent="0">
              <a:buNone/>
            </a:pPr>
            <a:endParaRPr lang="en-PH" sz="2800" dirty="0"/>
          </a:p>
        </p:txBody>
      </p:sp>
    </p:spTree>
    <p:extLst>
      <p:ext uri="{BB962C8B-B14F-4D97-AF65-F5344CB8AC3E}">
        <p14:creationId xmlns:p14="http://schemas.microsoft.com/office/powerpoint/2010/main" val="3801392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0288-9490-C1CB-6860-1CD514C06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98428-EC64-C073-06E5-1DA21AD383AB}"/>
              </a:ext>
            </a:extLst>
          </p:cNvPr>
          <p:cNvSpPr>
            <a:spLocks noGrp="1"/>
          </p:cNvSpPr>
          <p:nvPr>
            <p:ph type="title"/>
          </p:nvPr>
        </p:nvSpPr>
        <p:spPr/>
        <p:txBody>
          <a:bodyPr/>
          <a:lstStyle/>
          <a:p>
            <a:r>
              <a:rPr lang="en-US" dirty="0"/>
              <a:t>Assumption: No Outliers</a:t>
            </a:r>
          </a:p>
        </p:txBody>
      </p:sp>
      <p:pic>
        <p:nvPicPr>
          <p:cNvPr id="8" name="Picture 7" descr="Linear and nonlinear relationships">
            <a:extLst>
              <a:ext uri="{FF2B5EF4-FFF2-40B4-BE49-F238E27FC236}">
                <a16:creationId xmlns:a16="http://schemas.microsoft.com/office/drawing/2014/main" id="{CE756741-3931-6BD4-FF45-278D4E2775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835" y="2151932"/>
            <a:ext cx="11110328" cy="4166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474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886EB-33EB-018F-5B96-5B4BD2D53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13BC-8444-611B-68C9-1A8CAEAD13BF}"/>
              </a:ext>
            </a:extLst>
          </p:cNvPr>
          <p:cNvSpPr>
            <a:spLocks noGrp="1"/>
          </p:cNvSpPr>
          <p:nvPr>
            <p:ph type="title"/>
          </p:nvPr>
        </p:nvSpPr>
        <p:spPr/>
        <p:txBody>
          <a:bodyPr/>
          <a:lstStyle/>
          <a:p>
            <a:r>
              <a:rPr lang="en-US" dirty="0"/>
              <a:t>Assumption: No Outliers</a:t>
            </a:r>
          </a:p>
        </p:txBody>
      </p:sp>
      <p:pic>
        <p:nvPicPr>
          <p:cNvPr id="3" name="Picture 2" descr="The effect of an outlier on a Pearson correlation.">
            <a:extLst>
              <a:ext uri="{FF2B5EF4-FFF2-40B4-BE49-F238E27FC236}">
                <a16:creationId xmlns:a16="http://schemas.microsoft.com/office/drawing/2014/main" id="{F34F2A79-5EFC-0BB7-6906-02DD40A84A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5132" y="2233979"/>
            <a:ext cx="7761735" cy="3797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725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F0462-CE5A-AA4F-97AB-BBC22DB11A07}"/>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A2678DD2-A546-1F35-CC12-DF93728B1719}"/>
              </a:ext>
            </a:extLst>
          </p:cNvPr>
          <p:cNvSpPr>
            <a:spLocks noGrp="1"/>
          </p:cNvSpPr>
          <p:nvPr>
            <p:ph type="title"/>
          </p:nvPr>
        </p:nvSpPr>
        <p:spPr>
          <a:xfrm>
            <a:off x="838200" y="826369"/>
            <a:ext cx="10515600" cy="1325563"/>
          </a:xfrm>
        </p:spPr>
        <p:txBody>
          <a:bodyPr/>
          <a:lstStyle/>
          <a:p>
            <a:r>
              <a:rPr lang="en-PH" dirty="0"/>
              <a:t>Outline</a:t>
            </a:r>
          </a:p>
        </p:txBody>
      </p:sp>
      <p:sp>
        <p:nvSpPr>
          <p:cNvPr id="11" name="Content Placeholder 2">
            <a:extLst>
              <a:ext uri="{FF2B5EF4-FFF2-40B4-BE49-F238E27FC236}">
                <a16:creationId xmlns:a16="http://schemas.microsoft.com/office/drawing/2014/main" id="{7A41CCB7-912F-6A14-FD88-6BF60E219BFB}"/>
              </a:ext>
            </a:extLst>
          </p:cNvPr>
          <p:cNvSpPr>
            <a:spLocks noGrp="1"/>
          </p:cNvSpPr>
          <p:nvPr>
            <p:ph idx="1"/>
          </p:nvPr>
        </p:nvSpPr>
        <p:spPr>
          <a:xfrm>
            <a:off x="838200" y="2056369"/>
            <a:ext cx="10515600" cy="4510686"/>
          </a:xfrm>
        </p:spPr>
        <p:txBody>
          <a:bodyPr>
            <a:noAutofit/>
          </a:bodyPr>
          <a:lstStyle/>
          <a:p>
            <a:pPr algn="l">
              <a:buFont typeface="Wingdings" pitchFamily="2" charset="2"/>
              <a:buChar char="Ø"/>
            </a:pPr>
            <a:r>
              <a:rPr lang="en-US" sz="3500" b="1" dirty="0"/>
              <a:t> Correlation</a:t>
            </a:r>
          </a:p>
          <a:p>
            <a:pPr lvl="1">
              <a:buFont typeface="Wingdings" pitchFamily="2" charset="2"/>
              <a:buChar char="§"/>
            </a:pPr>
            <a:r>
              <a:rPr lang="en-US" sz="3100" b="1" dirty="0"/>
              <a:t>Interpreting correlation coefficients</a:t>
            </a:r>
          </a:p>
          <a:p>
            <a:pPr lvl="1">
              <a:buFont typeface="Wingdings" pitchFamily="2" charset="2"/>
              <a:buChar char="§"/>
            </a:pPr>
            <a:r>
              <a:rPr lang="en-US" sz="3500" b="1" dirty="0"/>
              <a:t>Describing Relationships</a:t>
            </a:r>
          </a:p>
          <a:p>
            <a:pPr lvl="1">
              <a:buFont typeface="Wingdings" pitchFamily="2" charset="2"/>
              <a:buChar char="§"/>
            </a:pPr>
            <a:r>
              <a:rPr lang="en-US" sz="3500" b="1" dirty="0"/>
              <a:t> Pearson Correlation Assumptions</a:t>
            </a:r>
          </a:p>
          <a:p>
            <a:pPr algn="l">
              <a:buFont typeface="Wingdings" pitchFamily="2" charset="2"/>
              <a:buChar char="Ø"/>
            </a:pPr>
            <a:r>
              <a:rPr lang="en-US" sz="3500" b="1" dirty="0">
                <a:solidFill>
                  <a:schemeClr val="bg2">
                    <a:lumMod val="90000"/>
                  </a:schemeClr>
                </a:solidFill>
              </a:rPr>
              <a:t> Spearman's Correlation</a:t>
            </a:r>
          </a:p>
          <a:p>
            <a:pPr algn="l">
              <a:buFont typeface="Wingdings" pitchFamily="2" charset="2"/>
              <a:buChar char="Ø"/>
            </a:pPr>
            <a:r>
              <a:rPr lang="en-US" sz="3500" b="1" dirty="0">
                <a:solidFill>
                  <a:schemeClr val="bg2">
                    <a:lumMod val="90000"/>
                  </a:schemeClr>
                </a:solidFill>
              </a:rPr>
              <a:t> Correlation does not imply Causation</a:t>
            </a:r>
          </a:p>
          <a:p>
            <a:pPr lvl="1">
              <a:buFont typeface="Wingdings" pitchFamily="2" charset="2"/>
              <a:buChar char="Ø"/>
            </a:pPr>
            <a:endParaRPr lang="en-US" sz="3100" b="1" dirty="0">
              <a:solidFill>
                <a:schemeClr val="bg2">
                  <a:lumMod val="90000"/>
                </a:schemeClr>
              </a:solidFill>
            </a:endParaRPr>
          </a:p>
          <a:p>
            <a:pPr marL="0" indent="0" algn="l">
              <a:buNone/>
            </a:pPr>
            <a:endParaRPr lang="en-US" sz="3500" b="1" dirty="0">
              <a:solidFill>
                <a:schemeClr val="bg2">
                  <a:lumMod val="90000"/>
                </a:schemeClr>
              </a:solidFill>
            </a:endParaRPr>
          </a:p>
        </p:txBody>
      </p:sp>
    </p:spTree>
    <p:extLst>
      <p:ext uri="{BB962C8B-B14F-4D97-AF65-F5344CB8AC3E}">
        <p14:creationId xmlns:p14="http://schemas.microsoft.com/office/powerpoint/2010/main" val="4119991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E73E0-EF9D-F199-3B48-BAF1FA0EB0EA}"/>
              </a:ext>
            </a:extLst>
          </p:cNvPr>
          <p:cNvSpPr>
            <a:spLocks noGrp="1"/>
          </p:cNvSpPr>
          <p:nvPr>
            <p:ph type="title"/>
          </p:nvPr>
        </p:nvSpPr>
        <p:spPr/>
        <p:txBody>
          <a:bodyPr/>
          <a:lstStyle/>
          <a:p>
            <a:r>
              <a:rPr lang="en-US" dirty="0"/>
              <a:t>Spearman’s rank-order correlation</a:t>
            </a:r>
          </a:p>
        </p:txBody>
      </p:sp>
      <p:sp>
        <p:nvSpPr>
          <p:cNvPr id="3" name="Content Placeholder 2">
            <a:extLst>
              <a:ext uri="{FF2B5EF4-FFF2-40B4-BE49-F238E27FC236}">
                <a16:creationId xmlns:a16="http://schemas.microsoft.com/office/drawing/2014/main" id="{915BD947-0E40-1524-6233-5E1E118493D5}"/>
              </a:ext>
            </a:extLst>
          </p:cNvPr>
          <p:cNvSpPr>
            <a:spLocks noGrp="1"/>
          </p:cNvSpPr>
          <p:nvPr>
            <p:ph idx="1"/>
          </p:nvPr>
        </p:nvSpPr>
        <p:spPr>
          <a:xfrm>
            <a:off x="838200" y="2286869"/>
            <a:ext cx="10515600" cy="1662962"/>
          </a:xfrm>
        </p:spPr>
        <p:txBody>
          <a:bodyPr/>
          <a:lstStyle/>
          <a:p>
            <a:pPr marL="0" indent="0">
              <a:buNone/>
            </a:pPr>
            <a:r>
              <a:rPr lang="en-PH" dirty="0"/>
              <a:t>The Spearman rank-order correlation coefficient (Spearman’s correlation) is a </a:t>
            </a:r>
            <a:r>
              <a:rPr lang="en-PH" b="1" dirty="0">
                <a:solidFill>
                  <a:srgbClr val="0070C0"/>
                </a:solidFill>
              </a:rPr>
              <a:t>nonparametric measure of the strength and direction </a:t>
            </a:r>
            <a:r>
              <a:rPr lang="en-PH" dirty="0"/>
              <a:t>of association that exists between two variables measured on at least an ordinal scale. 	</a:t>
            </a:r>
          </a:p>
        </p:txBody>
      </p:sp>
      <p:sp>
        <p:nvSpPr>
          <p:cNvPr id="5" name="TextBox 4">
            <a:extLst>
              <a:ext uri="{FF2B5EF4-FFF2-40B4-BE49-F238E27FC236}">
                <a16:creationId xmlns:a16="http://schemas.microsoft.com/office/drawing/2014/main" id="{AE4E8878-42D6-97AE-416B-6D540FBA5D94}"/>
              </a:ext>
            </a:extLst>
          </p:cNvPr>
          <p:cNvSpPr txBox="1"/>
          <p:nvPr/>
        </p:nvSpPr>
        <p:spPr>
          <a:xfrm>
            <a:off x="838199" y="4198079"/>
            <a:ext cx="10515600" cy="954107"/>
          </a:xfrm>
          <a:prstGeom prst="rect">
            <a:avLst/>
          </a:prstGeom>
          <a:noFill/>
        </p:spPr>
        <p:txBody>
          <a:bodyPr wrap="square">
            <a:spAutoFit/>
          </a:bodyPr>
          <a:lstStyle/>
          <a:p>
            <a:pPr marL="0" indent="0">
              <a:buNone/>
            </a:pPr>
            <a:r>
              <a:rPr lang="en-PH" sz="2800" dirty="0"/>
              <a:t>Spearman’s correlation can be used when your </a:t>
            </a:r>
            <a:r>
              <a:rPr lang="en-PH" sz="2800" b="1" dirty="0">
                <a:solidFill>
                  <a:srgbClr val="0070C0"/>
                </a:solidFill>
              </a:rPr>
              <a:t>two variables are not normally distributed</a:t>
            </a:r>
            <a:r>
              <a:rPr lang="en-PH" sz="2800" dirty="0"/>
              <a:t>.</a:t>
            </a:r>
          </a:p>
        </p:txBody>
      </p:sp>
      <p:sp>
        <p:nvSpPr>
          <p:cNvPr id="7" name="TextBox 6">
            <a:extLst>
              <a:ext uri="{FF2B5EF4-FFF2-40B4-BE49-F238E27FC236}">
                <a16:creationId xmlns:a16="http://schemas.microsoft.com/office/drawing/2014/main" id="{A0A5EA78-756F-4485-9824-454E586CF155}"/>
              </a:ext>
            </a:extLst>
          </p:cNvPr>
          <p:cNvSpPr txBox="1"/>
          <p:nvPr/>
        </p:nvSpPr>
        <p:spPr>
          <a:xfrm>
            <a:off x="838199" y="5583074"/>
            <a:ext cx="6957768" cy="523220"/>
          </a:xfrm>
          <a:prstGeom prst="rect">
            <a:avLst/>
          </a:prstGeom>
          <a:noFill/>
        </p:spPr>
        <p:txBody>
          <a:bodyPr wrap="square">
            <a:spAutoFit/>
          </a:bodyPr>
          <a:lstStyle/>
          <a:p>
            <a:pPr marL="0" indent="0">
              <a:buNone/>
            </a:pPr>
            <a:r>
              <a:rPr lang="en-PH" sz="2800" dirty="0"/>
              <a:t>It generates values ranging from </a:t>
            </a:r>
            <a:r>
              <a:rPr lang="en-PH" sz="2800" b="1" dirty="0">
                <a:solidFill>
                  <a:srgbClr val="FF0000"/>
                </a:solidFill>
              </a:rPr>
              <a:t>-1.0</a:t>
            </a:r>
            <a:r>
              <a:rPr lang="en-PH" sz="2800" b="1" dirty="0">
                <a:solidFill>
                  <a:srgbClr val="0070C0"/>
                </a:solidFill>
              </a:rPr>
              <a:t> </a:t>
            </a:r>
            <a:r>
              <a:rPr lang="en-PH" sz="2800" dirty="0"/>
              <a:t>to</a:t>
            </a:r>
            <a:r>
              <a:rPr lang="en-PH" sz="2800" b="1" dirty="0">
                <a:solidFill>
                  <a:srgbClr val="0070C0"/>
                </a:solidFill>
              </a:rPr>
              <a:t> </a:t>
            </a:r>
            <a:r>
              <a:rPr lang="en-PH" sz="2800" b="1" dirty="0">
                <a:solidFill>
                  <a:srgbClr val="00B050"/>
                </a:solidFill>
              </a:rPr>
              <a:t>+1.0</a:t>
            </a:r>
            <a:r>
              <a:rPr lang="en-PH" sz="2800" dirty="0"/>
              <a:t>. </a:t>
            </a:r>
          </a:p>
        </p:txBody>
      </p:sp>
    </p:spTree>
    <p:extLst>
      <p:ext uri="{BB962C8B-B14F-4D97-AF65-F5344CB8AC3E}">
        <p14:creationId xmlns:p14="http://schemas.microsoft.com/office/powerpoint/2010/main" val="336950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846FE-4155-6EF1-D7A5-C06BF46BB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EE585D-3CF6-35C6-EC8B-8ECF8B1BDB6F}"/>
              </a:ext>
            </a:extLst>
          </p:cNvPr>
          <p:cNvSpPr>
            <a:spLocks noGrp="1"/>
          </p:cNvSpPr>
          <p:nvPr>
            <p:ph type="title"/>
          </p:nvPr>
        </p:nvSpPr>
        <p:spPr/>
        <p:txBody>
          <a:bodyPr/>
          <a:lstStyle/>
          <a:p>
            <a:r>
              <a:rPr lang="en-US" dirty="0"/>
              <a:t>Spearman’s rank-order correlation</a:t>
            </a:r>
          </a:p>
        </p:txBody>
      </p:sp>
      <p:grpSp>
        <p:nvGrpSpPr>
          <p:cNvPr id="14" name="Group 13">
            <a:extLst>
              <a:ext uri="{FF2B5EF4-FFF2-40B4-BE49-F238E27FC236}">
                <a16:creationId xmlns:a16="http://schemas.microsoft.com/office/drawing/2014/main" id="{485F16A2-742A-0494-4CF7-5D9E037A8FF5}"/>
              </a:ext>
            </a:extLst>
          </p:cNvPr>
          <p:cNvGrpSpPr/>
          <p:nvPr/>
        </p:nvGrpSpPr>
        <p:grpSpPr>
          <a:xfrm>
            <a:off x="1301919" y="3031867"/>
            <a:ext cx="2962707" cy="1674202"/>
            <a:chOff x="1947141" y="2322240"/>
            <a:chExt cx="2962707" cy="1674202"/>
          </a:xfrm>
        </p:grpSpPr>
        <p:pic>
          <p:nvPicPr>
            <p:cNvPr id="15" name="Picture 2" descr="Spearman correlation coefficient formula for no tied ranks">
              <a:extLst>
                <a:ext uri="{FF2B5EF4-FFF2-40B4-BE49-F238E27FC236}">
                  <a16:creationId xmlns:a16="http://schemas.microsoft.com/office/drawing/2014/main" id="{181D2452-70CF-4DF1-D3C6-95E40798BF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7141" y="2322240"/>
              <a:ext cx="2962707" cy="110676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3F0FBE6D-46D1-51C1-8289-99C9DCA5B05F}"/>
                </a:ext>
              </a:extLst>
            </p:cNvPr>
            <p:cNvSpPr txBox="1"/>
            <p:nvPr/>
          </p:nvSpPr>
          <p:spPr>
            <a:xfrm>
              <a:off x="2355250" y="3627110"/>
              <a:ext cx="2428875" cy="369332"/>
            </a:xfrm>
            <a:prstGeom prst="rect">
              <a:avLst/>
            </a:prstGeom>
            <a:noFill/>
          </p:spPr>
          <p:txBody>
            <a:bodyPr wrap="square" rtlCol="0">
              <a:spAutoFit/>
            </a:bodyPr>
            <a:lstStyle/>
            <a:p>
              <a:pPr algn="ctr"/>
              <a:r>
                <a:rPr lang="en-PH" b="1" dirty="0"/>
                <a:t>No tied ranks</a:t>
              </a:r>
            </a:p>
          </p:txBody>
        </p:sp>
      </p:grpSp>
      <p:grpSp>
        <p:nvGrpSpPr>
          <p:cNvPr id="17" name="Group 16">
            <a:extLst>
              <a:ext uri="{FF2B5EF4-FFF2-40B4-BE49-F238E27FC236}">
                <a16:creationId xmlns:a16="http://schemas.microsoft.com/office/drawing/2014/main" id="{A2724606-CB00-943C-FB1D-C0251E74C456}"/>
              </a:ext>
            </a:extLst>
          </p:cNvPr>
          <p:cNvGrpSpPr/>
          <p:nvPr/>
        </p:nvGrpSpPr>
        <p:grpSpPr>
          <a:xfrm>
            <a:off x="5586122" y="2860784"/>
            <a:ext cx="5495925" cy="2029951"/>
            <a:chOff x="5586122" y="2008604"/>
            <a:chExt cx="5495925" cy="2029951"/>
          </a:xfrm>
        </p:grpSpPr>
        <p:pic>
          <p:nvPicPr>
            <p:cNvPr id="18" name="Picture 17" descr="The full version of the Spearman rank correlation coefficient formula">
              <a:extLst>
                <a:ext uri="{FF2B5EF4-FFF2-40B4-BE49-F238E27FC236}">
                  <a16:creationId xmlns:a16="http://schemas.microsoft.com/office/drawing/2014/main" id="{BE104197-787A-39C6-2A3B-FDD6A50E5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6122" y="2008604"/>
              <a:ext cx="5495925" cy="154305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AF17FF5B-4A2E-3B10-283F-3A1118D5AD2A}"/>
                </a:ext>
              </a:extLst>
            </p:cNvPr>
            <p:cNvSpPr txBox="1"/>
            <p:nvPr/>
          </p:nvSpPr>
          <p:spPr>
            <a:xfrm>
              <a:off x="7927375" y="3669223"/>
              <a:ext cx="2428875" cy="369332"/>
            </a:xfrm>
            <a:prstGeom prst="rect">
              <a:avLst/>
            </a:prstGeom>
            <a:noFill/>
          </p:spPr>
          <p:txBody>
            <a:bodyPr wrap="square" rtlCol="0">
              <a:spAutoFit/>
            </a:bodyPr>
            <a:lstStyle/>
            <a:p>
              <a:r>
                <a:rPr lang="en-PH" b="1" dirty="0"/>
                <a:t>With tied ranks</a:t>
              </a:r>
            </a:p>
          </p:txBody>
        </p:sp>
      </p:grpSp>
    </p:spTree>
    <p:extLst>
      <p:ext uri="{BB962C8B-B14F-4D97-AF65-F5344CB8AC3E}">
        <p14:creationId xmlns:p14="http://schemas.microsoft.com/office/powerpoint/2010/main" val="21444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6374C-CFD8-D571-31FC-651D97478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4B7A7-0A58-D56C-263B-EBA9282177E6}"/>
              </a:ext>
            </a:extLst>
          </p:cNvPr>
          <p:cNvSpPr>
            <a:spLocks noGrp="1"/>
          </p:cNvSpPr>
          <p:nvPr>
            <p:ph type="title"/>
          </p:nvPr>
        </p:nvSpPr>
        <p:spPr/>
        <p:txBody>
          <a:bodyPr/>
          <a:lstStyle/>
          <a:p>
            <a:r>
              <a:rPr lang="en-US" dirty="0"/>
              <a:t>Assumptions of Spearman’s correlation </a:t>
            </a:r>
          </a:p>
        </p:txBody>
      </p:sp>
      <p:sp>
        <p:nvSpPr>
          <p:cNvPr id="3" name="Content Placeholder 2">
            <a:extLst>
              <a:ext uri="{FF2B5EF4-FFF2-40B4-BE49-F238E27FC236}">
                <a16:creationId xmlns:a16="http://schemas.microsoft.com/office/drawing/2014/main" id="{AE93C923-1536-B99D-8BE0-F41D5D892D9D}"/>
              </a:ext>
            </a:extLst>
          </p:cNvPr>
          <p:cNvSpPr>
            <a:spLocks noGrp="1"/>
          </p:cNvSpPr>
          <p:nvPr>
            <p:ph idx="1"/>
          </p:nvPr>
        </p:nvSpPr>
        <p:spPr/>
        <p:txBody>
          <a:bodyPr/>
          <a:lstStyle/>
          <a:p>
            <a:pPr marL="0" indent="0">
              <a:buNone/>
            </a:pPr>
            <a:r>
              <a:rPr lang="en-PH" b="1" dirty="0">
                <a:solidFill>
                  <a:srgbClr val="0070C0"/>
                </a:solidFill>
              </a:rPr>
              <a:t>1. Your two variables should be measured on an ordinal, interval or ratio scale</a:t>
            </a:r>
            <a:r>
              <a:rPr lang="en-PH" dirty="0">
                <a:solidFill>
                  <a:srgbClr val="0070C0"/>
                </a:solidFill>
              </a:rPr>
              <a:t>. </a:t>
            </a:r>
          </a:p>
          <a:p>
            <a:pPr marL="514350" indent="-514350">
              <a:buAutoNum type="arabicPeriod"/>
            </a:pPr>
            <a:endParaRPr lang="en-PH" dirty="0">
              <a:solidFill>
                <a:srgbClr val="0070C0"/>
              </a:solidFill>
            </a:endParaRPr>
          </a:p>
          <a:p>
            <a:pPr marL="0" indent="0">
              <a:buNone/>
            </a:pPr>
            <a:r>
              <a:rPr lang="en-PH" dirty="0"/>
              <a:t>Examples of ordinal variables include Likert scales (e.g., a 7-point scale from "strongly agree" through to "strongly disagree.</a:t>
            </a:r>
          </a:p>
          <a:p>
            <a:pPr marL="0" indent="0">
              <a:buNone/>
            </a:pPr>
            <a:endParaRPr lang="en-US" dirty="0"/>
          </a:p>
        </p:txBody>
      </p:sp>
    </p:spTree>
    <p:extLst>
      <p:ext uri="{BB962C8B-B14F-4D97-AF65-F5344CB8AC3E}">
        <p14:creationId xmlns:p14="http://schemas.microsoft.com/office/powerpoint/2010/main" val="1137460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629FB-5F79-3EC6-1386-7F2780A581CE}"/>
              </a:ext>
            </a:extLst>
          </p:cNvPr>
          <p:cNvSpPr>
            <a:spLocks noGrp="1"/>
          </p:cNvSpPr>
          <p:nvPr>
            <p:ph type="title"/>
          </p:nvPr>
        </p:nvSpPr>
        <p:spPr/>
        <p:txBody>
          <a:bodyPr/>
          <a:lstStyle/>
          <a:p>
            <a:r>
              <a:rPr lang="en-US" dirty="0"/>
              <a:t>Assumptions of Spearman’s correlation </a:t>
            </a:r>
          </a:p>
        </p:txBody>
      </p:sp>
      <p:sp>
        <p:nvSpPr>
          <p:cNvPr id="3" name="Content Placeholder 2">
            <a:extLst>
              <a:ext uri="{FF2B5EF4-FFF2-40B4-BE49-F238E27FC236}">
                <a16:creationId xmlns:a16="http://schemas.microsoft.com/office/drawing/2014/main" id="{43C46139-F76F-661F-EC93-49C6E097AA54}"/>
              </a:ext>
            </a:extLst>
          </p:cNvPr>
          <p:cNvSpPr>
            <a:spLocks noGrp="1"/>
          </p:cNvSpPr>
          <p:nvPr>
            <p:ph idx="1"/>
          </p:nvPr>
        </p:nvSpPr>
        <p:spPr/>
        <p:txBody>
          <a:bodyPr/>
          <a:lstStyle/>
          <a:p>
            <a:pPr marL="0" indent="0">
              <a:buNone/>
            </a:pPr>
            <a:r>
              <a:rPr lang="en-PH" b="1" dirty="0">
                <a:solidFill>
                  <a:srgbClr val="0070C0"/>
                </a:solidFill>
              </a:rPr>
              <a:t>2. Your two variables represent paired observations. </a:t>
            </a:r>
          </a:p>
          <a:p>
            <a:pPr marL="0" indent="0">
              <a:buNone/>
            </a:pPr>
            <a:endParaRPr lang="en-PH" b="1" dirty="0">
              <a:solidFill>
                <a:srgbClr val="0070C0"/>
              </a:solidFill>
            </a:endParaRPr>
          </a:p>
          <a:p>
            <a:pPr marL="0" indent="0">
              <a:buNone/>
            </a:pPr>
            <a:r>
              <a:rPr lang="en-PH" dirty="0"/>
              <a:t>With 30 participants in the study, this means that there would be 30 paired observations.</a:t>
            </a:r>
          </a:p>
          <a:p>
            <a:endParaRPr lang="en-US" dirty="0"/>
          </a:p>
        </p:txBody>
      </p:sp>
    </p:spTree>
    <p:extLst>
      <p:ext uri="{BB962C8B-B14F-4D97-AF65-F5344CB8AC3E}">
        <p14:creationId xmlns:p14="http://schemas.microsoft.com/office/powerpoint/2010/main" val="2565278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CDD1A-E01D-9C0F-5A46-92004FE3C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CEC83-F0B0-B211-C233-7F897CD3917F}"/>
              </a:ext>
            </a:extLst>
          </p:cNvPr>
          <p:cNvSpPr>
            <a:spLocks noGrp="1"/>
          </p:cNvSpPr>
          <p:nvPr>
            <p:ph type="title"/>
          </p:nvPr>
        </p:nvSpPr>
        <p:spPr/>
        <p:txBody>
          <a:bodyPr/>
          <a:lstStyle/>
          <a:p>
            <a:r>
              <a:rPr lang="en-US" dirty="0"/>
              <a:t>Assumptions of Spearman’s correlation </a:t>
            </a:r>
          </a:p>
        </p:txBody>
      </p:sp>
      <p:sp>
        <p:nvSpPr>
          <p:cNvPr id="3" name="Content Placeholder 2">
            <a:extLst>
              <a:ext uri="{FF2B5EF4-FFF2-40B4-BE49-F238E27FC236}">
                <a16:creationId xmlns:a16="http://schemas.microsoft.com/office/drawing/2014/main" id="{3CD868B0-C470-ED7F-98F7-FAE25B624759}"/>
              </a:ext>
            </a:extLst>
          </p:cNvPr>
          <p:cNvSpPr>
            <a:spLocks noGrp="1"/>
          </p:cNvSpPr>
          <p:nvPr>
            <p:ph idx="1"/>
          </p:nvPr>
        </p:nvSpPr>
        <p:spPr/>
        <p:txBody>
          <a:bodyPr/>
          <a:lstStyle/>
          <a:p>
            <a:pPr marL="0" indent="0">
              <a:buNone/>
            </a:pPr>
            <a:r>
              <a:rPr lang="en-PH" b="1" dirty="0"/>
              <a:t>3. </a:t>
            </a:r>
            <a:r>
              <a:rPr lang="en-PH" b="1" dirty="0">
                <a:solidFill>
                  <a:srgbClr val="0070C0"/>
                </a:solidFill>
              </a:rPr>
              <a:t>There is a monotonic relationship between the two variables. </a:t>
            </a:r>
          </a:p>
          <a:p>
            <a:endParaRPr lang="en-PH" b="1" dirty="0">
              <a:solidFill>
                <a:srgbClr val="0070C0"/>
              </a:solidFill>
            </a:endParaRPr>
          </a:p>
          <a:p>
            <a:pPr marL="0" indent="0">
              <a:buNone/>
            </a:pPr>
            <a:r>
              <a:rPr lang="en-PH" dirty="0"/>
              <a:t>A monotonic relationship exists when either the variables increase in value together, or as one variable value increases, the other variable value decreases. </a:t>
            </a:r>
          </a:p>
        </p:txBody>
      </p:sp>
    </p:spTree>
    <p:extLst>
      <p:ext uri="{BB962C8B-B14F-4D97-AF65-F5344CB8AC3E}">
        <p14:creationId xmlns:p14="http://schemas.microsoft.com/office/powerpoint/2010/main" val="3558026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5D87C-4338-3639-4FD8-B724C1A88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60659-4A53-B411-E704-23D08421B04B}"/>
              </a:ext>
            </a:extLst>
          </p:cNvPr>
          <p:cNvSpPr>
            <a:spLocks noGrp="1"/>
          </p:cNvSpPr>
          <p:nvPr>
            <p:ph type="title"/>
          </p:nvPr>
        </p:nvSpPr>
        <p:spPr/>
        <p:txBody>
          <a:bodyPr/>
          <a:lstStyle/>
          <a:p>
            <a:r>
              <a:rPr lang="en-US" dirty="0"/>
              <a:t>Spearman’s rank-order correlation</a:t>
            </a:r>
          </a:p>
        </p:txBody>
      </p:sp>
      <p:sp>
        <p:nvSpPr>
          <p:cNvPr id="3" name="Content Placeholder 2">
            <a:extLst>
              <a:ext uri="{FF2B5EF4-FFF2-40B4-BE49-F238E27FC236}">
                <a16:creationId xmlns:a16="http://schemas.microsoft.com/office/drawing/2014/main" id="{8C446B21-B840-59A6-F743-F79EB93CA70D}"/>
              </a:ext>
            </a:extLst>
          </p:cNvPr>
          <p:cNvSpPr>
            <a:spLocks noGrp="1"/>
          </p:cNvSpPr>
          <p:nvPr>
            <p:ph idx="1"/>
          </p:nvPr>
        </p:nvSpPr>
        <p:spPr/>
        <p:txBody>
          <a:bodyPr/>
          <a:lstStyle/>
          <a:p>
            <a:pPr marL="0" indent="0">
              <a:buNone/>
            </a:pPr>
            <a:r>
              <a:rPr lang="en-PH" b="1" dirty="0"/>
              <a:t>3. </a:t>
            </a:r>
            <a:r>
              <a:rPr lang="en-PH" b="1" dirty="0">
                <a:solidFill>
                  <a:srgbClr val="0070C0"/>
                </a:solidFill>
              </a:rPr>
              <a:t>There is a monotonic relationship between the two variables. </a:t>
            </a:r>
          </a:p>
        </p:txBody>
      </p:sp>
      <p:pic>
        <p:nvPicPr>
          <p:cNvPr id="4" name="Picture 2" descr="Examples of monotonic and non-monontic relationships">
            <a:extLst>
              <a:ext uri="{FF2B5EF4-FFF2-40B4-BE49-F238E27FC236}">
                <a16:creationId xmlns:a16="http://schemas.microsoft.com/office/drawing/2014/main" id="{99579044-C9C5-305C-FD73-EAF3B953AF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456" y="2801678"/>
            <a:ext cx="9589087"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393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902B4-7035-2231-06D3-B9CE7181D86F}"/>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B55A9B9F-8D2E-B016-3021-2E73C1D9EBAF}"/>
              </a:ext>
            </a:extLst>
          </p:cNvPr>
          <p:cNvSpPr>
            <a:spLocks noGrp="1"/>
          </p:cNvSpPr>
          <p:nvPr>
            <p:ph type="title"/>
          </p:nvPr>
        </p:nvSpPr>
        <p:spPr>
          <a:xfrm>
            <a:off x="838200" y="826369"/>
            <a:ext cx="10515600" cy="1325563"/>
          </a:xfrm>
        </p:spPr>
        <p:txBody>
          <a:bodyPr/>
          <a:lstStyle/>
          <a:p>
            <a:r>
              <a:rPr lang="en-PH" dirty="0"/>
              <a:t>Outline</a:t>
            </a:r>
          </a:p>
        </p:txBody>
      </p:sp>
      <p:sp>
        <p:nvSpPr>
          <p:cNvPr id="11" name="Content Placeholder 2">
            <a:extLst>
              <a:ext uri="{FF2B5EF4-FFF2-40B4-BE49-F238E27FC236}">
                <a16:creationId xmlns:a16="http://schemas.microsoft.com/office/drawing/2014/main" id="{3D8B4A8E-9712-F3BA-673F-88C94182816D}"/>
              </a:ext>
            </a:extLst>
          </p:cNvPr>
          <p:cNvSpPr>
            <a:spLocks noGrp="1"/>
          </p:cNvSpPr>
          <p:nvPr>
            <p:ph idx="1"/>
          </p:nvPr>
        </p:nvSpPr>
        <p:spPr>
          <a:xfrm>
            <a:off x="838200" y="2056369"/>
            <a:ext cx="10515600" cy="4510686"/>
          </a:xfrm>
        </p:spPr>
        <p:txBody>
          <a:bodyPr>
            <a:noAutofit/>
          </a:bodyPr>
          <a:lstStyle/>
          <a:p>
            <a:pPr algn="l">
              <a:buFont typeface="Wingdings" pitchFamily="2" charset="2"/>
              <a:buChar char="Ø"/>
            </a:pPr>
            <a:r>
              <a:rPr lang="en-US" sz="3500" b="1" dirty="0"/>
              <a:t> Correlation</a:t>
            </a:r>
          </a:p>
          <a:p>
            <a:pPr lvl="1">
              <a:buFont typeface="Wingdings" pitchFamily="2" charset="2"/>
              <a:buChar char="§"/>
            </a:pPr>
            <a:r>
              <a:rPr lang="en-US" sz="3100" b="1" dirty="0"/>
              <a:t>Interpreting correlation coefficients</a:t>
            </a:r>
          </a:p>
          <a:p>
            <a:pPr lvl="1">
              <a:buFont typeface="Wingdings" pitchFamily="2" charset="2"/>
              <a:buChar char="§"/>
            </a:pPr>
            <a:r>
              <a:rPr lang="en-US" sz="3500" b="1" dirty="0"/>
              <a:t>Describing Relationships</a:t>
            </a:r>
          </a:p>
          <a:p>
            <a:pPr lvl="1">
              <a:buFont typeface="Wingdings" pitchFamily="2" charset="2"/>
              <a:buChar char="§"/>
            </a:pPr>
            <a:r>
              <a:rPr lang="en-US" sz="3500" b="1" dirty="0"/>
              <a:t> Pearson Correlation Assumptions</a:t>
            </a:r>
          </a:p>
          <a:p>
            <a:pPr algn="l">
              <a:buFont typeface="Wingdings" pitchFamily="2" charset="2"/>
              <a:buChar char="Ø"/>
            </a:pPr>
            <a:r>
              <a:rPr lang="en-US" sz="3500" b="1" dirty="0"/>
              <a:t> Spearman's Correlation</a:t>
            </a:r>
          </a:p>
          <a:p>
            <a:pPr algn="l">
              <a:buFont typeface="Wingdings" pitchFamily="2" charset="2"/>
              <a:buChar char="Ø"/>
            </a:pPr>
            <a:r>
              <a:rPr lang="en-US" sz="3500" b="1" dirty="0">
                <a:solidFill>
                  <a:schemeClr val="bg2">
                    <a:lumMod val="90000"/>
                  </a:schemeClr>
                </a:solidFill>
              </a:rPr>
              <a:t> Correlation does not imply Causation</a:t>
            </a:r>
          </a:p>
          <a:p>
            <a:pPr lvl="1">
              <a:buFont typeface="Wingdings" pitchFamily="2" charset="2"/>
              <a:buChar char="Ø"/>
            </a:pPr>
            <a:endParaRPr lang="en-US" sz="3100" b="1" dirty="0">
              <a:solidFill>
                <a:schemeClr val="bg2">
                  <a:lumMod val="90000"/>
                </a:schemeClr>
              </a:solidFill>
            </a:endParaRPr>
          </a:p>
          <a:p>
            <a:pPr marL="0" indent="0" algn="l">
              <a:buNone/>
            </a:pPr>
            <a:endParaRPr lang="en-US" sz="3500" b="1" dirty="0">
              <a:solidFill>
                <a:schemeClr val="bg2">
                  <a:lumMod val="90000"/>
                </a:schemeClr>
              </a:solidFill>
            </a:endParaRPr>
          </a:p>
        </p:txBody>
      </p:sp>
    </p:spTree>
    <p:extLst>
      <p:ext uri="{BB962C8B-B14F-4D97-AF65-F5344CB8AC3E}">
        <p14:creationId xmlns:p14="http://schemas.microsoft.com/office/powerpoint/2010/main" val="2680935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868C-50C8-D231-C2D9-E8E6A4DCA97E}"/>
              </a:ext>
            </a:extLst>
          </p:cNvPr>
          <p:cNvSpPr>
            <a:spLocks noGrp="1"/>
          </p:cNvSpPr>
          <p:nvPr>
            <p:ph type="title"/>
          </p:nvPr>
        </p:nvSpPr>
        <p:spPr/>
        <p:txBody>
          <a:bodyPr/>
          <a:lstStyle/>
          <a:p>
            <a:r>
              <a:rPr lang="en-US" dirty="0"/>
              <a:t>Correlation does not imply Causation</a:t>
            </a:r>
          </a:p>
        </p:txBody>
      </p:sp>
      <p:sp>
        <p:nvSpPr>
          <p:cNvPr id="3" name="Content Placeholder 2">
            <a:extLst>
              <a:ext uri="{FF2B5EF4-FFF2-40B4-BE49-F238E27FC236}">
                <a16:creationId xmlns:a16="http://schemas.microsoft.com/office/drawing/2014/main" id="{301B1846-41D4-5388-D724-7D275FD9E4EA}"/>
              </a:ext>
            </a:extLst>
          </p:cNvPr>
          <p:cNvSpPr>
            <a:spLocks noGrp="1"/>
          </p:cNvSpPr>
          <p:nvPr>
            <p:ph idx="1"/>
          </p:nvPr>
        </p:nvSpPr>
        <p:spPr/>
        <p:txBody>
          <a:bodyPr/>
          <a:lstStyle/>
          <a:p>
            <a:pPr marL="0" indent="0">
              <a:buNone/>
            </a:pPr>
            <a:r>
              <a:rPr lang="en-PH" dirty="0"/>
              <a:t>The phrase refers to the </a:t>
            </a:r>
            <a:r>
              <a:rPr lang="en-PH" b="1" dirty="0"/>
              <a:t>inability to legitimately deduce a cause-and-effect relationship</a:t>
            </a:r>
            <a:r>
              <a:rPr lang="en-PH" dirty="0"/>
              <a:t> between two events or variables solely on the basis of an observed association or correlation between them.</a:t>
            </a:r>
          </a:p>
          <a:p>
            <a:endParaRPr lang="en-US" dirty="0"/>
          </a:p>
        </p:txBody>
      </p:sp>
      <p:pic>
        <p:nvPicPr>
          <p:cNvPr id="5" name="Picture 4" descr="Image result for correlation does not imply causation">
            <a:extLst>
              <a:ext uri="{FF2B5EF4-FFF2-40B4-BE49-F238E27FC236}">
                <a16:creationId xmlns:a16="http://schemas.microsoft.com/office/drawing/2014/main" id="{5540AFD6-4290-D1BB-568B-140DC2C9F4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67" r="14695"/>
          <a:stretch/>
        </p:blipFill>
        <p:spPr bwMode="auto">
          <a:xfrm>
            <a:off x="4205151" y="3784409"/>
            <a:ext cx="3781697" cy="2853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7891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 result for correlation does not imply causation">
            <a:extLst>
              <a:ext uri="{FF2B5EF4-FFF2-40B4-BE49-F238E27FC236}">
                <a16:creationId xmlns:a16="http://schemas.microsoft.com/office/drawing/2014/main" id="{429DAE6A-6F00-BB84-FFF5-20DFE2CA7B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67" r="14695"/>
          <a:stretch/>
        </p:blipFill>
        <p:spPr bwMode="auto">
          <a:xfrm>
            <a:off x="3710738" y="1024274"/>
            <a:ext cx="4770523" cy="36000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B3B22E3-4A88-8FD2-0014-FCE7080A6393}"/>
              </a:ext>
            </a:extLst>
          </p:cNvPr>
          <p:cNvSpPr txBox="1">
            <a:spLocks/>
          </p:cNvSpPr>
          <p:nvPr/>
        </p:nvSpPr>
        <p:spPr>
          <a:xfrm>
            <a:off x="838200" y="4624273"/>
            <a:ext cx="10515600" cy="20139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PH" dirty="0"/>
              <a:t>Both ice cream sales and the number of people who have sunburn increase when the weather is hot and sunny.</a:t>
            </a:r>
          </a:p>
          <a:p>
            <a:pPr marL="0" indent="0">
              <a:buFont typeface="Arial" panose="020B0604020202020204" pitchFamily="34" charset="0"/>
              <a:buNone/>
            </a:pPr>
            <a:endParaRPr lang="en-PH" dirty="0"/>
          </a:p>
          <a:p>
            <a:pPr marL="0" indent="0">
              <a:buFont typeface="Arial" panose="020B0604020202020204" pitchFamily="34" charset="0"/>
              <a:buNone/>
            </a:pPr>
            <a:r>
              <a:rPr lang="en-PH" b="1" dirty="0"/>
              <a:t>But they are not caused by each other</a:t>
            </a:r>
            <a:r>
              <a:rPr lang="en-PH" dirty="0"/>
              <a:t>.</a:t>
            </a:r>
          </a:p>
        </p:txBody>
      </p:sp>
    </p:spTree>
    <p:extLst>
      <p:ext uri="{BB962C8B-B14F-4D97-AF65-F5344CB8AC3E}">
        <p14:creationId xmlns:p14="http://schemas.microsoft.com/office/powerpoint/2010/main" val="3485376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A7E01-B655-E87B-7748-948CD5970343}"/>
            </a:ext>
          </a:extLst>
        </p:cNvPr>
        <p:cNvGrpSpPr/>
        <p:nvPr/>
      </p:nvGrpSpPr>
      <p:grpSpPr>
        <a:xfrm>
          <a:off x="0" y="0"/>
          <a:ext cx="0" cy="0"/>
          <a:chOff x="0" y="0"/>
          <a:chExt cx="0" cy="0"/>
        </a:xfrm>
      </p:grpSpPr>
      <p:pic>
        <p:nvPicPr>
          <p:cNvPr id="2" name="Picture 2" descr="Image result for correlation does not imply causation">
            <a:extLst>
              <a:ext uri="{FF2B5EF4-FFF2-40B4-BE49-F238E27FC236}">
                <a16:creationId xmlns:a16="http://schemas.microsoft.com/office/drawing/2014/main" id="{A9765836-C4EF-9B5E-53C5-0AB6BFA00B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3647" y="820895"/>
            <a:ext cx="7284705" cy="57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512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4F8B0-2D50-13E6-D28F-5600FEA94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A93E1-8548-71B8-F113-EE32F37F789B}"/>
              </a:ext>
            </a:extLst>
          </p:cNvPr>
          <p:cNvSpPr>
            <a:spLocks noGrp="1"/>
          </p:cNvSpPr>
          <p:nvPr>
            <p:ph type="title"/>
          </p:nvPr>
        </p:nvSpPr>
        <p:spPr/>
        <p:txBody>
          <a:bodyPr/>
          <a:lstStyle/>
          <a:p>
            <a:r>
              <a:rPr lang="en-US" dirty="0"/>
              <a:t>Correlation does not imply Causation</a:t>
            </a:r>
          </a:p>
        </p:txBody>
      </p:sp>
      <p:sp>
        <p:nvSpPr>
          <p:cNvPr id="3" name="Content Placeholder 2">
            <a:extLst>
              <a:ext uri="{FF2B5EF4-FFF2-40B4-BE49-F238E27FC236}">
                <a16:creationId xmlns:a16="http://schemas.microsoft.com/office/drawing/2014/main" id="{4DC635DF-39FC-52D3-E343-63B25D8D457C}"/>
              </a:ext>
            </a:extLst>
          </p:cNvPr>
          <p:cNvSpPr>
            <a:spLocks noGrp="1"/>
          </p:cNvSpPr>
          <p:nvPr>
            <p:ph idx="1"/>
          </p:nvPr>
        </p:nvSpPr>
        <p:spPr/>
        <p:txBody>
          <a:bodyPr/>
          <a:lstStyle/>
          <a:p>
            <a:pPr marL="0" indent="0">
              <a:buNone/>
            </a:pPr>
            <a:r>
              <a:rPr lang="en-PH" dirty="0"/>
              <a:t>Correlation tells us how strongly the pair of variables are linearly related and change together.</a:t>
            </a:r>
            <a:r>
              <a:rPr lang="en-PH" dirty="0">
                <a:solidFill>
                  <a:srgbClr val="002060"/>
                </a:solidFill>
              </a:rPr>
              <a:t> </a:t>
            </a:r>
            <a:r>
              <a:rPr lang="en-PH" b="1" dirty="0">
                <a:solidFill>
                  <a:srgbClr val="002060"/>
                </a:solidFill>
              </a:rPr>
              <a:t>It does not tell us why and how behind the relationship but it just says the relationship exists</a:t>
            </a:r>
            <a:r>
              <a:rPr lang="en-PH" dirty="0">
                <a:solidFill>
                  <a:srgbClr val="002060"/>
                </a:solidFill>
              </a:rPr>
              <a:t>.</a:t>
            </a:r>
          </a:p>
        </p:txBody>
      </p:sp>
      <p:pic>
        <p:nvPicPr>
          <p:cNvPr id="4" name="Picture 3" descr="Image result for correlation causation">
            <a:extLst>
              <a:ext uri="{FF2B5EF4-FFF2-40B4-BE49-F238E27FC236}">
                <a16:creationId xmlns:a16="http://schemas.microsoft.com/office/drawing/2014/main" id="{CF102003-D8A1-9B07-5297-27B0B71870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4232" y="3800031"/>
            <a:ext cx="5068171" cy="2838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8803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0B792-0FAC-6C23-0634-CFE2B22B9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AD0A0-C365-173D-E160-4AAA0CD9C200}"/>
              </a:ext>
            </a:extLst>
          </p:cNvPr>
          <p:cNvSpPr>
            <a:spLocks noGrp="1"/>
          </p:cNvSpPr>
          <p:nvPr>
            <p:ph type="title"/>
          </p:nvPr>
        </p:nvSpPr>
        <p:spPr/>
        <p:txBody>
          <a:bodyPr/>
          <a:lstStyle/>
          <a:p>
            <a:r>
              <a:rPr lang="en-US" dirty="0"/>
              <a:t>Causation does not imply Causation</a:t>
            </a:r>
          </a:p>
        </p:txBody>
      </p:sp>
      <p:pic>
        <p:nvPicPr>
          <p:cNvPr id="6" name="Picture 5">
            <a:extLst>
              <a:ext uri="{FF2B5EF4-FFF2-40B4-BE49-F238E27FC236}">
                <a16:creationId xmlns:a16="http://schemas.microsoft.com/office/drawing/2014/main" id="{DD02061B-26CA-C342-53F1-2373CEED1E7D}"/>
              </a:ext>
            </a:extLst>
          </p:cNvPr>
          <p:cNvPicPr>
            <a:picLocks noChangeAspect="1"/>
          </p:cNvPicPr>
          <p:nvPr/>
        </p:nvPicPr>
        <p:blipFill>
          <a:blip r:embed="rId2"/>
          <a:stretch>
            <a:fillRect/>
          </a:stretch>
        </p:blipFill>
        <p:spPr>
          <a:xfrm>
            <a:off x="2158856" y="2151932"/>
            <a:ext cx="7874287" cy="3991535"/>
          </a:xfrm>
          <a:prstGeom prst="rect">
            <a:avLst/>
          </a:prstGeom>
        </p:spPr>
      </p:pic>
    </p:spTree>
    <p:extLst>
      <p:ext uri="{BB962C8B-B14F-4D97-AF65-F5344CB8AC3E}">
        <p14:creationId xmlns:p14="http://schemas.microsoft.com/office/powerpoint/2010/main" val="1452022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8499</TotalTime>
  <Words>988</Words>
  <Application>Microsoft Macintosh PowerPoint</Application>
  <PresentationFormat>Widescreen</PresentationFormat>
  <Paragraphs>98</Paragraphs>
  <Slides>37</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Cambria Math</vt:lpstr>
      <vt:lpstr>Wingdings</vt:lpstr>
      <vt:lpstr>Office Theme</vt:lpstr>
      <vt:lpstr>Correlation</vt:lpstr>
      <vt:lpstr>Outline</vt:lpstr>
      <vt:lpstr>Visualizing Relationships between variables</vt:lpstr>
      <vt:lpstr>PowerPoint Presentation</vt:lpstr>
      <vt:lpstr>PowerPoint Presentation</vt:lpstr>
      <vt:lpstr>PowerPoint Presentation</vt:lpstr>
      <vt:lpstr>PowerPoint Presentation</vt:lpstr>
      <vt:lpstr>Correlation</vt:lpstr>
      <vt:lpstr>Correlation</vt:lpstr>
      <vt:lpstr>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When describing relationships…</vt:lpstr>
      <vt:lpstr>Assumptions for Pearson Correlation</vt:lpstr>
      <vt:lpstr>Assumptions for Pearson Correlation</vt:lpstr>
      <vt:lpstr>Assumptions for Pearson Correlation</vt:lpstr>
      <vt:lpstr>Assumption: No Outliers</vt:lpstr>
      <vt:lpstr>Assumption: No Outliers</vt:lpstr>
      <vt:lpstr>Outline</vt:lpstr>
      <vt:lpstr>Spearman’s rank-order correlation</vt:lpstr>
      <vt:lpstr>Spearman’s rank-order correlation</vt:lpstr>
      <vt:lpstr>Assumptions of Spearman’s correlation </vt:lpstr>
      <vt:lpstr>Assumptions of Spearman’s correlation </vt:lpstr>
      <vt:lpstr>Assumptions of Spearman’s correlation </vt:lpstr>
      <vt:lpstr>Spearman’s rank-order correlation</vt:lpstr>
      <vt:lpstr>Outline</vt:lpstr>
      <vt:lpstr>Correlation does not imply Causation</vt:lpstr>
      <vt:lpstr>PowerPoint Presentation</vt:lpstr>
      <vt:lpstr>PowerPoint Presentation</vt:lpstr>
      <vt:lpstr>Correlation does not imply Causation</vt:lpstr>
      <vt:lpstr>Causation does not imply Causation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Palenzuela, Ronnel</dc:creator>
  <cp:lastModifiedBy>Elizer Jr. D. Ponio</cp:lastModifiedBy>
  <cp:revision>935</cp:revision>
  <dcterms:created xsi:type="dcterms:W3CDTF">2024-08-08T01:29:50Z</dcterms:created>
  <dcterms:modified xsi:type="dcterms:W3CDTF">2026-01-30T10:09:53Z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813f4b-519a-4481-a498-85770f517757_Enabled">
    <vt:lpwstr>true</vt:lpwstr>
  </property>
  <property fmtid="{D5CDD505-2E9C-101B-9397-08002B2CF9AE}" pid="3" name="MSIP_Label_8a813f4b-519a-4481-a498-85770f517757_SetDate">
    <vt:lpwstr>2024-08-08T02:28:55Z</vt:lpwstr>
  </property>
  <property fmtid="{D5CDD505-2E9C-101B-9397-08002B2CF9AE}" pid="4" name="MSIP_Label_8a813f4b-519a-4481-a498-85770f517757_Method">
    <vt:lpwstr>Standard</vt:lpwstr>
  </property>
  <property fmtid="{D5CDD505-2E9C-101B-9397-08002B2CF9AE}" pid="5" name="MSIP_Label_8a813f4b-519a-4481-a498-85770f517757_Name">
    <vt:lpwstr>Anyone (unrestricted)</vt:lpwstr>
  </property>
  <property fmtid="{D5CDD505-2E9C-101B-9397-08002B2CF9AE}" pid="6" name="MSIP_Label_8a813f4b-519a-4481-a498-85770f517757_SiteId">
    <vt:lpwstr>1d981f77-3ca3-46ae-b0d4-e8044e6c7f84</vt:lpwstr>
  </property>
  <property fmtid="{D5CDD505-2E9C-101B-9397-08002B2CF9AE}" pid="7" name="MSIP_Label_8a813f4b-519a-4481-a498-85770f517757_ActionId">
    <vt:lpwstr>6e000025-dfc4-466b-8a1a-3abd180e870b</vt:lpwstr>
  </property>
  <property fmtid="{D5CDD505-2E9C-101B-9397-08002B2CF9AE}" pid="8" name="MSIP_Label_8a813f4b-519a-4481-a498-85770f517757_ContentBits">
    <vt:lpwstr>0</vt:lpwstr>
  </property>
</Properties>
</file>