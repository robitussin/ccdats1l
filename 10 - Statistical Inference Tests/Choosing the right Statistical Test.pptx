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7" r:id="rId2"/>
    <p:sldId id="441" r:id="rId3"/>
    <p:sldId id="442" r:id="rId4"/>
    <p:sldId id="443" r:id="rId5"/>
    <p:sldId id="444" r:id="rId6"/>
    <p:sldId id="455" r:id="rId7"/>
    <p:sldId id="445" r:id="rId8"/>
    <p:sldId id="446" r:id="rId9"/>
    <p:sldId id="447" r:id="rId10"/>
    <p:sldId id="448" r:id="rId11"/>
    <p:sldId id="449" r:id="rId12"/>
    <p:sldId id="450" r:id="rId13"/>
    <p:sldId id="451" r:id="rId14"/>
    <p:sldId id="452" r:id="rId15"/>
    <p:sldId id="453" r:id="rId16"/>
    <p:sldId id="456" r:id="rId17"/>
    <p:sldId id="457" r:id="rId18"/>
    <p:sldId id="458" r:id="rId19"/>
    <p:sldId id="459" r:id="rId20"/>
    <p:sldId id="460" r:id="rId21"/>
    <p:sldId id="461" r:id="rId22"/>
    <p:sldId id="462" r:id="rId23"/>
    <p:sldId id="463" r:id="rId24"/>
    <p:sldId id="464" r:id="rId25"/>
    <p:sldId id="465" r:id="rId26"/>
    <p:sldId id="466" r:id="rId27"/>
    <p:sldId id="467" r:id="rId28"/>
    <p:sldId id="468" r:id="rId29"/>
    <p:sldId id="470" r:id="rId30"/>
    <p:sldId id="471" r:id="rId31"/>
    <p:sldId id="472" r:id="rId32"/>
    <p:sldId id="473" r:id="rId33"/>
    <p:sldId id="475" r:id="rId34"/>
    <p:sldId id="476" r:id="rId35"/>
    <p:sldId id="477" r:id="rId3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4E72DE6-BB83-154E-81E2-BC0DD659BA3C}">
          <p14:sldIdLst>
            <p14:sldId id="257"/>
            <p14:sldId id="441"/>
            <p14:sldId id="442"/>
            <p14:sldId id="443"/>
            <p14:sldId id="444"/>
            <p14:sldId id="455"/>
            <p14:sldId id="445"/>
            <p14:sldId id="446"/>
            <p14:sldId id="447"/>
            <p14:sldId id="448"/>
            <p14:sldId id="449"/>
            <p14:sldId id="450"/>
            <p14:sldId id="451"/>
            <p14:sldId id="452"/>
            <p14:sldId id="453"/>
            <p14:sldId id="456"/>
            <p14:sldId id="457"/>
            <p14:sldId id="458"/>
            <p14:sldId id="459"/>
            <p14:sldId id="460"/>
            <p14:sldId id="461"/>
            <p14:sldId id="462"/>
            <p14:sldId id="463"/>
            <p14:sldId id="464"/>
            <p14:sldId id="465"/>
            <p14:sldId id="466"/>
            <p14:sldId id="467"/>
            <p14:sldId id="468"/>
            <p14:sldId id="470"/>
            <p14:sldId id="471"/>
            <p14:sldId id="472"/>
            <p14:sldId id="473"/>
            <p14:sldId id="475"/>
            <p14:sldId id="476"/>
            <p14:sldId id="4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2418C"/>
    <a:srgbClr val="FF40FF"/>
    <a:srgbClr val="CBD94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FF8E01-DE24-0F4F-A559-943D670B7764}" v="50" dt="2024-08-14T17:48:44.40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4875" autoAdjust="0"/>
    <p:restoredTop sz="94676"/>
  </p:normalViewPr>
  <p:slideViewPr>
    <p:cSldViewPr snapToGrid="0">
      <p:cViewPr>
        <p:scale>
          <a:sx n="89" d="100"/>
          <a:sy n="89" d="100"/>
        </p:scale>
        <p:origin x="3144" y="1528"/>
      </p:cViewPr>
      <p:guideLst/>
    </p:cSldViewPr>
  </p:slideViewPr>
  <p:notesTextViewPr>
    <p:cViewPr>
      <p:scale>
        <a:sx n="1" d="1"/>
        <a:sy n="1" d="1"/>
      </p:scale>
      <p:origin x="0" y="0"/>
    </p:cViewPr>
  </p:notesTextViewPr>
  <p:sorterViewPr>
    <p:cViewPr>
      <p:scale>
        <a:sx n="80" d="100"/>
        <a:sy n="8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6/11/relationships/changesInfo" Target="changesInfos/changesInfo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nnel D. Palenzuela" userId="27216d6f-a712-48da-bcb2-613e4bc945ac" providerId="ADAL" clId="{16736750-74B4-184C-AACF-97E7E4B9FAA6}"/>
    <pc:docChg chg="undo custSel addSld delSld modSld sldOrd modMainMaster">
      <pc:chgData name="Ronnel D. Palenzuela" userId="27216d6f-a712-48da-bcb2-613e4bc945ac" providerId="ADAL" clId="{16736750-74B4-184C-AACF-97E7E4B9FAA6}" dt="2024-08-13T03:37:12.131" v="3508" actId="207"/>
      <pc:docMkLst>
        <pc:docMk/>
      </pc:docMkLst>
      <pc:sldChg chg="modSp mod">
        <pc:chgData name="Ronnel D. Palenzuela" userId="27216d6f-a712-48da-bcb2-613e4bc945ac" providerId="ADAL" clId="{16736750-74B4-184C-AACF-97E7E4B9FAA6}" dt="2024-08-11T23:14:10.328" v="2625" actId="20577"/>
        <pc:sldMkLst>
          <pc:docMk/>
          <pc:sldMk cId="3455369248" sldId="257"/>
        </pc:sldMkLst>
        <pc:spChg chg="mod">
          <ac:chgData name="Ronnel D. Palenzuela" userId="27216d6f-a712-48da-bcb2-613e4bc945ac" providerId="ADAL" clId="{16736750-74B4-184C-AACF-97E7E4B9FAA6}" dt="2024-08-11T23:14:10.328" v="2625" actId="20577"/>
          <ac:spMkLst>
            <pc:docMk/>
            <pc:sldMk cId="3455369248" sldId="257"/>
            <ac:spMk id="3" creationId="{55CA8846-F5F9-9E2F-7E86-4EDFA1AEFED2}"/>
          </ac:spMkLst>
        </pc:spChg>
      </pc:sldChg>
      <pc:sldChg chg="addSp delSp modSp del mod setBg modNotesTx">
        <pc:chgData name="Ronnel D. Palenzuela" userId="27216d6f-a712-48da-bcb2-613e4bc945ac" providerId="ADAL" clId="{16736750-74B4-184C-AACF-97E7E4B9FAA6}" dt="2024-08-11T06:16:40.205" v="363" actId="2696"/>
        <pc:sldMkLst>
          <pc:docMk/>
          <pc:sldMk cId="218736974" sldId="258"/>
        </pc:sldMkLst>
        <pc:spChg chg="mod">
          <ac:chgData name="Ronnel D. Palenzuela" userId="27216d6f-a712-48da-bcb2-613e4bc945ac" providerId="ADAL" clId="{16736750-74B4-184C-AACF-97E7E4B9FAA6}" dt="2024-08-11T06:16:07.116" v="348" actId="26606"/>
          <ac:spMkLst>
            <pc:docMk/>
            <pc:sldMk cId="218736974" sldId="258"/>
            <ac:spMk id="2" creationId="{1FD87645-D8E6-23DE-A822-448BF1054783}"/>
          </ac:spMkLst>
        </pc:spChg>
        <pc:spChg chg="mod">
          <ac:chgData name="Ronnel D. Palenzuela" userId="27216d6f-a712-48da-bcb2-613e4bc945ac" providerId="ADAL" clId="{16736750-74B4-184C-AACF-97E7E4B9FAA6}" dt="2024-08-11T06:16:25.529" v="353" actId="21"/>
          <ac:spMkLst>
            <pc:docMk/>
            <pc:sldMk cId="218736974" sldId="258"/>
            <ac:spMk id="3" creationId="{F9E9654B-D8E5-22CA-371A-57FADD13842B}"/>
          </ac:spMkLst>
        </pc:spChg>
        <pc:spChg chg="add del">
          <ac:chgData name="Ronnel D. Palenzuela" userId="27216d6f-a712-48da-bcb2-613e4bc945ac" providerId="ADAL" clId="{16736750-74B4-184C-AACF-97E7E4B9FAA6}" dt="2024-08-11T06:16:07.116" v="348" actId="26606"/>
          <ac:spMkLst>
            <pc:docMk/>
            <pc:sldMk cId="218736974" sldId="258"/>
            <ac:spMk id="9" creationId="{04812C46-200A-4DEB-A05E-3ED6C68C2387}"/>
          </ac:spMkLst>
        </pc:spChg>
        <pc:spChg chg="add del">
          <ac:chgData name="Ronnel D. Palenzuela" userId="27216d6f-a712-48da-bcb2-613e4bc945ac" providerId="ADAL" clId="{16736750-74B4-184C-AACF-97E7E4B9FAA6}" dt="2024-08-11T06:16:07.116" v="348" actId="26606"/>
          <ac:spMkLst>
            <pc:docMk/>
            <pc:sldMk cId="218736974" sldId="258"/>
            <ac:spMk id="11" creationId="{D1EA859B-E555-4109-94F3-6700E046E008}"/>
          </ac:spMkLst>
        </pc:spChg>
        <pc:picChg chg="add del mod ord">
          <ac:chgData name="Ronnel D. Palenzuela" userId="27216d6f-a712-48da-bcb2-613e4bc945ac" providerId="ADAL" clId="{16736750-74B4-184C-AACF-97E7E4B9FAA6}" dt="2024-08-11T06:16:38.323" v="362" actId="21"/>
          <ac:picMkLst>
            <pc:docMk/>
            <pc:sldMk cId="218736974" sldId="258"/>
            <ac:picMk id="4" creationId="{98D0E626-B0C1-BC0F-8BBE-013B7E7B3AA6}"/>
          </ac:picMkLst>
        </pc:picChg>
      </pc:sldChg>
      <pc:sldChg chg="addSp delSp modSp mod modNotesTx">
        <pc:chgData name="Ronnel D. Palenzuela" userId="27216d6f-a712-48da-bcb2-613e4bc945ac" providerId="ADAL" clId="{16736750-74B4-184C-AACF-97E7E4B9FAA6}" dt="2024-08-11T12:37:53.539" v="2618" actId="20577"/>
        <pc:sldMkLst>
          <pc:docMk/>
          <pc:sldMk cId="3256538018" sldId="259"/>
        </pc:sldMkLst>
        <pc:spChg chg="mod">
          <ac:chgData name="Ronnel D. Palenzuela" userId="27216d6f-a712-48da-bcb2-613e4bc945ac" providerId="ADAL" clId="{16736750-74B4-184C-AACF-97E7E4B9FAA6}" dt="2024-08-11T06:18:47.941" v="388" actId="14100"/>
          <ac:spMkLst>
            <pc:docMk/>
            <pc:sldMk cId="3256538018" sldId="259"/>
            <ac:spMk id="2" creationId="{1FD87645-D8E6-23DE-A822-448BF1054783}"/>
          </ac:spMkLst>
        </pc:spChg>
        <pc:spChg chg="mod">
          <ac:chgData name="Ronnel D. Palenzuela" userId="27216d6f-a712-48da-bcb2-613e4bc945ac" providerId="ADAL" clId="{16736750-74B4-184C-AACF-97E7E4B9FAA6}" dt="2024-08-11T12:37:53.539" v="2618" actId="20577"/>
          <ac:spMkLst>
            <pc:docMk/>
            <pc:sldMk cId="3256538018" sldId="259"/>
            <ac:spMk id="3" creationId="{F9E9654B-D8E5-22CA-371A-57FADD13842B}"/>
          </ac:spMkLst>
        </pc:spChg>
        <pc:picChg chg="add mod">
          <ac:chgData name="Ronnel D. Palenzuela" userId="27216d6f-a712-48da-bcb2-613e4bc945ac" providerId="ADAL" clId="{16736750-74B4-184C-AACF-97E7E4B9FAA6}" dt="2024-08-11T06:21:54.031" v="403" actId="1076"/>
          <ac:picMkLst>
            <pc:docMk/>
            <pc:sldMk cId="3256538018" sldId="259"/>
            <ac:picMk id="4" creationId="{E700435F-1E7A-3EEC-4AA8-86923D600596}"/>
          </ac:picMkLst>
        </pc:picChg>
        <pc:picChg chg="del">
          <ac:chgData name="Ronnel D. Palenzuela" userId="27216d6f-a712-48da-bcb2-613e4bc945ac" providerId="ADAL" clId="{16736750-74B4-184C-AACF-97E7E4B9FAA6}" dt="2024-08-11T06:16:36.656" v="361" actId="478"/>
          <ac:picMkLst>
            <pc:docMk/>
            <pc:sldMk cId="3256538018" sldId="259"/>
            <ac:picMk id="5" creationId="{D3CE80CF-7820-04DC-00A6-061A45338617}"/>
          </ac:picMkLst>
        </pc:picChg>
        <pc:picChg chg="del">
          <ac:chgData name="Ronnel D. Palenzuela" userId="27216d6f-a712-48da-bcb2-613e4bc945ac" providerId="ADAL" clId="{16736750-74B4-184C-AACF-97E7E4B9FAA6}" dt="2024-08-11T06:16:36.656" v="361" actId="478"/>
          <ac:picMkLst>
            <pc:docMk/>
            <pc:sldMk cId="3256538018" sldId="259"/>
            <ac:picMk id="6" creationId="{105319CD-EE8D-3939-D407-76A3761FCAFE}"/>
          </ac:picMkLst>
        </pc:picChg>
        <pc:picChg chg="del">
          <ac:chgData name="Ronnel D. Palenzuela" userId="27216d6f-a712-48da-bcb2-613e4bc945ac" providerId="ADAL" clId="{16736750-74B4-184C-AACF-97E7E4B9FAA6}" dt="2024-08-11T06:16:36.656" v="361" actId="478"/>
          <ac:picMkLst>
            <pc:docMk/>
            <pc:sldMk cId="3256538018" sldId="259"/>
            <ac:picMk id="7" creationId="{763F4613-1B0F-8B43-1A32-113F3480FFDD}"/>
          </ac:picMkLst>
        </pc:picChg>
        <pc:picChg chg="del">
          <ac:chgData name="Ronnel D. Palenzuela" userId="27216d6f-a712-48da-bcb2-613e4bc945ac" providerId="ADAL" clId="{16736750-74B4-184C-AACF-97E7E4B9FAA6}" dt="2024-08-11T06:16:36.656" v="361" actId="478"/>
          <ac:picMkLst>
            <pc:docMk/>
            <pc:sldMk cId="3256538018" sldId="259"/>
            <ac:picMk id="8" creationId="{3F65A7A7-479E-10AB-F526-C7D8854988BE}"/>
          </ac:picMkLst>
        </pc:picChg>
        <pc:picChg chg="add mod">
          <ac:chgData name="Ronnel D. Palenzuela" userId="27216d6f-a712-48da-bcb2-613e4bc945ac" providerId="ADAL" clId="{16736750-74B4-184C-AACF-97E7E4B9FAA6}" dt="2024-08-11T06:21:54.464" v="404" actId="1076"/>
          <ac:picMkLst>
            <pc:docMk/>
            <pc:sldMk cId="3256538018" sldId="259"/>
            <ac:picMk id="9" creationId="{5039F99A-C68C-0B5B-1A0E-5505DF7E762C}"/>
          </ac:picMkLst>
        </pc:picChg>
      </pc:sldChg>
      <pc:sldChg chg="del modNotesTx">
        <pc:chgData name="Ronnel D. Palenzuela" userId="27216d6f-a712-48da-bcb2-613e4bc945ac" providerId="ADAL" clId="{16736750-74B4-184C-AACF-97E7E4B9FAA6}" dt="2024-08-11T06:22:16.116" v="405" actId="2696"/>
        <pc:sldMkLst>
          <pc:docMk/>
          <pc:sldMk cId="606913761" sldId="260"/>
        </pc:sldMkLst>
      </pc:sldChg>
      <pc:sldChg chg="del">
        <pc:chgData name="Ronnel D. Palenzuela" userId="27216d6f-a712-48da-bcb2-613e4bc945ac" providerId="ADAL" clId="{16736750-74B4-184C-AACF-97E7E4B9FAA6}" dt="2024-08-11T06:22:16.124" v="406" actId="2696"/>
        <pc:sldMkLst>
          <pc:docMk/>
          <pc:sldMk cId="285302475" sldId="261"/>
        </pc:sldMkLst>
      </pc:sldChg>
      <pc:sldChg chg="del modNotesTx">
        <pc:chgData name="Ronnel D. Palenzuela" userId="27216d6f-a712-48da-bcb2-613e4bc945ac" providerId="ADAL" clId="{16736750-74B4-184C-AACF-97E7E4B9FAA6}" dt="2024-08-11T09:23:38.794" v="1383" actId="2696"/>
        <pc:sldMkLst>
          <pc:docMk/>
          <pc:sldMk cId="1633078811" sldId="262"/>
        </pc:sldMkLst>
      </pc:sldChg>
      <pc:sldChg chg="addSp delSp modSp mod ord setBg modNotesTx">
        <pc:chgData name="Ronnel D. Palenzuela" userId="27216d6f-a712-48da-bcb2-613e4bc945ac" providerId="ADAL" clId="{16736750-74B4-184C-AACF-97E7E4B9FAA6}" dt="2024-08-11T07:26:40.554" v="869" actId="20577"/>
        <pc:sldMkLst>
          <pc:docMk/>
          <pc:sldMk cId="3611571112" sldId="263"/>
        </pc:sldMkLst>
        <pc:spChg chg="mod">
          <ac:chgData name="Ronnel D. Palenzuela" userId="27216d6f-a712-48da-bcb2-613e4bc945ac" providerId="ADAL" clId="{16736750-74B4-184C-AACF-97E7E4B9FAA6}" dt="2024-08-11T07:26:40.554" v="869" actId="20577"/>
          <ac:spMkLst>
            <pc:docMk/>
            <pc:sldMk cId="3611571112" sldId="263"/>
            <ac:spMk id="2" creationId="{4B9DC0FD-E73C-26A6-891F-61B461076958}"/>
          </ac:spMkLst>
        </pc:spChg>
        <pc:spChg chg="del mod">
          <ac:chgData name="Ronnel D. Palenzuela" userId="27216d6f-a712-48da-bcb2-613e4bc945ac" providerId="ADAL" clId="{16736750-74B4-184C-AACF-97E7E4B9FAA6}" dt="2024-08-11T05:58:13.516" v="174" actId="478"/>
          <ac:spMkLst>
            <pc:docMk/>
            <pc:sldMk cId="3611571112" sldId="263"/>
            <ac:spMk id="3" creationId="{55CA8846-F5F9-9E2F-7E86-4EDFA1AEFED2}"/>
          </ac:spMkLst>
        </pc:spChg>
        <pc:spChg chg="add del">
          <ac:chgData name="Ronnel D. Palenzuela" userId="27216d6f-a712-48da-bcb2-613e4bc945ac" providerId="ADAL" clId="{16736750-74B4-184C-AACF-97E7E4B9FAA6}" dt="2024-08-11T06:07:07.454" v="259" actId="26606"/>
          <ac:spMkLst>
            <pc:docMk/>
            <pc:sldMk cId="3611571112" sldId="263"/>
            <ac:spMk id="9" creationId="{0DBF1ABE-8590-450D-BB49-BDDCCF3EEA9E}"/>
          </ac:spMkLst>
        </pc:spChg>
        <pc:spChg chg="add del">
          <ac:chgData name="Ronnel D. Palenzuela" userId="27216d6f-a712-48da-bcb2-613e4bc945ac" providerId="ADAL" clId="{16736750-74B4-184C-AACF-97E7E4B9FAA6}" dt="2024-08-11T06:07:07.454" v="259" actId="26606"/>
          <ac:spMkLst>
            <pc:docMk/>
            <pc:sldMk cId="3611571112" sldId="263"/>
            <ac:spMk id="11" creationId="{18D32C3D-8F76-4E99-BE56-0836CC38CC84}"/>
          </ac:spMkLst>
        </pc:spChg>
        <pc:spChg chg="add del">
          <ac:chgData name="Ronnel D. Palenzuela" userId="27216d6f-a712-48da-bcb2-613e4bc945ac" providerId="ADAL" clId="{16736750-74B4-184C-AACF-97E7E4B9FAA6}" dt="2024-08-11T06:07:07.454" v="259" actId="26606"/>
          <ac:spMkLst>
            <pc:docMk/>
            <pc:sldMk cId="3611571112" sldId="263"/>
            <ac:spMk id="13" creationId="{70766076-46F5-42D5-A773-2B3BEF2B8B74}"/>
          </ac:spMkLst>
        </pc:spChg>
        <pc:spChg chg="add del">
          <ac:chgData name="Ronnel D. Palenzuela" userId="27216d6f-a712-48da-bcb2-613e4bc945ac" providerId="ADAL" clId="{16736750-74B4-184C-AACF-97E7E4B9FAA6}" dt="2024-08-11T06:07:07.454" v="259" actId="26606"/>
          <ac:spMkLst>
            <pc:docMk/>
            <pc:sldMk cId="3611571112" sldId="263"/>
            <ac:spMk id="15" creationId="{CB7B90D9-1EC2-4A12-B24A-342C1BCA2FA1}"/>
          </ac:spMkLst>
        </pc:spChg>
        <pc:picChg chg="add del mod">
          <ac:chgData name="Ronnel D. Palenzuela" userId="27216d6f-a712-48da-bcb2-613e4bc945ac" providerId="ADAL" clId="{16736750-74B4-184C-AACF-97E7E4B9FAA6}" dt="2024-08-11T06:09:13.684" v="283" actId="478"/>
          <ac:picMkLst>
            <pc:docMk/>
            <pc:sldMk cId="3611571112" sldId="263"/>
            <ac:picMk id="4" creationId="{C459ACEE-C018-E6AA-F0E7-E4078174E3AF}"/>
          </ac:picMkLst>
        </pc:picChg>
      </pc:sldChg>
      <pc:sldChg chg="modSp mod">
        <pc:chgData name="Ronnel D. Palenzuela" userId="27216d6f-a712-48da-bcb2-613e4bc945ac" providerId="ADAL" clId="{16736750-74B4-184C-AACF-97E7E4B9FAA6}" dt="2024-08-11T05:45:49.289" v="62" actId="207"/>
        <pc:sldMkLst>
          <pc:docMk/>
          <pc:sldMk cId="261940385" sldId="264"/>
        </pc:sldMkLst>
        <pc:spChg chg="mod">
          <ac:chgData name="Ronnel D. Palenzuela" userId="27216d6f-a712-48da-bcb2-613e4bc945ac" providerId="ADAL" clId="{16736750-74B4-184C-AACF-97E7E4B9FAA6}" dt="2024-08-11T05:45:49.289" v="62" actId="207"/>
          <ac:spMkLst>
            <pc:docMk/>
            <pc:sldMk cId="261940385" sldId="264"/>
            <ac:spMk id="3" creationId="{A8B75234-3FB1-B597-DF46-CD5827D3C5AF}"/>
          </ac:spMkLst>
        </pc:spChg>
      </pc:sldChg>
      <pc:sldChg chg="addSp delSp modSp add mod modNotesTx">
        <pc:chgData name="Ronnel D. Palenzuela" userId="27216d6f-a712-48da-bcb2-613e4bc945ac" providerId="ADAL" clId="{16736750-74B4-184C-AACF-97E7E4B9FAA6}" dt="2024-08-11T06:53:23.498" v="651" actId="20577"/>
        <pc:sldMkLst>
          <pc:docMk/>
          <pc:sldMk cId="538568147" sldId="265"/>
        </pc:sldMkLst>
        <pc:spChg chg="mod">
          <ac:chgData name="Ronnel D. Palenzuela" userId="27216d6f-a712-48da-bcb2-613e4bc945ac" providerId="ADAL" clId="{16736750-74B4-184C-AACF-97E7E4B9FAA6}" dt="2024-08-11T06:24:33.995" v="426" actId="20577"/>
          <ac:spMkLst>
            <pc:docMk/>
            <pc:sldMk cId="538568147" sldId="265"/>
            <ac:spMk id="2" creationId="{1FD87645-D8E6-23DE-A822-448BF1054783}"/>
          </ac:spMkLst>
        </pc:spChg>
        <pc:spChg chg="mod">
          <ac:chgData name="Ronnel D. Palenzuela" userId="27216d6f-a712-48da-bcb2-613e4bc945ac" providerId="ADAL" clId="{16736750-74B4-184C-AACF-97E7E4B9FAA6}" dt="2024-08-11T06:53:05.724" v="648" actId="207"/>
          <ac:spMkLst>
            <pc:docMk/>
            <pc:sldMk cId="538568147" sldId="265"/>
            <ac:spMk id="3" creationId="{F9E9654B-D8E5-22CA-371A-57FADD13842B}"/>
          </ac:spMkLst>
        </pc:spChg>
        <pc:spChg chg="add del mod">
          <ac:chgData name="Ronnel D. Palenzuela" userId="27216d6f-a712-48da-bcb2-613e4bc945ac" providerId="ADAL" clId="{16736750-74B4-184C-AACF-97E7E4B9FAA6}" dt="2024-08-11T06:53:08.656" v="650" actId="478"/>
          <ac:spMkLst>
            <pc:docMk/>
            <pc:sldMk cId="538568147" sldId="265"/>
            <ac:spMk id="11" creationId="{2E179526-39F5-A7F9-BE56-7FA6A5CD0F1A}"/>
          </ac:spMkLst>
        </pc:spChg>
        <pc:picChg chg="del">
          <ac:chgData name="Ronnel D. Palenzuela" userId="27216d6f-a712-48da-bcb2-613e4bc945ac" providerId="ADAL" clId="{16736750-74B4-184C-AACF-97E7E4B9FAA6}" dt="2024-08-11T06:28:11.603" v="470" actId="478"/>
          <ac:picMkLst>
            <pc:docMk/>
            <pc:sldMk cId="538568147" sldId="265"/>
            <ac:picMk id="4" creationId="{E700435F-1E7A-3EEC-4AA8-86923D600596}"/>
          </ac:picMkLst>
        </pc:picChg>
        <pc:picChg chg="add del mod">
          <ac:chgData name="Ronnel D. Palenzuela" userId="27216d6f-a712-48da-bcb2-613e4bc945ac" providerId="ADAL" clId="{16736750-74B4-184C-AACF-97E7E4B9FAA6}" dt="2024-08-11T06:29:57.039" v="479" actId="478"/>
          <ac:picMkLst>
            <pc:docMk/>
            <pc:sldMk cId="538568147" sldId="265"/>
            <ac:picMk id="5" creationId="{6120C7BE-6D16-542F-8D12-5F374110B259}"/>
          </ac:picMkLst>
        </pc:picChg>
        <pc:picChg chg="add mod">
          <ac:chgData name="Ronnel D. Palenzuela" userId="27216d6f-a712-48da-bcb2-613e4bc945ac" providerId="ADAL" clId="{16736750-74B4-184C-AACF-97E7E4B9FAA6}" dt="2024-08-11T06:37:15.786" v="541" actId="1076"/>
          <ac:picMkLst>
            <pc:docMk/>
            <pc:sldMk cId="538568147" sldId="265"/>
            <ac:picMk id="6" creationId="{E6F66661-8045-D9A5-7A22-9C32CFDC9130}"/>
          </ac:picMkLst>
        </pc:picChg>
        <pc:picChg chg="add mod">
          <ac:chgData name="Ronnel D. Palenzuela" userId="27216d6f-a712-48da-bcb2-613e4bc945ac" providerId="ADAL" clId="{16736750-74B4-184C-AACF-97E7E4B9FAA6}" dt="2024-08-11T06:38:05.418" v="564" actId="1076"/>
          <ac:picMkLst>
            <pc:docMk/>
            <pc:sldMk cId="538568147" sldId="265"/>
            <ac:picMk id="7" creationId="{034B6557-36A5-121F-76C7-3EA4B37D7CFA}"/>
          </ac:picMkLst>
        </pc:picChg>
        <pc:picChg chg="add mod">
          <ac:chgData name="Ronnel D. Palenzuela" userId="27216d6f-a712-48da-bcb2-613e4bc945ac" providerId="ADAL" clId="{16736750-74B4-184C-AACF-97E7E4B9FAA6}" dt="2024-08-11T06:38:07.200" v="565" actId="1076"/>
          <ac:picMkLst>
            <pc:docMk/>
            <pc:sldMk cId="538568147" sldId="265"/>
            <ac:picMk id="8" creationId="{1FB21C6D-D0A1-8AEB-319B-0296807954C0}"/>
          </ac:picMkLst>
        </pc:picChg>
        <pc:picChg chg="del">
          <ac:chgData name="Ronnel D. Palenzuela" userId="27216d6f-a712-48da-bcb2-613e4bc945ac" providerId="ADAL" clId="{16736750-74B4-184C-AACF-97E7E4B9FAA6}" dt="2024-08-11T06:28:10.344" v="469" actId="478"/>
          <ac:picMkLst>
            <pc:docMk/>
            <pc:sldMk cId="538568147" sldId="265"/>
            <ac:picMk id="9" creationId="{5039F99A-C68C-0B5B-1A0E-5505DF7E762C}"/>
          </ac:picMkLst>
        </pc:picChg>
        <pc:picChg chg="add mod">
          <ac:chgData name="Ronnel D. Palenzuela" userId="27216d6f-a712-48da-bcb2-613e4bc945ac" providerId="ADAL" clId="{16736750-74B4-184C-AACF-97E7E4B9FAA6}" dt="2024-08-11T06:38:14.300" v="567" actId="1076"/>
          <ac:picMkLst>
            <pc:docMk/>
            <pc:sldMk cId="538568147" sldId="265"/>
            <ac:picMk id="10" creationId="{DA4EB7EF-513D-C40D-5DC5-6B39809CDC00}"/>
          </ac:picMkLst>
        </pc:picChg>
      </pc:sldChg>
      <pc:sldChg chg="addSp delSp modSp add mod modNotesTx">
        <pc:chgData name="Ronnel D. Palenzuela" userId="27216d6f-a712-48da-bcb2-613e4bc945ac" providerId="ADAL" clId="{16736750-74B4-184C-AACF-97E7E4B9FAA6}" dt="2024-08-11T07:02:04.499" v="710" actId="207"/>
        <pc:sldMkLst>
          <pc:docMk/>
          <pc:sldMk cId="3029220167" sldId="266"/>
        </pc:sldMkLst>
        <pc:spChg chg="mod">
          <ac:chgData name="Ronnel D. Palenzuela" userId="27216d6f-a712-48da-bcb2-613e4bc945ac" providerId="ADAL" clId="{16736750-74B4-184C-AACF-97E7E4B9FAA6}" dt="2024-08-11T06:42:43.526" v="580"/>
          <ac:spMkLst>
            <pc:docMk/>
            <pc:sldMk cId="3029220167" sldId="266"/>
            <ac:spMk id="2" creationId="{1FD87645-D8E6-23DE-A822-448BF1054783}"/>
          </ac:spMkLst>
        </pc:spChg>
        <pc:spChg chg="mod">
          <ac:chgData name="Ronnel D. Palenzuela" userId="27216d6f-a712-48da-bcb2-613e4bc945ac" providerId="ADAL" clId="{16736750-74B4-184C-AACF-97E7E4B9FAA6}" dt="2024-08-11T07:02:04.499" v="710" actId="207"/>
          <ac:spMkLst>
            <pc:docMk/>
            <pc:sldMk cId="3029220167" sldId="266"/>
            <ac:spMk id="3" creationId="{F9E9654B-D8E5-22CA-371A-57FADD13842B}"/>
          </ac:spMkLst>
        </pc:spChg>
        <pc:picChg chg="add mod">
          <ac:chgData name="Ronnel D. Palenzuela" userId="27216d6f-a712-48da-bcb2-613e4bc945ac" providerId="ADAL" clId="{16736750-74B4-184C-AACF-97E7E4B9FAA6}" dt="2024-08-11T06:50:04.050" v="627" actId="1076"/>
          <ac:picMkLst>
            <pc:docMk/>
            <pc:sldMk cId="3029220167" sldId="266"/>
            <ac:picMk id="4" creationId="{976997AD-2D0B-ADA0-F7E4-E6B598F2CBB8}"/>
          </ac:picMkLst>
        </pc:picChg>
        <pc:picChg chg="add mod">
          <ac:chgData name="Ronnel D. Palenzuela" userId="27216d6f-a712-48da-bcb2-613e4bc945ac" providerId="ADAL" clId="{16736750-74B4-184C-AACF-97E7E4B9FAA6}" dt="2024-08-11T06:50:05.208" v="628" actId="1076"/>
          <ac:picMkLst>
            <pc:docMk/>
            <pc:sldMk cId="3029220167" sldId="266"/>
            <ac:picMk id="5" creationId="{543B0815-1AAB-9A0C-012F-1501ED91F33D}"/>
          </ac:picMkLst>
        </pc:picChg>
        <pc:picChg chg="del">
          <ac:chgData name="Ronnel D. Palenzuela" userId="27216d6f-a712-48da-bcb2-613e4bc945ac" providerId="ADAL" clId="{16736750-74B4-184C-AACF-97E7E4B9FAA6}" dt="2024-08-11T06:42:45.638" v="581" actId="478"/>
          <ac:picMkLst>
            <pc:docMk/>
            <pc:sldMk cId="3029220167" sldId="266"/>
            <ac:picMk id="6" creationId="{E6F66661-8045-D9A5-7A22-9C32CFDC9130}"/>
          </ac:picMkLst>
        </pc:picChg>
        <pc:picChg chg="del">
          <ac:chgData name="Ronnel D. Palenzuela" userId="27216d6f-a712-48da-bcb2-613e4bc945ac" providerId="ADAL" clId="{16736750-74B4-184C-AACF-97E7E4B9FAA6}" dt="2024-08-11T06:42:46.348" v="583" actId="478"/>
          <ac:picMkLst>
            <pc:docMk/>
            <pc:sldMk cId="3029220167" sldId="266"/>
            <ac:picMk id="7" creationId="{034B6557-36A5-121F-76C7-3EA4B37D7CFA}"/>
          </ac:picMkLst>
        </pc:picChg>
        <pc:picChg chg="del">
          <ac:chgData name="Ronnel D. Palenzuela" userId="27216d6f-a712-48da-bcb2-613e4bc945ac" providerId="ADAL" clId="{16736750-74B4-184C-AACF-97E7E4B9FAA6}" dt="2024-08-11T06:42:46.099" v="582" actId="478"/>
          <ac:picMkLst>
            <pc:docMk/>
            <pc:sldMk cId="3029220167" sldId="266"/>
            <ac:picMk id="8" creationId="{1FB21C6D-D0A1-8AEB-319B-0296807954C0}"/>
          </ac:picMkLst>
        </pc:picChg>
        <pc:picChg chg="del">
          <ac:chgData name="Ronnel D. Palenzuela" userId="27216d6f-a712-48da-bcb2-613e4bc945ac" providerId="ADAL" clId="{16736750-74B4-184C-AACF-97E7E4B9FAA6}" dt="2024-08-11T06:42:47.223" v="584" actId="478"/>
          <ac:picMkLst>
            <pc:docMk/>
            <pc:sldMk cId="3029220167" sldId="266"/>
            <ac:picMk id="10" creationId="{DA4EB7EF-513D-C40D-5DC5-6B39809CDC00}"/>
          </ac:picMkLst>
        </pc:picChg>
      </pc:sldChg>
      <pc:sldChg chg="addSp delSp modSp add mod modNotesTx">
        <pc:chgData name="Ronnel D. Palenzuela" userId="27216d6f-a712-48da-bcb2-613e4bc945ac" providerId="ADAL" clId="{16736750-74B4-184C-AACF-97E7E4B9FAA6}" dt="2024-08-11T06:58:25.859" v="689" actId="1076"/>
        <pc:sldMkLst>
          <pc:docMk/>
          <pc:sldMk cId="3285671655" sldId="267"/>
        </pc:sldMkLst>
        <pc:spChg chg="mod">
          <ac:chgData name="Ronnel D. Palenzuela" userId="27216d6f-a712-48da-bcb2-613e4bc945ac" providerId="ADAL" clId="{16736750-74B4-184C-AACF-97E7E4B9FAA6}" dt="2024-08-11T06:51:36.841" v="633"/>
          <ac:spMkLst>
            <pc:docMk/>
            <pc:sldMk cId="3285671655" sldId="267"/>
            <ac:spMk id="2" creationId="{1FD87645-D8E6-23DE-A822-448BF1054783}"/>
          </ac:spMkLst>
        </pc:spChg>
        <pc:spChg chg="mod">
          <ac:chgData name="Ronnel D. Palenzuela" userId="27216d6f-a712-48da-bcb2-613e4bc945ac" providerId="ADAL" clId="{16736750-74B4-184C-AACF-97E7E4B9FAA6}" dt="2024-08-11T06:55:05.721" v="666" actId="207"/>
          <ac:spMkLst>
            <pc:docMk/>
            <pc:sldMk cId="3285671655" sldId="267"/>
            <ac:spMk id="3" creationId="{F9E9654B-D8E5-22CA-371A-57FADD13842B}"/>
          </ac:spMkLst>
        </pc:spChg>
        <pc:spChg chg="add del">
          <ac:chgData name="Ronnel D. Palenzuela" userId="27216d6f-a712-48da-bcb2-613e4bc945ac" providerId="ADAL" clId="{16736750-74B4-184C-AACF-97E7E4B9FAA6}" dt="2024-08-11T06:56:21.472" v="668" actId="22"/>
          <ac:spMkLst>
            <pc:docMk/>
            <pc:sldMk cId="3285671655" sldId="267"/>
            <ac:spMk id="7" creationId="{596F8A18-C394-6B31-5658-595AADFFEFA2}"/>
          </ac:spMkLst>
        </pc:spChg>
        <pc:picChg chg="del">
          <ac:chgData name="Ronnel D. Palenzuela" userId="27216d6f-a712-48da-bcb2-613e4bc945ac" providerId="ADAL" clId="{16736750-74B4-184C-AACF-97E7E4B9FAA6}" dt="2024-08-11T06:51:38.803" v="634" actId="478"/>
          <ac:picMkLst>
            <pc:docMk/>
            <pc:sldMk cId="3285671655" sldId="267"/>
            <ac:picMk id="4" creationId="{976997AD-2D0B-ADA0-F7E4-E6B598F2CBB8}"/>
          </ac:picMkLst>
        </pc:picChg>
        <pc:picChg chg="del">
          <ac:chgData name="Ronnel D. Palenzuela" userId="27216d6f-a712-48da-bcb2-613e4bc945ac" providerId="ADAL" clId="{16736750-74B4-184C-AACF-97E7E4B9FAA6}" dt="2024-08-11T06:51:39.955" v="635" actId="478"/>
          <ac:picMkLst>
            <pc:docMk/>
            <pc:sldMk cId="3285671655" sldId="267"/>
            <ac:picMk id="5" creationId="{543B0815-1AAB-9A0C-012F-1501ED91F33D}"/>
          </ac:picMkLst>
        </pc:picChg>
        <pc:picChg chg="add mod">
          <ac:chgData name="Ronnel D. Palenzuela" userId="27216d6f-a712-48da-bcb2-613e4bc945ac" providerId="ADAL" clId="{16736750-74B4-184C-AACF-97E7E4B9FAA6}" dt="2024-08-11T06:57:04.182" v="677" actId="1076"/>
          <ac:picMkLst>
            <pc:docMk/>
            <pc:sldMk cId="3285671655" sldId="267"/>
            <ac:picMk id="8" creationId="{35691684-4C7D-7C51-9845-5864FCF62DB6}"/>
          </ac:picMkLst>
        </pc:picChg>
        <pc:picChg chg="add mod">
          <ac:chgData name="Ronnel D. Palenzuela" userId="27216d6f-a712-48da-bcb2-613e4bc945ac" providerId="ADAL" clId="{16736750-74B4-184C-AACF-97E7E4B9FAA6}" dt="2024-08-11T06:58:22.395" v="688" actId="1076"/>
          <ac:picMkLst>
            <pc:docMk/>
            <pc:sldMk cId="3285671655" sldId="267"/>
            <ac:picMk id="9" creationId="{F54E6630-57D0-5DF2-6976-D72FAC436DA6}"/>
          </ac:picMkLst>
        </pc:picChg>
        <pc:picChg chg="add mod">
          <ac:chgData name="Ronnel D. Palenzuela" userId="27216d6f-a712-48da-bcb2-613e4bc945ac" providerId="ADAL" clId="{16736750-74B4-184C-AACF-97E7E4B9FAA6}" dt="2024-08-11T06:58:25.859" v="689" actId="1076"/>
          <ac:picMkLst>
            <pc:docMk/>
            <pc:sldMk cId="3285671655" sldId="267"/>
            <ac:picMk id="10" creationId="{13055B59-E94F-ADE5-68C0-75FBEF4CB412}"/>
          </ac:picMkLst>
        </pc:picChg>
      </pc:sldChg>
      <pc:sldChg chg="addSp delSp modSp add mod modNotesTx">
        <pc:chgData name="Ronnel D. Palenzuela" userId="27216d6f-a712-48da-bcb2-613e4bc945ac" providerId="ADAL" clId="{16736750-74B4-184C-AACF-97E7E4B9FAA6}" dt="2024-08-11T07:12:26.720" v="817" actId="20577"/>
        <pc:sldMkLst>
          <pc:docMk/>
          <pc:sldMk cId="1637530094" sldId="268"/>
        </pc:sldMkLst>
        <pc:spChg chg="mod">
          <ac:chgData name="Ronnel D. Palenzuela" userId="27216d6f-a712-48da-bcb2-613e4bc945ac" providerId="ADAL" clId="{16736750-74B4-184C-AACF-97E7E4B9FAA6}" dt="2024-08-11T07:00:32.200" v="691"/>
          <ac:spMkLst>
            <pc:docMk/>
            <pc:sldMk cId="1637530094" sldId="268"/>
            <ac:spMk id="2" creationId="{1FD87645-D8E6-23DE-A822-448BF1054783}"/>
          </ac:spMkLst>
        </pc:spChg>
        <pc:spChg chg="mod">
          <ac:chgData name="Ronnel D. Palenzuela" userId="27216d6f-a712-48da-bcb2-613e4bc945ac" providerId="ADAL" clId="{16736750-74B4-184C-AACF-97E7E4B9FAA6}" dt="2024-08-11T07:06:36.137" v="780" actId="207"/>
          <ac:spMkLst>
            <pc:docMk/>
            <pc:sldMk cId="1637530094" sldId="268"/>
            <ac:spMk id="3" creationId="{F9E9654B-D8E5-22CA-371A-57FADD13842B}"/>
          </ac:spMkLst>
        </pc:spChg>
        <pc:picChg chg="add mod">
          <ac:chgData name="Ronnel D. Palenzuela" userId="27216d6f-a712-48da-bcb2-613e4bc945ac" providerId="ADAL" clId="{16736750-74B4-184C-AACF-97E7E4B9FAA6}" dt="2024-08-11T07:11:16.031" v="804" actId="1076"/>
          <ac:picMkLst>
            <pc:docMk/>
            <pc:sldMk cId="1637530094" sldId="268"/>
            <ac:picMk id="4" creationId="{8DAC9A4B-5053-02D1-90FB-C7079F1A4364}"/>
          </ac:picMkLst>
        </pc:picChg>
        <pc:picChg chg="add mod">
          <ac:chgData name="Ronnel D. Palenzuela" userId="27216d6f-a712-48da-bcb2-613e4bc945ac" providerId="ADAL" clId="{16736750-74B4-184C-AACF-97E7E4B9FAA6}" dt="2024-08-11T07:11:22.625" v="808" actId="1076"/>
          <ac:picMkLst>
            <pc:docMk/>
            <pc:sldMk cId="1637530094" sldId="268"/>
            <ac:picMk id="5" creationId="{BBAB1D32-E234-CA12-BE46-CDECE16B2766}"/>
          </ac:picMkLst>
        </pc:picChg>
        <pc:picChg chg="add mod">
          <ac:chgData name="Ronnel D. Palenzuela" userId="27216d6f-a712-48da-bcb2-613e4bc945ac" providerId="ADAL" clId="{16736750-74B4-184C-AACF-97E7E4B9FAA6}" dt="2024-08-11T07:11:16.947" v="805" actId="1076"/>
          <ac:picMkLst>
            <pc:docMk/>
            <pc:sldMk cId="1637530094" sldId="268"/>
            <ac:picMk id="6" creationId="{A1B4DA84-5E5D-50EE-1E64-F68500316F28}"/>
          </ac:picMkLst>
        </pc:picChg>
        <pc:picChg chg="del">
          <ac:chgData name="Ronnel D. Palenzuela" userId="27216d6f-a712-48da-bcb2-613e4bc945ac" providerId="ADAL" clId="{16736750-74B4-184C-AACF-97E7E4B9FAA6}" dt="2024-08-11T07:00:35.202" v="692" actId="478"/>
          <ac:picMkLst>
            <pc:docMk/>
            <pc:sldMk cId="1637530094" sldId="268"/>
            <ac:picMk id="8" creationId="{35691684-4C7D-7C51-9845-5864FCF62DB6}"/>
          </ac:picMkLst>
        </pc:picChg>
        <pc:picChg chg="del">
          <ac:chgData name="Ronnel D. Palenzuela" userId="27216d6f-a712-48da-bcb2-613e4bc945ac" providerId="ADAL" clId="{16736750-74B4-184C-AACF-97E7E4B9FAA6}" dt="2024-08-11T07:00:35.776" v="694" actId="478"/>
          <ac:picMkLst>
            <pc:docMk/>
            <pc:sldMk cId="1637530094" sldId="268"/>
            <ac:picMk id="9" creationId="{F54E6630-57D0-5DF2-6976-D72FAC436DA6}"/>
          </ac:picMkLst>
        </pc:picChg>
        <pc:picChg chg="del">
          <ac:chgData name="Ronnel D. Palenzuela" userId="27216d6f-a712-48da-bcb2-613e4bc945ac" providerId="ADAL" clId="{16736750-74B4-184C-AACF-97E7E4B9FAA6}" dt="2024-08-11T07:00:35.569" v="693" actId="478"/>
          <ac:picMkLst>
            <pc:docMk/>
            <pc:sldMk cId="1637530094" sldId="268"/>
            <ac:picMk id="10" creationId="{13055B59-E94F-ADE5-68C0-75FBEF4CB412}"/>
          </ac:picMkLst>
        </pc:picChg>
      </pc:sldChg>
      <pc:sldChg chg="addSp delSp modSp add mod modNotesTx">
        <pc:chgData name="Ronnel D. Palenzuela" userId="27216d6f-a712-48da-bcb2-613e4bc945ac" providerId="ADAL" clId="{16736750-74B4-184C-AACF-97E7E4B9FAA6}" dt="2024-08-11T07:44:59.535" v="983" actId="1076"/>
        <pc:sldMkLst>
          <pc:docMk/>
          <pc:sldMk cId="4018365145" sldId="269"/>
        </pc:sldMkLst>
        <pc:spChg chg="mod">
          <ac:chgData name="Ronnel D. Palenzuela" userId="27216d6f-a712-48da-bcb2-613e4bc945ac" providerId="ADAL" clId="{16736750-74B4-184C-AACF-97E7E4B9FAA6}" dt="2024-08-11T07:16:05.119" v="827"/>
          <ac:spMkLst>
            <pc:docMk/>
            <pc:sldMk cId="4018365145" sldId="269"/>
            <ac:spMk id="2" creationId="{1FD87645-D8E6-23DE-A822-448BF1054783}"/>
          </ac:spMkLst>
        </pc:spChg>
        <pc:spChg chg="mod">
          <ac:chgData name="Ronnel D. Palenzuela" userId="27216d6f-a712-48da-bcb2-613e4bc945ac" providerId="ADAL" clId="{16736750-74B4-184C-AACF-97E7E4B9FAA6}" dt="2024-08-11T07:35:30.083" v="915" actId="20577"/>
          <ac:spMkLst>
            <pc:docMk/>
            <pc:sldMk cId="4018365145" sldId="269"/>
            <ac:spMk id="3" creationId="{F9E9654B-D8E5-22CA-371A-57FADD13842B}"/>
          </ac:spMkLst>
        </pc:spChg>
        <pc:spChg chg="add del mod">
          <ac:chgData name="Ronnel D. Palenzuela" userId="27216d6f-a712-48da-bcb2-613e4bc945ac" providerId="ADAL" clId="{16736750-74B4-184C-AACF-97E7E4B9FAA6}" dt="2024-08-11T07:32:02.501" v="903" actId="478"/>
          <ac:spMkLst>
            <pc:docMk/>
            <pc:sldMk cId="4018365145" sldId="269"/>
            <ac:spMk id="10" creationId="{2210EC6B-E565-AE8A-6A22-E5A42BCDC8C6}"/>
          </ac:spMkLst>
        </pc:spChg>
        <pc:picChg chg="add del">
          <ac:chgData name="Ronnel D. Palenzuela" userId="27216d6f-a712-48da-bcb2-613e4bc945ac" providerId="ADAL" clId="{16736750-74B4-184C-AACF-97E7E4B9FAA6}" dt="2024-08-11T07:12:39.765" v="821" actId="478"/>
          <ac:picMkLst>
            <pc:docMk/>
            <pc:sldMk cId="4018365145" sldId="269"/>
            <ac:picMk id="4" creationId="{8DAC9A4B-5053-02D1-90FB-C7079F1A4364}"/>
          </ac:picMkLst>
        </pc:picChg>
        <pc:picChg chg="add del">
          <ac:chgData name="Ronnel D. Palenzuela" userId="27216d6f-a712-48da-bcb2-613e4bc945ac" providerId="ADAL" clId="{16736750-74B4-184C-AACF-97E7E4B9FAA6}" dt="2024-08-11T07:12:39.556" v="820" actId="478"/>
          <ac:picMkLst>
            <pc:docMk/>
            <pc:sldMk cId="4018365145" sldId="269"/>
            <ac:picMk id="5" creationId="{BBAB1D32-E234-CA12-BE46-CDECE16B2766}"/>
          </ac:picMkLst>
        </pc:picChg>
        <pc:picChg chg="add del">
          <ac:chgData name="Ronnel D. Palenzuela" userId="27216d6f-a712-48da-bcb2-613e4bc945ac" providerId="ADAL" clId="{16736750-74B4-184C-AACF-97E7E4B9FAA6}" dt="2024-08-11T07:12:39.082" v="819" actId="478"/>
          <ac:picMkLst>
            <pc:docMk/>
            <pc:sldMk cId="4018365145" sldId="269"/>
            <ac:picMk id="6" creationId="{A1B4DA84-5E5D-50EE-1E64-F68500316F28}"/>
          </ac:picMkLst>
        </pc:picChg>
        <pc:picChg chg="add del mod modCrop">
          <ac:chgData name="Ronnel D. Palenzuela" userId="27216d6f-a712-48da-bcb2-613e4bc945ac" providerId="ADAL" clId="{16736750-74B4-184C-AACF-97E7E4B9FAA6}" dt="2024-08-11T07:25:14.336" v="838" actId="478"/>
          <ac:picMkLst>
            <pc:docMk/>
            <pc:sldMk cId="4018365145" sldId="269"/>
            <ac:picMk id="7" creationId="{24E2E089-CDE5-B152-E63B-AF3B2C77DA83}"/>
          </ac:picMkLst>
        </pc:picChg>
        <pc:picChg chg="add mod">
          <ac:chgData name="Ronnel D. Palenzuela" userId="27216d6f-a712-48da-bcb2-613e4bc945ac" providerId="ADAL" clId="{16736750-74B4-184C-AACF-97E7E4B9FAA6}" dt="2024-08-11T07:44:45.826" v="980" actId="1076"/>
          <ac:picMkLst>
            <pc:docMk/>
            <pc:sldMk cId="4018365145" sldId="269"/>
            <ac:picMk id="8" creationId="{0B4C34F2-2634-FB62-A93A-843DDDFAA85D}"/>
          </ac:picMkLst>
        </pc:picChg>
        <pc:picChg chg="add mod">
          <ac:chgData name="Ronnel D. Palenzuela" userId="27216d6f-a712-48da-bcb2-613e4bc945ac" providerId="ADAL" clId="{16736750-74B4-184C-AACF-97E7E4B9FAA6}" dt="2024-08-11T07:44:44.353" v="979" actId="1076"/>
          <ac:picMkLst>
            <pc:docMk/>
            <pc:sldMk cId="4018365145" sldId="269"/>
            <ac:picMk id="9" creationId="{0A80EF80-4C5E-8CE0-3F3B-ECF4BE782924}"/>
          </ac:picMkLst>
        </pc:picChg>
        <pc:picChg chg="add mod">
          <ac:chgData name="Ronnel D. Palenzuela" userId="27216d6f-a712-48da-bcb2-613e4bc945ac" providerId="ADAL" clId="{16736750-74B4-184C-AACF-97E7E4B9FAA6}" dt="2024-08-11T07:44:59.535" v="983" actId="1076"/>
          <ac:picMkLst>
            <pc:docMk/>
            <pc:sldMk cId="4018365145" sldId="269"/>
            <ac:picMk id="11" creationId="{366A9246-6DE2-2DC2-8255-E647DD2BB3B9}"/>
          </ac:picMkLst>
        </pc:picChg>
        <pc:picChg chg="add mod">
          <ac:chgData name="Ronnel D. Palenzuela" userId="27216d6f-a712-48da-bcb2-613e4bc945ac" providerId="ADAL" clId="{16736750-74B4-184C-AACF-97E7E4B9FAA6}" dt="2024-08-11T07:44:56.447" v="982" actId="1076"/>
          <ac:picMkLst>
            <pc:docMk/>
            <pc:sldMk cId="4018365145" sldId="269"/>
            <ac:picMk id="12" creationId="{26BABAC0-44F4-586F-DED0-718E3F89CC72}"/>
          </ac:picMkLst>
        </pc:picChg>
      </pc:sldChg>
      <pc:sldChg chg="addSp delSp modSp add mod modNotesTx">
        <pc:chgData name="Ronnel D. Palenzuela" userId="27216d6f-a712-48da-bcb2-613e4bc945ac" providerId="ADAL" clId="{16736750-74B4-184C-AACF-97E7E4B9FAA6}" dt="2024-08-11T08:05:47.119" v="1143" actId="20577"/>
        <pc:sldMkLst>
          <pc:docMk/>
          <pc:sldMk cId="1107698705" sldId="270"/>
        </pc:sldMkLst>
        <pc:spChg chg="mod">
          <ac:chgData name="Ronnel D. Palenzuela" userId="27216d6f-a712-48da-bcb2-613e4bc945ac" providerId="ADAL" clId="{16736750-74B4-184C-AACF-97E7E4B9FAA6}" dt="2024-08-11T07:46:29.276" v="985"/>
          <ac:spMkLst>
            <pc:docMk/>
            <pc:sldMk cId="1107698705" sldId="270"/>
            <ac:spMk id="2" creationId="{1FD87645-D8E6-23DE-A822-448BF1054783}"/>
          </ac:spMkLst>
        </pc:spChg>
        <pc:spChg chg="mod">
          <ac:chgData name="Ronnel D. Palenzuela" userId="27216d6f-a712-48da-bcb2-613e4bc945ac" providerId="ADAL" clId="{16736750-74B4-184C-AACF-97E7E4B9FAA6}" dt="2024-08-11T08:05:47.119" v="1143" actId="20577"/>
          <ac:spMkLst>
            <pc:docMk/>
            <pc:sldMk cId="1107698705" sldId="270"/>
            <ac:spMk id="3" creationId="{F9E9654B-D8E5-22CA-371A-57FADD13842B}"/>
          </ac:spMkLst>
        </pc:spChg>
        <pc:spChg chg="add del">
          <ac:chgData name="Ronnel D. Palenzuela" userId="27216d6f-a712-48da-bcb2-613e4bc945ac" providerId="ADAL" clId="{16736750-74B4-184C-AACF-97E7E4B9FAA6}" dt="2024-08-11T07:47:33" v="994" actId="22"/>
          <ac:spMkLst>
            <pc:docMk/>
            <pc:sldMk cId="1107698705" sldId="270"/>
            <ac:spMk id="5" creationId="{0260329E-59D7-30D5-FD3B-CA26C6DA4CC2}"/>
          </ac:spMkLst>
        </pc:spChg>
        <pc:picChg chg="add del mod">
          <ac:chgData name="Ronnel D. Palenzuela" userId="27216d6f-a712-48da-bcb2-613e4bc945ac" providerId="ADAL" clId="{16736750-74B4-184C-AACF-97E7E4B9FAA6}" dt="2024-08-11T08:04:21.279" v="1113" actId="478"/>
          <ac:picMkLst>
            <pc:docMk/>
            <pc:sldMk cId="1107698705" sldId="270"/>
            <ac:picMk id="6" creationId="{F6F0913D-5280-6557-E0D6-37177696C3FE}"/>
          </ac:picMkLst>
        </pc:picChg>
        <pc:picChg chg="add del mod">
          <ac:chgData name="Ronnel D. Palenzuela" userId="27216d6f-a712-48da-bcb2-613e4bc945ac" providerId="ADAL" clId="{16736750-74B4-184C-AACF-97E7E4B9FAA6}" dt="2024-08-11T08:04:30.393" v="1121" actId="478"/>
          <ac:picMkLst>
            <pc:docMk/>
            <pc:sldMk cId="1107698705" sldId="270"/>
            <ac:picMk id="7" creationId="{73AC98AD-0135-55B1-7582-41B411BF169A}"/>
          </ac:picMkLst>
        </pc:picChg>
        <pc:picChg chg="del">
          <ac:chgData name="Ronnel D. Palenzuela" userId="27216d6f-a712-48da-bcb2-613e4bc945ac" providerId="ADAL" clId="{16736750-74B4-184C-AACF-97E7E4B9FAA6}" dt="2024-08-11T07:46:30.576" v="986" actId="478"/>
          <ac:picMkLst>
            <pc:docMk/>
            <pc:sldMk cId="1107698705" sldId="270"/>
            <ac:picMk id="8" creationId="{0B4C34F2-2634-FB62-A93A-843DDDFAA85D}"/>
          </ac:picMkLst>
        </pc:picChg>
        <pc:picChg chg="del">
          <ac:chgData name="Ronnel D. Palenzuela" userId="27216d6f-a712-48da-bcb2-613e4bc945ac" providerId="ADAL" clId="{16736750-74B4-184C-AACF-97E7E4B9FAA6}" dt="2024-08-11T07:46:30.931" v="987" actId="478"/>
          <ac:picMkLst>
            <pc:docMk/>
            <pc:sldMk cId="1107698705" sldId="270"/>
            <ac:picMk id="9" creationId="{0A80EF80-4C5E-8CE0-3F3B-ECF4BE782924}"/>
          </ac:picMkLst>
        </pc:picChg>
        <pc:picChg chg="add del mod">
          <ac:chgData name="Ronnel D. Palenzuela" userId="27216d6f-a712-48da-bcb2-613e4bc945ac" providerId="ADAL" clId="{16736750-74B4-184C-AACF-97E7E4B9FAA6}" dt="2024-08-11T08:04:21.761" v="1114" actId="478"/>
          <ac:picMkLst>
            <pc:docMk/>
            <pc:sldMk cId="1107698705" sldId="270"/>
            <ac:picMk id="10" creationId="{FB900905-76C3-10D6-5718-53388A3313CC}"/>
          </ac:picMkLst>
        </pc:picChg>
        <pc:picChg chg="del">
          <ac:chgData name="Ronnel D. Palenzuela" userId="27216d6f-a712-48da-bcb2-613e4bc945ac" providerId="ADAL" clId="{16736750-74B4-184C-AACF-97E7E4B9FAA6}" dt="2024-08-11T07:46:31.747" v="989" actId="478"/>
          <ac:picMkLst>
            <pc:docMk/>
            <pc:sldMk cId="1107698705" sldId="270"/>
            <ac:picMk id="11" creationId="{366A9246-6DE2-2DC2-8255-E647DD2BB3B9}"/>
          </ac:picMkLst>
        </pc:picChg>
        <pc:picChg chg="del">
          <ac:chgData name="Ronnel D. Palenzuela" userId="27216d6f-a712-48da-bcb2-613e4bc945ac" providerId="ADAL" clId="{16736750-74B4-184C-AACF-97E7E4B9FAA6}" dt="2024-08-11T07:46:31.281" v="988" actId="478"/>
          <ac:picMkLst>
            <pc:docMk/>
            <pc:sldMk cId="1107698705" sldId="270"/>
            <ac:picMk id="12" creationId="{26BABAC0-44F4-586F-DED0-718E3F89CC72}"/>
          </ac:picMkLst>
        </pc:picChg>
        <pc:picChg chg="add del mod">
          <ac:chgData name="Ronnel D. Palenzuela" userId="27216d6f-a712-48da-bcb2-613e4bc945ac" providerId="ADAL" clId="{16736750-74B4-184C-AACF-97E7E4B9FAA6}" dt="2024-08-11T08:04:34.244" v="1123" actId="478"/>
          <ac:picMkLst>
            <pc:docMk/>
            <pc:sldMk cId="1107698705" sldId="270"/>
            <ac:picMk id="13" creationId="{40D2E8AD-13B2-4451-835B-FE5BF5DE9D4C}"/>
          </ac:picMkLst>
        </pc:picChg>
        <pc:picChg chg="add mod">
          <ac:chgData name="Ronnel D. Palenzuela" userId="27216d6f-a712-48da-bcb2-613e4bc945ac" providerId="ADAL" clId="{16736750-74B4-184C-AACF-97E7E4B9FAA6}" dt="2024-08-11T08:04:58.108" v="1137" actId="1076"/>
          <ac:picMkLst>
            <pc:docMk/>
            <pc:sldMk cId="1107698705" sldId="270"/>
            <ac:picMk id="14" creationId="{DEEFCEAC-1237-459D-26DA-27A3A5A33B86}"/>
          </ac:picMkLst>
        </pc:picChg>
        <pc:picChg chg="add mod">
          <ac:chgData name="Ronnel D. Palenzuela" userId="27216d6f-a712-48da-bcb2-613e4bc945ac" providerId="ADAL" clId="{16736750-74B4-184C-AACF-97E7E4B9FAA6}" dt="2024-08-11T08:04:59.410" v="1138" actId="1076"/>
          <ac:picMkLst>
            <pc:docMk/>
            <pc:sldMk cId="1107698705" sldId="270"/>
            <ac:picMk id="15" creationId="{A5B516AB-1652-AF5A-4C75-50F95BAF6284}"/>
          </ac:picMkLst>
        </pc:picChg>
      </pc:sldChg>
      <pc:sldChg chg="addSp delSp modSp add mod modNotesTx">
        <pc:chgData name="Ronnel D. Palenzuela" userId="27216d6f-a712-48da-bcb2-613e4bc945ac" providerId="ADAL" clId="{16736750-74B4-184C-AACF-97E7E4B9FAA6}" dt="2024-08-11T08:30:17.053" v="1250" actId="20577"/>
        <pc:sldMkLst>
          <pc:docMk/>
          <pc:sldMk cId="4120804606" sldId="271"/>
        </pc:sldMkLst>
        <pc:spChg chg="mod">
          <ac:chgData name="Ronnel D. Palenzuela" userId="27216d6f-a712-48da-bcb2-613e4bc945ac" providerId="ADAL" clId="{16736750-74B4-184C-AACF-97E7E4B9FAA6}" dt="2024-08-11T08:08:21.681" v="1145"/>
          <ac:spMkLst>
            <pc:docMk/>
            <pc:sldMk cId="4120804606" sldId="271"/>
            <ac:spMk id="2" creationId="{1FD87645-D8E6-23DE-A822-448BF1054783}"/>
          </ac:spMkLst>
        </pc:spChg>
        <pc:spChg chg="mod">
          <ac:chgData name="Ronnel D. Palenzuela" userId="27216d6f-a712-48da-bcb2-613e4bc945ac" providerId="ADAL" clId="{16736750-74B4-184C-AACF-97E7E4B9FAA6}" dt="2024-08-11T08:30:17.053" v="1250" actId="20577"/>
          <ac:spMkLst>
            <pc:docMk/>
            <pc:sldMk cId="4120804606" sldId="271"/>
            <ac:spMk id="3" creationId="{F9E9654B-D8E5-22CA-371A-57FADD13842B}"/>
          </ac:spMkLst>
        </pc:spChg>
        <pc:picChg chg="add del mod">
          <ac:chgData name="Ronnel D. Palenzuela" userId="27216d6f-a712-48da-bcb2-613e4bc945ac" providerId="ADAL" clId="{16736750-74B4-184C-AACF-97E7E4B9FAA6}" dt="2024-08-11T08:09:48.461" v="1154" actId="478"/>
          <ac:picMkLst>
            <pc:docMk/>
            <pc:sldMk cId="4120804606" sldId="271"/>
            <ac:picMk id="4" creationId="{05CF3097-3CF3-75ED-05FC-9536932B2EE9}"/>
          </ac:picMkLst>
        </pc:picChg>
        <pc:picChg chg="add del mod">
          <ac:chgData name="Ronnel D. Palenzuela" userId="27216d6f-a712-48da-bcb2-613e4bc945ac" providerId="ADAL" clId="{16736750-74B4-184C-AACF-97E7E4B9FAA6}" dt="2024-08-11T08:18:17.760" v="1203" actId="478"/>
          <ac:picMkLst>
            <pc:docMk/>
            <pc:sldMk cId="4120804606" sldId="271"/>
            <ac:picMk id="5" creationId="{665C9A19-3821-78C6-FC0A-487058CA88E4}"/>
          </ac:picMkLst>
        </pc:picChg>
        <pc:picChg chg="add del mod">
          <ac:chgData name="Ronnel D. Palenzuela" userId="27216d6f-a712-48da-bcb2-613e4bc945ac" providerId="ADAL" clId="{16736750-74B4-184C-AACF-97E7E4B9FAA6}" dt="2024-08-11T08:18:10.881" v="1199" actId="478"/>
          <ac:picMkLst>
            <pc:docMk/>
            <pc:sldMk cId="4120804606" sldId="271"/>
            <ac:picMk id="6" creationId="{571E8300-9783-5EBD-3CC8-5324DBDFD52C}"/>
          </ac:picMkLst>
        </pc:picChg>
        <pc:picChg chg="add del mod">
          <ac:chgData name="Ronnel D. Palenzuela" userId="27216d6f-a712-48da-bcb2-613e4bc945ac" providerId="ADAL" clId="{16736750-74B4-184C-AACF-97E7E4B9FAA6}" dt="2024-08-11T08:19:22.200" v="1207" actId="478"/>
          <ac:picMkLst>
            <pc:docMk/>
            <pc:sldMk cId="4120804606" sldId="271"/>
            <ac:picMk id="7" creationId="{28745F73-0D36-24F7-98C0-E083AC4F1A88}"/>
          </ac:picMkLst>
        </pc:picChg>
        <pc:picChg chg="add mod">
          <ac:chgData name="Ronnel D. Palenzuela" userId="27216d6f-a712-48da-bcb2-613e4bc945ac" providerId="ADAL" clId="{16736750-74B4-184C-AACF-97E7E4B9FAA6}" dt="2024-08-11T08:28:37.501" v="1248" actId="1076"/>
          <ac:picMkLst>
            <pc:docMk/>
            <pc:sldMk cId="4120804606" sldId="271"/>
            <ac:picMk id="8" creationId="{762CEDE9-A9D3-C688-E605-DC73BE380267}"/>
          </ac:picMkLst>
        </pc:picChg>
        <pc:picChg chg="add del mod">
          <ac:chgData name="Ronnel D. Palenzuela" userId="27216d6f-a712-48da-bcb2-613e4bc945ac" providerId="ADAL" clId="{16736750-74B4-184C-AACF-97E7E4B9FAA6}" dt="2024-08-11T08:21:51.715" v="1233" actId="478"/>
          <ac:picMkLst>
            <pc:docMk/>
            <pc:sldMk cId="4120804606" sldId="271"/>
            <ac:picMk id="9" creationId="{B6DAC2B0-EC1A-2208-6BFC-EAB9EA85DF1C}"/>
          </ac:picMkLst>
        </pc:picChg>
        <pc:picChg chg="add mod">
          <ac:chgData name="Ronnel D. Palenzuela" userId="27216d6f-a712-48da-bcb2-613e4bc945ac" providerId="ADAL" clId="{16736750-74B4-184C-AACF-97E7E4B9FAA6}" dt="2024-08-11T08:28:33.027" v="1244" actId="1076"/>
          <ac:picMkLst>
            <pc:docMk/>
            <pc:sldMk cId="4120804606" sldId="271"/>
            <ac:picMk id="11" creationId="{14161C46-4147-A2BC-6E6B-03C93F3A5393}"/>
          </ac:picMkLst>
        </pc:picChg>
        <pc:picChg chg="del">
          <ac:chgData name="Ronnel D. Palenzuela" userId="27216d6f-a712-48da-bcb2-613e4bc945ac" providerId="ADAL" clId="{16736750-74B4-184C-AACF-97E7E4B9FAA6}" dt="2024-08-11T08:08:26.254" v="1146" actId="478"/>
          <ac:picMkLst>
            <pc:docMk/>
            <pc:sldMk cId="4120804606" sldId="271"/>
            <ac:picMk id="14" creationId="{DEEFCEAC-1237-459D-26DA-27A3A5A33B86}"/>
          </ac:picMkLst>
        </pc:picChg>
        <pc:picChg chg="del">
          <ac:chgData name="Ronnel D. Palenzuela" userId="27216d6f-a712-48da-bcb2-613e4bc945ac" providerId="ADAL" clId="{16736750-74B4-184C-AACF-97E7E4B9FAA6}" dt="2024-08-11T08:08:26.809" v="1147" actId="478"/>
          <ac:picMkLst>
            <pc:docMk/>
            <pc:sldMk cId="4120804606" sldId="271"/>
            <ac:picMk id="15" creationId="{A5B516AB-1652-AF5A-4C75-50F95BAF6284}"/>
          </ac:picMkLst>
        </pc:picChg>
      </pc:sldChg>
      <pc:sldChg chg="addSp delSp modSp add mod modNotesTx">
        <pc:chgData name="Ronnel D. Palenzuela" userId="27216d6f-a712-48da-bcb2-613e4bc945ac" providerId="ADAL" clId="{16736750-74B4-184C-AACF-97E7E4B9FAA6}" dt="2024-08-11T08:38:43.052" v="1339" actId="20577"/>
        <pc:sldMkLst>
          <pc:docMk/>
          <pc:sldMk cId="2005021045" sldId="272"/>
        </pc:sldMkLst>
        <pc:spChg chg="mod">
          <ac:chgData name="Ronnel D. Palenzuela" userId="27216d6f-a712-48da-bcb2-613e4bc945ac" providerId="ADAL" clId="{16736750-74B4-184C-AACF-97E7E4B9FAA6}" dt="2024-08-11T08:33:35.166" v="1280" actId="20577"/>
          <ac:spMkLst>
            <pc:docMk/>
            <pc:sldMk cId="2005021045" sldId="272"/>
            <ac:spMk id="2" creationId="{1FD87645-D8E6-23DE-A822-448BF1054783}"/>
          </ac:spMkLst>
        </pc:spChg>
        <pc:spChg chg="mod">
          <ac:chgData name="Ronnel D. Palenzuela" userId="27216d6f-a712-48da-bcb2-613e4bc945ac" providerId="ADAL" clId="{16736750-74B4-184C-AACF-97E7E4B9FAA6}" dt="2024-08-11T08:38:43.052" v="1339" actId="20577"/>
          <ac:spMkLst>
            <pc:docMk/>
            <pc:sldMk cId="2005021045" sldId="272"/>
            <ac:spMk id="3" creationId="{F9E9654B-D8E5-22CA-371A-57FADD13842B}"/>
          </ac:spMkLst>
        </pc:spChg>
        <pc:picChg chg="add mod">
          <ac:chgData name="Ronnel D. Palenzuela" userId="27216d6f-a712-48da-bcb2-613e4bc945ac" providerId="ADAL" clId="{16736750-74B4-184C-AACF-97E7E4B9FAA6}" dt="2024-08-11T08:38:33.161" v="1335" actId="1076"/>
          <ac:picMkLst>
            <pc:docMk/>
            <pc:sldMk cId="2005021045" sldId="272"/>
            <ac:picMk id="4" creationId="{C58E0955-A6E5-3DF9-60B5-434CA13B5223}"/>
          </ac:picMkLst>
        </pc:picChg>
        <pc:picChg chg="add mod">
          <ac:chgData name="Ronnel D. Palenzuela" userId="27216d6f-a712-48da-bcb2-613e4bc945ac" providerId="ADAL" clId="{16736750-74B4-184C-AACF-97E7E4B9FAA6}" dt="2024-08-11T08:38:22.972" v="1329" actId="1076"/>
          <ac:picMkLst>
            <pc:docMk/>
            <pc:sldMk cId="2005021045" sldId="272"/>
            <ac:picMk id="5" creationId="{011B8271-BC30-5D9C-4A14-C6A2BD722232}"/>
          </ac:picMkLst>
        </pc:picChg>
        <pc:picChg chg="add mod">
          <ac:chgData name="Ronnel D. Palenzuela" userId="27216d6f-a712-48da-bcb2-613e4bc945ac" providerId="ADAL" clId="{16736750-74B4-184C-AACF-97E7E4B9FAA6}" dt="2024-08-11T08:38:30.888" v="1333" actId="1076"/>
          <ac:picMkLst>
            <pc:docMk/>
            <pc:sldMk cId="2005021045" sldId="272"/>
            <ac:picMk id="6" creationId="{7318861F-9B77-C07E-C1CE-32F286B82B60}"/>
          </ac:picMkLst>
        </pc:picChg>
        <pc:picChg chg="add mod">
          <ac:chgData name="Ronnel D. Palenzuela" userId="27216d6f-a712-48da-bcb2-613e4bc945ac" providerId="ADAL" clId="{16736750-74B4-184C-AACF-97E7E4B9FAA6}" dt="2024-08-11T08:38:32.013" v="1334" actId="1076"/>
          <ac:picMkLst>
            <pc:docMk/>
            <pc:sldMk cId="2005021045" sldId="272"/>
            <ac:picMk id="7" creationId="{C8697425-57CC-FF65-50F6-27D241D928DA}"/>
          </ac:picMkLst>
        </pc:picChg>
        <pc:picChg chg="del">
          <ac:chgData name="Ronnel D. Palenzuela" userId="27216d6f-a712-48da-bcb2-613e4bc945ac" providerId="ADAL" clId="{16736750-74B4-184C-AACF-97E7E4B9FAA6}" dt="2024-08-11T08:30:57.107" v="1253" actId="478"/>
          <ac:picMkLst>
            <pc:docMk/>
            <pc:sldMk cId="2005021045" sldId="272"/>
            <ac:picMk id="8" creationId="{762CEDE9-A9D3-C688-E605-DC73BE380267}"/>
          </ac:picMkLst>
        </pc:picChg>
        <pc:picChg chg="del">
          <ac:chgData name="Ronnel D. Palenzuela" userId="27216d6f-a712-48da-bcb2-613e4bc945ac" providerId="ADAL" clId="{16736750-74B4-184C-AACF-97E7E4B9FAA6}" dt="2024-08-11T08:30:57.503" v="1254" actId="478"/>
          <ac:picMkLst>
            <pc:docMk/>
            <pc:sldMk cId="2005021045" sldId="272"/>
            <ac:picMk id="11" creationId="{14161C46-4147-A2BC-6E6B-03C93F3A5393}"/>
          </ac:picMkLst>
        </pc:picChg>
      </pc:sldChg>
      <pc:sldChg chg="addSp delSp modSp add mod modNotesTx">
        <pc:chgData name="Ronnel D. Palenzuela" userId="27216d6f-a712-48da-bcb2-613e4bc945ac" providerId="ADAL" clId="{16736750-74B4-184C-AACF-97E7E4B9FAA6}" dt="2024-08-11T09:34:36.582" v="1494" actId="207"/>
        <pc:sldMkLst>
          <pc:docMk/>
          <pc:sldMk cId="716507679" sldId="273"/>
        </pc:sldMkLst>
        <pc:spChg chg="mod">
          <ac:chgData name="Ronnel D. Palenzuela" userId="27216d6f-a712-48da-bcb2-613e4bc945ac" providerId="ADAL" clId="{16736750-74B4-184C-AACF-97E7E4B9FAA6}" dt="2024-08-11T09:27:17.626" v="1447"/>
          <ac:spMkLst>
            <pc:docMk/>
            <pc:sldMk cId="716507679" sldId="273"/>
            <ac:spMk id="2" creationId="{1FD87645-D8E6-23DE-A822-448BF1054783}"/>
          </ac:spMkLst>
        </pc:spChg>
        <pc:spChg chg="mod">
          <ac:chgData name="Ronnel D. Palenzuela" userId="27216d6f-a712-48da-bcb2-613e4bc945ac" providerId="ADAL" clId="{16736750-74B4-184C-AACF-97E7E4B9FAA6}" dt="2024-08-11T09:34:36.582" v="1494" actId="207"/>
          <ac:spMkLst>
            <pc:docMk/>
            <pc:sldMk cId="716507679" sldId="273"/>
            <ac:spMk id="3" creationId="{F9E9654B-D8E5-22CA-371A-57FADD13842B}"/>
          </ac:spMkLst>
        </pc:spChg>
        <pc:picChg chg="del">
          <ac:chgData name="Ronnel D. Palenzuela" userId="27216d6f-a712-48da-bcb2-613e4bc945ac" providerId="ADAL" clId="{16736750-74B4-184C-AACF-97E7E4B9FAA6}" dt="2024-08-11T08:41:45.309" v="1346" actId="478"/>
          <ac:picMkLst>
            <pc:docMk/>
            <pc:sldMk cId="716507679" sldId="273"/>
            <ac:picMk id="4" creationId="{C58E0955-A6E5-3DF9-60B5-434CA13B5223}"/>
          </ac:picMkLst>
        </pc:picChg>
        <pc:picChg chg="del">
          <ac:chgData name="Ronnel D. Palenzuela" userId="27216d6f-a712-48da-bcb2-613e4bc945ac" providerId="ADAL" clId="{16736750-74B4-184C-AACF-97E7E4B9FAA6}" dt="2024-08-11T08:41:44.959" v="1345" actId="478"/>
          <ac:picMkLst>
            <pc:docMk/>
            <pc:sldMk cId="716507679" sldId="273"/>
            <ac:picMk id="5" creationId="{011B8271-BC30-5D9C-4A14-C6A2BD722232}"/>
          </ac:picMkLst>
        </pc:picChg>
        <pc:picChg chg="del">
          <ac:chgData name="Ronnel D. Palenzuela" userId="27216d6f-a712-48da-bcb2-613e4bc945ac" providerId="ADAL" clId="{16736750-74B4-184C-AACF-97E7E4B9FAA6}" dt="2024-08-11T08:41:44.691" v="1344" actId="478"/>
          <ac:picMkLst>
            <pc:docMk/>
            <pc:sldMk cId="716507679" sldId="273"/>
            <ac:picMk id="6" creationId="{7318861F-9B77-C07E-C1CE-32F286B82B60}"/>
          </ac:picMkLst>
        </pc:picChg>
        <pc:picChg chg="del">
          <ac:chgData name="Ronnel D. Palenzuela" userId="27216d6f-a712-48da-bcb2-613e4bc945ac" providerId="ADAL" clId="{16736750-74B4-184C-AACF-97E7E4B9FAA6}" dt="2024-08-11T08:41:44.331" v="1343" actId="478"/>
          <ac:picMkLst>
            <pc:docMk/>
            <pc:sldMk cId="716507679" sldId="273"/>
            <ac:picMk id="7" creationId="{C8697425-57CC-FF65-50F6-27D241D928DA}"/>
          </ac:picMkLst>
        </pc:picChg>
        <pc:picChg chg="add mod">
          <ac:chgData name="Ronnel D. Palenzuela" userId="27216d6f-a712-48da-bcb2-613e4bc945ac" providerId="ADAL" clId="{16736750-74B4-184C-AACF-97E7E4B9FAA6}" dt="2024-08-11T09:33:19.257" v="1478" actId="1076"/>
          <ac:picMkLst>
            <pc:docMk/>
            <pc:sldMk cId="716507679" sldId="273"/>
            <ac:picMk id="8" creationId="{6A41232A-1391-85E0-E984-111E1B99BCB9}"/>
          </ac:picMkLst>
        </pc:picChg>
        <pc:picChg chg="add mod">
          <ac:chgData name="Ronnel D. Palenzuela" userId="27216d6f-a712-48da-bcb2-613e4bc945ac" providerId="ADAL" clId="{16736750-74B4-184C-AACF-97E7E4B9FAA6}" dt="2024-08-11T09:33:17.730" v="1477" actId="1076"/>
          <ac:picMkLst>
            <pc:docMk/>
            <pc:sldMk cId="716507679" sldId="273"/>
            <ac:picMk id="9" creationId="{EC279DBC-B987-F36B-2CF3-861842904062}"/>
          </ac:picMkLst>
        </pc:picChg>
      </pc:sldChg>
      <pc:sldChg chg="modSp add del mod">
        <pc:chgData name="Ronnel D. Palenzuela" userId="27216d6f-a712-48da-bcb2-613e4bc945ac" providerId="ADAL" clId="{16736750-74B4-184C-AACF-97E7E4B9FAA6}" dt="2024-08-11T09:23:48.477" v="1385" actId="2696"/>
        <pc:sldMkLst>
          <pc:docMk/>
          <pc:sldMk cId="1830806133" sldId="274"/>
        </pc:sldMkLst>
        <pc:spChg chg="mod">
          <ac:chgData name="Ronnel D. Palenzuela" userId="27216d6f-a712-48da-bcb2-613e4bc945ac" providerId="ADAL" clId="{16736750-74B4-184C-AACF-97E7E4B9FAA6}" dt="2024-08-11T09:23:37.355" v="1382" actId="1076"/>
          <ac:spMkLst>
            <pc:docMk/>
            <pc:sldMk cId="1830806133" sldId="274"/>
            <ac:spMk id="2" creationId="{1FD87645-D8E6-23DE-A822-448BF1054783}"/>
          </ac:spMkLst>
        </pc:spChg>
      </pc:sldChg>
      <pc:sldChg chg="addSp delSp modSp new add del mod modShow">
        <pc:chgData name="Ronnel D. Palenzuela" userId="27216d6f-a712-48da-bcb2-613e4bc945ac" providerId="ADAL" clId="{16736750-74B4-184C-AACF-97E7E4B9FAA6}" dt="2024-08-12T01:08:08.349" v="2627" actId="478"/>
        <pc:sldMkLst>
          <pc:docMk/>
          <pc:sldMk cId="4070147815" sldId="275"/>
        </pc:sldMkLst>
        <pc:spChg chg="mod">
          <ac:chgData name="Ronnel D. Palenzuela" userId="27216d6f-a712-48da-bcb2-613e4bc945ac" providerId="ADAL" clId="{16736750-74B4-184C-AACF-97E7E4B9FAA6}" dt="2024-08-11T09:23:54.422" v="1398" actId="207"/>
          <ac:spMkLst>
            <pc:docMk/>
            <pc:sldMk cId="4070147815" sldId="275"/>
            <ac:spMk id="2" creationId="{72D16057-EC3B-FB8F-5DA4-3B5CAD5F2095}"/>
          </ac:spMkLst>
        </pc:spChg>
        <pc:spChg chg="del">
          <ac:chgData name="Ronnel D. Palenzuela" userId="27216d6f-a712-48da-bcb2-613e4bc945ac" providerId="ADAL" clId="{16736750-74B4-184C-AACF-97E7E4B9FAA6}" dt="2024-08-11T09:25:00.857" v="1434" actId="478"/>
          <ac:spMkLst>
            <pc:docMk/>
            <pc:sldMk cId="4070147815" sldId="275"/>
            <ac:spMk id="3" creationId="{61C2E07B-D7DC-27D2-F796-78B79090AD46}"/>
          </ac:spMkLst>
        </pc:spChg>
        <pc:spChg chg="del mod">
          <ac:chgData name="Ronnel D. Palenzuela" userId="27216d6f-a712-48da-bcb2-613e4bc945ac" providerId="ADAL" clId="{16736750-74B4-184C-AACF-97E7E4B9FAA6}" dt="2024-08-11T09:25:04.168" v="1436" actId="478"/>
          <ac:spMkLst>
            <pc:docMk/>
            <pc:sldMk cId="4070147815" sldId="275"/>
            <ac:spMk id="4" creationId="{BFAA05E5-3AFA-16A4-35BE-E3698034E94A}"/>
          </ac:spMkLst>
        </pc:spChg>
        <pc:spChg chg="del">
          <ac:chgData name="Ronnel D. Palenzuela" userId="27216d6f-a712-48da-bcb2-613e4bc945ac" providerId="ADAL" clId="{16736750-74B4-184C-AACF-97E7E4B9FAA6}" dt="2024-08-11T09:25:02.528" v="1435" actId="478"/>
          <ac:spMkLst>
            <pc:docMk/>
            <pc:sldMk cId="4070147815" sldId="275"/>
            <ac:spMk id="5" creationId="{9090BE7E-E541-40F4-CAB7-4ED9ED41B3E7}"/>
          </ac:spMkLst>
        </pc:spChg>
        <pc:spChg chg="del">
          <ac:chgData name="Ronnel D. Palenzuela" userId="27216d6f-a712-48da-bcb2-613e4bc945ac" providerId="ADAL" clId="{16736750-74B4-184C-AACF-97E7E4B9FAA6}" dt="2024-08-11T09:25:06.438" v="1437" actId="478"/>
          <ac:spMkLst>
            <pc:docMk/>
            <pc:sldMk cId="4070147815" sldId="275"/>
            <ac:spMk id="6" creationId="{AAD5694D-5962-5E7B-910A-644A4450844C}"/>
          </ac:spMkLst>
        </pc:spChg>
        <pc:picChg chg="add mod">
          <ac:chgData name="Ronnel D. Palenzuela" userId="27216d6f-a712-48da-bcb2-613e4bc945ac" providerId="ADAL" clId="{16736750-74B4-184C-AACF-97E7E4B9FAA6}" dt="2024-08-11T09:25:08.382" v="1439" actId="1076"/>
          <ac:picMkLst>
            <pc:docMk/>
            <pc:sldMk cId="4070147815" sldId="275"/>
            <ac:picMk id="7" creationId="{99864649-FA50-6FFA-B187-2476F03C0B8A}"/>
          </ac:picMkLst>
        </pc:picChg>
        <pc:picChg chg="add mod">
          <ac:chgData name="Ronnel D. Palenzuela" userId="27216d6f-a712-48da-bcb2-613e4bc945ac" providerId="ADAL" clId="{16736750-74B4-184C-AACF-97E7E4B9FAA6}" dt="2024-08-11T09:25:23.798" v="1441" actId="1076"/>
          <ac:picMkLst>
            <pc:docMk/>
            <pc:sldMk cId="4070147815" sldId="275"/>
            <ac:picMk id="8" creationId="{D3D96A7B-3E18-8096-4822-82F2190AA200}"/>
          </ac:picMkLst>
        </pc:picChg>
        <pc:picChg chg="add mod">
          <ac:chgData name="Ronnel D. Palenzuela" userId="27216d6f-a712-48da-bcb2-613e4bc945ac" providerId="ADAL" clId="{16736750-74B4-184C-AACF-97E7E4B9FAA6}" dt="2024-08-11T09:26:15.599" v="1444" actId="1076"/>
          <ac:picMkLst>
            <pc:docMk/>
            <pc:sldMk cId="4070147815" sldId="275"/>
            <ac:picMk id="9" creationId="{DC8ADF69-4686-1FA6-97CE-7E914C4105AC}"/>
          </ac:picMkLst>
        </pc:picChg>
        <pc:picChg chg="add del mod">
          <ac:chgData name="Ronnel D. Palenzuela" userId="27216d6f-a712-48da-bcb2-613e4bc945ac" providerId="ADAL" clId="{16736750-74B4-184C-AACF-97E7E4B9FAA6}" dt="2024-08-12T01:08:08.349" v="2627" actId="478"/>
          <ac:picMkLst>
            <pc:docMk/>
            <pc:sldMk cId="4070147815" sldId="275"/>
            <ac:picMk id="10" creationId="{D6F205F6-07AF-131A-C9BC-55B5083256ED}"/>
          </ac:picMkLst>
        </pc:picChg>
      </pc:sldChg>
      <pc:sldChg chg="addSp delSp modSp add mod modNotesTx">
        <pc:chgData name="Ronnel D. Palenzuela" userId="27216d6f-a712-48da-bcb2-613e4bc945ac" providerId="ADAL" clId="{16736750-74B4-184C-AACF-97E7E4B9FAA6}" dt="2024-08-11T09:37:58.074" v="1526" actId="20577"/>
        <pc:sldMkLst>
          <pc:docMk/>
          <pc:sldMk cId="3621742425" sldId="276"/>
        </pc:sldMkLst>
        <pc:spChg chg="mod">
          <ac:chgData name="Ronnel D. Palenzuela" userId="27216d6f-a712-48da-bcb2-613e4bc945ac" providerId="ADAL" clId="{16736750-74B4-184C-AACF-97E7E4B9FAA6}" dt="2024-08-11T09:36:08.788" v="1507"/>
          <ac:spMkLst>
            <pc:docMk/>
            <pc:sldMk cId="3621742425" sldId="276"/>
            <ac:spMk id="2" creationId="{1FD87645-D8E6-23DE-A822-448BF1054783}"/>
          </ac:spMkLst>
        </pc:spChg>
        <pc:spChg chg="mod">
          <ac:chgData name="Ronnel D. Palenzuela" userId="27216d6f-a712-48da-bcb2-613e4bc945ac" providerId="ADAL" clId="{16736750-74B4-184C-AACF-97E7E4B9FAA6}" dt="2024-08-11T09:37:58.074" v="1526" actId="20577"/>
          <ac:spMkLst>
            <pc:docMk/>
            <pc:sldMk cId="3621742425" sldId="276"/>
            <ac:spMk id="3" creationId="{F9E9654B-D8E5-22CA-371A-57FADD13842B}"/>
          </ac:spMkLst>
        </pc:spChg>
        <pc:picChg chg="add mod">
          <ac:chgData name="Ronnel D. Palenzuela" userId="27216d6f-a712-48da-bcb2-613e4bc945ac" providerId="ADAL" clId="{16736750-74B4-184C-AACF-97E7E4B9FAA6}" dt="2024-08-11T09:36:18.848" v="1513" actId="1076"/>
          <ac:picMkLst>
            <pc:docMk/>
            <pc:sldMk cId="3621742425" sldId="276"/>
            <ac:picMk id="4" creationId="{7D236930-8DEA-71E6-6EFE-32878ED88FCB}"/>
          </ac:picMkLst>
        </pc:picChg>
        <pc:picChg chg="add mod">
          <ac:chgData name="Ronnel D. Palenzuela" userId="27216d6f-a712-48da-bcb2-613e4bc945ac" providerId="ADAL" clId="{16736750-74B4-184C-AACF-97E7E4B9FAA6}" dt="2024-08-11T09:36:21.005" v="1514" actId="1076"/>
          <ac:picMkLst>
            <pc:docMk/>
            <pc:sldMk cId="3621742425" sldId="276"/>
            <ac:picMk id="5" creationId="{48A92B06-E8F1-465B-BA38-C701071C2CB0}"/>
          </ac:picMkLst>
        </pc:picChg>
        <pc:picChg chg="del">
          <ac:chgData name="Ronnel D. Palenzuela" userId="27216d6f-a712-48da-bcb2-613e4bc945ac" providerId="ADAL" clId="{16736750-74B4-184C-AACF-97E7E4B9FAA6}" dt="2024-08-11T09:35:36.078" v="1496" actId="478"/>
          <ac:picMkLst>
            <pc:docMk/>
            <pc:sldMk cId="3621742425" sldId="276"/>
            <ac:picMk id="8" creationId="{6A41232A-1391-85E0-E984-111E1B99BCB9}"/>
          </ac:picMkLst>
        </pc:picChg>
        <pc:picChg chg="del">
          <ac:chgData name="Ronnel D. Palenzuela" userId="27216d6f-a712-48da-bcb2-613e4bc945ac" providerId="ADAL" clId="{16736750-74B4-184C-AACF-97E7E4B9FAA6}" dt="2024-08-11T09:35:36.389" v="1497" actId="478"/>
          <ac:picMkLst>
            <pc:docMk/>
            <pc:sldMk cId="3621742425" sldId="276"/>
            <ac:picMk id="9" creationId="{EC279DBC-B987-F36B-2CF3-861842904062}"/>
          </ac:picMkLst>
        </pc:picChg>
      </pc:sldChg>
      <pc:sldChg chg="addSp delSp modSp add del mod modNotesTx">
        <pc:chgData name="Ronnel D. Palenzuela" userId="27216d6f-a712-48da-bcb2-613e4bc945ac" providerId="ADAL" clId="{16736750-74B4-184C-AACF-97E7E4B9FAA6}" dt="2024-08-11T10:21:41.293" v="1630"/>
        <pc:sldMkLst>
          <pc:docMk/>
          <pc:sldMk cId="908275361" sldId="277"/>
        </pc:sldMkLst>
        <pc:spChg chg="mod">
          <ac:chgData name="Ronnel D. Palenzuela" userId="27216d6f-a712-48da-bcb2-613e4bc945ac" providerId="ADAL" clId="{16736750-74B4-184C-AACF-97E7E4B9FAA6}" dt="2024-08-11T10:17:35.535" v="1565" actId="20577"/>
          <ac:spMkLst>
            <pc:docMk/>
            <pc:sldMk cId="908275361" sldId="277"/>
            <ac:spMk id="2" creationId="{1FD87645-D8E6-23DE-A822-448BF1054783}"/>
          </ac:spMkLst>
        </pc:spChg>
        <pc:spChg chg="mod">
          <ac:chgData name="Ronnel D. Palenzuela" userId="27216d6f-a712-48da-bcb2-613e4bc945ac" providerId="ADAL" clId="{16736750-74B4-184C-AACF-97E7E4B9FAA6}" dt="2024-08-11T10:19:03.303" v="1605" actId="207"/>
          <ac:spMkLst>
            <pc:docMk/>
            <pc:sldMk cId="908275361" sldId="277"/>
            <ac:spMk id="3" creationId="{F9E9654B-D8E5-22CA-371A-57FADD13842B}"/>
          </ac:spMkLst>
        </pc:spChg>
        <pc:picChg chg="del">
          <ac:chgData name="Ronnel D. Palenzuela" userId="27216d6f-a712-48da-bcb2-613e4bc945ac" providerId="ADAL" clId="{16736750-74B4-184C-AACF-97E7E4B9FAA6}" dt="2024-08-11T10:12:20.490" v="1529" actId="478"/>
          <ac:picMkLst>
            <pc:docMk/>
            <pc:sldMk cId="908275361" sldId="277"/>
            <ac:picMk id="4" creationId="{7D236930-8DEA-71E6-6EFE-32878ED88FCB}"/>
          </ac:picMkLst>
        </pc:picChg>
        <pc:picChg chg="del">
          <ac:chgData name="Ronnel D. Palenzuela" userId="27216d6f-a712-48da-bcb2-613e4bc945ac" providerId="ADAL" clId="{16736750-74B4-184C-AACF-97E7E4B9FAA6}" dt="2024-08-11T10:12:20.868" v="1530" actId="478"/>
          <ac:picMkLst>
            <pc:docMk/>
            <pc:sldMk cId="908275361" sldId="277"/>
            <ac:picMk id="5" creationId="{48A92B06-E8F1-465B-BA38-C701071C2CB0}"/>
          </ac:picMkLst>
        </pc:picChg>
        <pc:picChg chg="add del mod">
          <ac:chgData name="Ronnel D. Palenzuela" userId="27216d6f-a712-48da-bcb2-613e4bc945ac" providerId="ADAL" clId="{16736750-74B4-184C-AACF-97E7E4B9FAA6}" dt="2024-08-11T10:17:55.266" v="1566" actId="478"/>
          <ac:picMkLst>
            <pc:docMk/>
            <pc:sldMk cId="908275361" sldId="277"/>
            <ac:picMk id="6" creationId="{95424F7C-61E3-7971-3ED3-0E45DFC06ACC}"/>
          </ac:picMkLst>
        </pc:picChg>
        <pc:picChg chg="add mod">
          <ac:chgData name="Ronnel D. Palenzuela" userId="27216d6f-a712-48da-bcb2-613e4bc945ac" providerId="ADAL" clId="{16736750-74B4-184C-AACF-97E7E4B9FAA6}" dt="2024-08-11T10:18:17.368" v="1576" actId="1076"/>
          <ac:picMkLst>
            <pc:docMk/>
            <pc:sldMk cId="908275361" sldId="277"/>
            <ac:picMk id="7" creationId="{9516A05D-894B-7EC0-51E9-33F7A244CA5D}"/>
          </ac:picMkLst>
        </pc:picChg>
        <pc:picChg chg="add mod">
          <ac:chgData name="Ronnel D. Palenzuela" userId="27216d6f-a712-48da-bcb2-613e4bc945ac" providerId="ADAL" clId="{16736750-74B4-184C-AACF-97E7E4B9FAA6}" dt="2024-08-11T10:18:22.970" v="1580" actId="14100"/>
          <ac:picMkLst>
            <pc:docMk/>
            <pc:sldMk cId="908275361" sldId="277"/>
            <ac:picMk id="8" creationId="{597AEF6E-CBAA-343D-A111-EC13F3B7896F}"/>
          </ac:picMkLst>
        </pc:picChg>
      </pc:sldChg>
      <pc:sldChg chg="addSp delSp modSp add mod modNotesTx">
        <pc:chgData name="Ronnel D. Palenzuela" userId="27216d6f-a712-48da-bcb2-613e4bc945ac" providerId="ADAL" clId="{16736750-74B4-184C-AACF-97E7E4B9FAA6}" dt="2024-08-11T10:29:24.402" v="1741" actId="1076"/>
        <pc:sldMkLst>
          <pc:docMk/>
          <pc:sldMk cId="928633288" sldId="278"/>
        </pc:sldMkLst>
        <pc:spChg chg="mod">
          <ac:chgData name="Ronnel D. Palenzuela" userId="27216d6f-a712-48da-bcb2-613e4bc945ac" providerId="ADAL" clId="{16736750-74B4-184C-AACF-97E7E4B9FAA6}" dt="2024-08-11T10:22:14.060" v="1661" actId="20577"/>
          <ac:spMkLst>
            <pc:docMk/>
            <pc:sldMk cId="928633288" sldId="278"/>
            <ac:spMk id="2" creationId="{1FD87645-D8E6-23DE-A822-448BF1054783}"/>
          </ac:spMkLst>
        </pc:spChg>
        <pc:spChg chg="mod">
          <ac:chgData name="Ronnel D. Palenzuela" userId="27216d6f-a712-48da-bcb2-613e4bc945ac" providerId="ADAL" clId="{16736750-74B4-184C-AACF-97E7E4B9FAA6}" dt="2024-08-11T10:28:32.158" v="1730" actId="207"/>
          <ac:spMkLst>
            <pc:docMk/>
            <pc:sldMk cId="928633288" sldId="278"/>
            <ac:spMk id="3" creationId="{F9E9654B-D8E5-22CA-371A-57FADD13842B}"/>
          </ac:spMkLst>
        </pc:spChg>
        <pc:picChg chg="add mod">
          <ac:chgData name="Ronnel D. Palenzuela" userId="27216d6f-a712-48da-bcb2-613e4bc945ac" providerId="ADAL" clId="{16736750-74B4-184C-AACF-97E7E4B9FAA6}" dt="2024-08-11T10:29:23.562" v="1740" actId="1076"/>
          <ac:picMkLst>
            <pc:docMk/>
            <pc:sldMk cId="928633288" sldId="278"/>
            <ac:picMk id="4" creationId="{52F48CE9-2A4C-9BB0-0621-C561F6B91A33}"/>
          </ac:picMkLst>
        </pc:picChg>
        <pc:picChg chg="add mod">
          <ac:chgData name="Ronnel D. Palenzuela" userId="27216d6f-a712-48da-bcb2-613e4bc945ac" providerId="ADAL" clId="{16736750-74B4-184C-AACF-97E7E4B9FAA6}" dt="2024-08-11T10:29:24.402" v="1741" actId="1076"/>
          <ac:picMkLst>
            <pc:docMk/>
            <pc:sldMk cId="928633288" sldId="278"/>
            <ac:picMk id="5" creationId="{59B35BCD-7340-3A02-2CB8-2FBE0A617B62}"/>
          </ac:picMkLst>
        </pc:picChg>
        <pc:picChg chg="del">
          <ac:chgData name="Ronnel D. Palenzuela" userId="27216d6f-a712-48da-bcb2-613e4bc945ac" providerId="ADAL" clId="{16736750-74B4-184C-AACF-97E7E4B9FAA6}" dt="2024-08-11T10:22:22.851" v="1662" actId="478"/>
          <ac:picMkLst>
            <pc:docMk/>
            <pc:sldMk cId="928633288" sldId="278"/>
            <ac:picMk id="7" creationId="{9516A05D-894B-7EC0-51E9-33F7A244CA5D}"/>
          </ac:picMkLst>
        </pc:picChg>
        <pc:picChg chg="del">
          <ac:chgData name="Ronnel D. Palenzuela" userId="27216d6f-a712-48da-bcb2-613e4bc945ac" providerId="ADAL" clId="{16736750-74B4-184C-AACF-97E7E4B9FAA6}" dt="2024-08-11T10:22:24.031" v="1663" actId="478"/>
          <ac:picMkLst>
            <pc:docMk/>
            <pc:sldMk cId="928633288" sldId="278"/>
            <ac:picMk id="8" creationId="{597AEF6E-CBAA-343D-A111-EC13F3B7896F}"/>
          </ac:picMkLst>
        </pc:picChg>
      </pc:sldChg>
      <pc:sldChg chg="addSp delSp modSp add mod modNotesTx">
        <pc:chgData name="Ronnel D. Palenzuela" userId="27216d6f-a712-48da-bcb2-613e4bc945ac" providerId="ADAL" clId="{16736750-74B4-184C-AACF-97E7E4B9FAA6}" dt="2024-08-11T10:50:20.515" v="1826" actId="1076"/>
        <pc:sldMkLst>
          <pc:docMk/>
          <pc:sldMk cId="2220697961" sldId="279"/>
        </pc:sldMkLst>
        <pc:spChg chg="mod">
          <ac:chgData name="Ronnel D. Palenzuela" userId="27216d6f-a712-48da-bcb2-613e4bc945ac" providerId="ADAL" clId="{16736750-74B4-184C-AACF-97E7E4B9FAA6}" dt="2024-08-11T10:33:50.865" v="1743"/>
          <ac:spMkLst>
            <pc:docMk/>
            <pc:sldMk cId="2220697961" sldId="279"/>
            <ac:spMk id="2" creationId="{1FD87645-D8E6-23DE-A822-448BF1054783}"/>
          </ac:spMkLst>
        </pc:spChg>
        <pc:spChg chg="mod">
          <ac:chgData name="Ronnel D. Palenzuela" userId="27216d6f-a712-48da-bcb2-613e4bc945ac" providerId="ADAL" clId="{16736750-74B4-184C-AACF-97E7E4B9FAA6}" dt="2024-08-11T10:36:20.786" v="1790"/>
          <ac:spMkLst>
            <pc:docMk/>
            <pc:sldMk cId="2220697961" sldId="279"/>
            <ac:spMk id="3" creationId="{F9E9654B-D8E5-22CA-371A-57FADD13842B}"/>
          </ac:spMkLst>
        </pc:spChg>
        <pc:picChg chg="del">
          <ac:chgData name="Ronnel D. Palenzuela" userId="27216d6f-a712-48da-bcb2-613e4bc945ac" providerId="ADAL" clId="{16736750-74B4-184C-AACF-97E7E4B9FAA6}" dt="2024-08-11T10:33:52.820" v="1744" actId="478"/>
          <ac:picMkLst>
            <pc:docMk/>
            <pc:sldMk cId="2220697961" sldId="279"/>
            <ac:picMk id="4" creationId="{52F48CE9-2A4C-9BB0-0621-C561F6B91A33}"/>
          </ac:picMkLst>
        </pc:picChg>
        <pc:picChg chg="del">
          <ac:chgData name="Ronnel D. Palenzuela" userId="27216d6f-a712-48da-bcb2-613e4bc945ac" providerId="ADAL" clId="{16736750-74B4-184C-AACF-97E7E4B9FAA6}" dt="2024-08-11T10:33:53.161" v="1745" actId="478"/>
          <ac:picMkLst>
            <pc:docMk/>
            <pc:sldMk cId="2220697961" sldId="279"/>
            <ac:picMk id="5" creationId="{59B35BCD-7340-3A02-2CB8-2FBE0A617B62}"/>
          </ac:picMkLst>
        </pc:picChg>
        <pc:picChg chg="add del mod">
          <ac:chgData name="Ronnel D. Palenzuela" userId="27216d6f-a712-48da-bcb2-613e4bc945ac" providerId="ADAL" clId="{16736750-74B4-184C-AACF-97E7E4B9FAA6}" dt="2024-08-11T10:35:17.454" v="1755" actId="478"/>
          <ac:picMkLst>
            <pc:docMk/>
            <pc:sldMk cId="2220697961" sldId="279"/>
            <ac:picMk id="6" creationId="{444F1BE0-3550-1DD3-6280-D3193130D524}"/>
          </ac:picMkLst>
        </pc:picChg>
        <pc:picChg chg="add mod">
          <ac:chgData name="Ronnel D. Palenzuela" userId="27216d6f-a712-48da-bcb2-613e4bc945ac" providerId="ADAL" clId="{16736750-74B4-184C-AACF-97E7E4B9FAA6}" dt="2024-08-11T10:50:20.515" v="1826" actId="1076"/>
          <ac:picMkLst>
            <pc:docMk/>
            <pc:sldMk cId="2220697961" sldId="279"/>
            <ac:picMk id="7" creationId="{BFD45AA0-5DC9-0774-19EF-195C6A1F5405}"/>
          </ac:picMkLst>
        </pc:picChg>
      </pc:sldChg>
      <pc:sldChg chg="addSp delSp modSp add mod modNotesTx">
        <pc:chgData name="Ronnel D. Palenzuela" userId="27216d6f-a712-48da-bcb2-613e4bc945ac" providerId="ADAL" clId="{16736750-74B4-184C-AACF-97E7E4B9FAA6}" dt="2024-08-11T11:02:07.030" v="1881"/>
        <pc:sldMkLst>
          <pc:docMk/>
          <pc:sldMk cId="2456681114" sldId="280"/>
        </pc:sldMkLst>
        <pc:spChg chg="mod">
          <ac:chgData name="Ronnel D. Palenzuela" userId="27216d6f-a712-48da-bcb2-613e4bc945ac" providerId="ADAL" clId="{16736750-74B4-184C-AACF-97E7E4B9FAA6}" dt="2024-08-11T10:50:13.888" v="1824" actId="20577"/>
          <ac:spMkLst>
            <pc:docMk/>
            <pc:sldMk cId="2456681114" sldId="280"/>
            <ac:spMk id="2" creationId="{1FD87645-D8E6-23DE-A822-448BF1054783}"/>
          </ac:spMkLst>
        </pc:spChg>
        <pc:spChg chg="mod">
          <ac:chgData name="Ronnel D. Palenzuela" userId="27216d6f-a712-48da-bcb2-613e4bc945ac" providerId="ADAL" clId="{16736750-74B4-184C-AACF-97E7E4B9FAA6}" dt="2024-08-11T11:01:42.294" v="1880" actId="27636"/>
          <ac:spMkLst>
            <pc:docMk/>
            <pc:sldMk cId="2456681114" sldId="280"/>
            <ac:spMk id="3" creationId="{F9E9654B-D8E5-22CA-371A-57FADD13842B}"/>
          </ac:spMkLst>
        </pc:spChg>
        <pc:picChg chg="add mod">
          <ac:chgData name="Ronnel D. Palenzuela" userId="27216d6f-a712-48da-bcb2-613e4bc945ac" providerId="ADAL" clId="{16736750-74B4-184C-AACF-97E7E4B9FAA6}" dt="2024-08-11T10:52:05.480" v="1866" actId="1076"/>
          <ac:picMkLst>
            <pc:docMk/>
            <pc:sldMk cId="2456681114" sldId="280"/>
            <ac:picMk id="4" creationId="{73833336-6A94-55AD-10D0-0089D9921599}"/>
          </ac:picMkLst>
        </pc:picChg>
        <pc:picChg chg="add mod">
          <ac:chgData name="Ronnel D. Palenzuela" userId="27216d6f-a712-48da-bcb2-613e4bc945ac" providerId="ADAL" clId="{16736750-74B4-184C-AACF-97E7E4B9FAA6}" dt="2024-08-11T10:52:07.011" v="1867" actId="1076"/>
          <ac:picMkLst>
            <pc:docMk/>
            <pc:sldMk cId="2456681114" sldId="280"/>
            <ac:picMk id="5" creationId="{A413D30E-4FEC-659F-7A93-6D8C19127C82}"/>
          </ac:picMkLst>
        </pc:picChg>
        <pc:picChg chg="del">
          <ac:chgData name="Ronnel D. Palenzuela" userId="27216d6f-a712-48da-bcb2-613e4bc945ac" providerId="ADAL" clId="{16736750-74B4-184C-AACF-97E7E4B9FAA6}" dt="2024-08-11T10:50:15.693" v="1825" actId="478"/>
          <ac:picMkLst>
            <pc:docMk/>
            <pc:sldMk cId="2456681114" sldId="280"/>
            <ac:picMk id="7" creationId="{BFD45AA0-5DC9-0774-19EF-195C6A1F5405}"/>
          </ac:picMkLst>
        </pc:picChg>
      </pc:sldChg>
      <pc:sldChg chg="addSp delSp modSp add mod modNotesTx">
        <pc:chgData name="Ronnel D. Palenzuela" userId="27216d6f-a712-48da-bcb2-613e4bc945ac" providerId="ADAL" clId="{16736750-74B4-184C-AACF-97E7E4B9FAA6}" dt="2024-08-11T11:25:32.352" v="2048" actId="1076"/>
        <pc:sldMkLst>
          <pc:docMk/>
          <pc:sldMk cId="1557213172" sldId="281"/>
        </pc:sldMkLst>
        <pc:spChg chg="mod">
          <ac:chgData name="Ronnel D. Palenzuela" userId="27216d6f-a712-48da-bcb2-613e4bc945ac" providerId="ADAL" clId="{16736750-74B4-184C-AACF-97E7E4B9FAA6}" dt="2024-08-11T11:15:51.541" v="1975" actId="20577"/>
          <ac:spMkLst>
            <pc:docMk/>
            <pc:sldMk cId="1557213172" sldId="281"/>
            <ac:spMk id="2" creationId="{1FD87645-D8E6-23DE-A822-448BF1054783}"/>
          </ac:spMkLst>
        </pc:spChg>
        <pc:spChg chg="mod">
          <ac:chgData name="Ronnel D. Palenzuela" userId="27216d6f-a712-48da-bcb2-613e4bc945ac" providerId="ADAL" clId="{16736750-74B4-184C-AACF-97E7E4B9FAA6}" dt="2024-08-11T11:16:45.122" v="2003" actId="207"/>
          <ac:spMkLst>
            <pc:docMk/>
            <pc:sldMk cId="1557213172" sldId="281"/>
            <ac:spMk id="3" creationId="{F9E9654B-D8E5-22CA-371A-57FADD13842B}"/>
          </ac:spMkLst>
        </pc:spChg>
        <pc:picChg chg="del">
          <ac:chgData name="Ronnel D. Palenzuela" userId="27216d6f-a712-48da-bcb2-613e4bc945ac" providerId="ADAL" clId="{16736750-74B4-184C-AACF-97E7E4B9FAA6}" dt="2024-08-11T10:58:22.444" v="1871" actId="478"/>
          <ac:picMkLst>
            <pc:docMk/>
            <pc:sldMk cId="1557213172" sldId="281"/>
            <ac:picMk id="4" creationId="{73833336-6A94-55AD-10D0-0089D9921599}"/>
          </ac:picMkLst>
        </pc:picChg>
        <pc:picChg chg="del">
          <ac:chgData name="Ronnel D. Palenzuela" userId="27216d6f-a712-48da-bcb2-613e4bc945ac" providerId="ADAL" clId="{16736750-74B4-184C-AACF-97E7E4B9FAA6}" dt="2024-08-11T10:58:21.160" v="1870" actId="478"/>
          <ac:picMkLst>
            <pc:docMk/>
            <pc:sldMk cId="1557213172" sldId="281"/>
            <ac:picMk id="5" creationId="{A413D30E-4FEC-659F-7A93-6D8C19127C82}"/>
          </ac:picMkLst>
        </pc:picChg>
        <pc:picChg chg="add del mod">
          <ac:chgData name="Ronnel D. Palenzuela" userId="27216d6f-a712-48da-bcb2-613e4bc945ac" providerId="ADAL" clId="{16736750-74B4-184C-AACF-97E7E4B9FAA6}" dt="2024-08-11T11:23:21.071" v="2009" actId="478"/>
          <ac:picMkLst>
            <pc:docMk/>
            <pc:sldMk cId="1557213172" sldId="281"/>
            <ac:picMk id="6" creationId="{852FA35F-6B76-3ACC-4F39-F65EF2740076}"/>
          </ac:picMkLst>
        </pc:picChg>
        <pc:picChg chg="add mod">
          <ac:chgData name="Ronnel D. Palenzuela" userId="27216d6f-a712-48da-bcb2-613e4bc945ac" providerId="ADAL" clId="{16736750-74B4-184C-AACF-97E7E4B9FAA6}" dt="2024-08-11T11:25:32.352" v="2048" actId="1076"/>
          <ac:picMkLst>
            <pc:docMk/>
            <pc:sldMk cId="1557213172" sldId="281"/>
            <ac:picMk id="7" creationId="{C0442B70-B5E1-0D06-9A6B-2C529318C43C}"/>
          </ac:picMkLst>
        </pc:picChg>
        <pc:picChg chg="add mod">
          <ac:chgData name="Ronnel D. Palenzuela" userId="27216d6f-a712-48da-bcb2-613e4bc945ac" providerId="ADAL" clId="{16736750-74B4-184C-AACF-97E7E4B9FAA6}" dt="2024-08-11T11:25:25.205" v="2043" actId="1076"/>
          <ac:picMkLst>
            <pc:docMk/>
            <pc:sldMk cId="1557213172" sldId="281"/>
            <ac:picMk id="8" creationId="{2E2C6D27-AF3A-A4C2-F435-87D1586FAACA}"/>
          </ac:picMkLst>
        </pc:picChg>
        <pc:picChg chg="add mod">
          <ac:chgData name="Ronnel D. Palenzuela" userId="27216d6f-a712-48da-bcb2-613e4bc945ac" providerId="ADAL" clId="{16736750-74B4-184C-AACF-97E7E4B9FAA6}" dt="2024-08-11T11:25:26.120" v="2044" actId="1076"/>
          <ac:picMkLst>
            <pc:docMk/>
            <pc:sldMk cId="1557213172" sldId="281"/>
            <ac:picMk id="9" creationId="{18FD6C3D-98D6-CC9C-69FF-706FEBC56D5E}"/>
          </ac:picMkLst>
        </pc:picChg>
      </pc:sldChg>
      <pc:sldChg chg="addSp delSp modSp add mod modNotesTx">
        <pc:chgData name="Ronnel D. Palenzuela" userId="27216d6f-a712-48da-bcb2-613e4bc945ac" providerId="ADAL" clId="{16736750-74B4-184C-AACF-97E7E4B9FAA6}" dt="2024-08-11T11:38:34.643" v="2166" actId="1076"/>
        <pc:sldMkLst>
          <pc:docMk/>
          <pc:sldMk cId="296683317" sldId="282"/>
        </pc:sldMkLst>
        <pc:spChg chg="mod">
          <ac:chgData name="Ronnel D. Palenzuela" userId="27216d6f-a712-48da-bcb2-613e4bc945ac" providerId="ADAL" clId="{16736750-74B4-184C-AACF-97E7E4B9FAA6}" dt="2024-08-11T11:36:00.243" v="2116"/>
          <ac:spMkLst>
            <pc:docMk/>
            <pc:sldMk cId="296683317" sldId="282"/>
            <ac:spMk id="2" creationId="{1FD87645-D8E6-23DE-A822-448BF1054783}"/>
          </ac:spMkLst>
        </pc:spChg>
        <pc:spChg chg="mod">
          <ac:chgData name="Ronnel D. Palenzuela" userId="27216d6f-a712-48da-bcb2-613e4bc945ac" providerId="ADAL" clId="{16736750-74B4-184C-AACF-97E7E4B9FAA6}" dt="2024-08-11T11:36:43.156" v="2154" actId="33524"/>
          <ac:spMkLst>
            <pc:docMk/>
            <pc:sldMk cId="296683317" sldId="282"/>
            <ac:spMk id="3" creationId="{F9E9654B-D8E5-22CA-371A-57FADD13842B}"/>
          </ac:spMkLst>
        </pc:spChg>
        <pc:spChg chg="add del">
          <ac:chgData name="Ronnel D. Palenzuela" userId="27216d6f-a712-48da-bcb2-613e4bc945ac" providerId="ADAL" clId="{16736750-74B4-184C-AACF-97E7E4B9FAA6}" dt="2024-08-11T11:37:17.460" v="2156" actId="22"/>
          <ac:spMkLst>
            <pc:docMk/>
            <pc:sldMk cId="296683317" sldId="282"/>
            <ac:spMk id="5" creationId="{01186E94-225A-646B-6BE7-DE3170C2B523}"/>
          </ac:spMkLst>
        </pc:spChg>
        <pc:picChg chg="add mod">
          <ac:chgData name="Ronnel D. Palenzuela" userId="27216d6f-a712-48da-bcb2-613e4bc945ac" providerId="ADAL" clId="{16736750-74B4-184C-AACF-97E7E4B9FAA6}" dt="2024-08-11T11:38:34.643" v="2166" actId="1076"/>
          <ac:picMkLst>
            <pc:docMk/>
            <pc:sldMk cId="296683317" sldId="282"/>
            <ac:picMk id="6" creationId="{C94A0A88-9294-A7B5-558E-0329F8DF2C01}"/>
          </ac:picMkLst>
        </pc:picChg>
        <pc:picChg chg="del">
          <ac:chgData name="Ronnel D. Palenzuela" userId="27216d6f-a712-48da-bcb2-613e4bc945ac" providerId="ADAL" clId="{16736750-74B4-184C-AACF-97E7E4B9FAA6}" dt="2024-08-11T11:35:26.093" v="2099" actId="478"/>
          <ac:picMkLst>
            <pc:docMk/>
            <pc:sldMk cId="296683317" sldId="282"/>
            <ac:picMk id="7" creationId="{C0442B70-B5E1-0D06-9A6B-2C529318C43C}"/>
          </ac:picMkLst>
        </pc:picChg>
        <pc:picChg chg="del">
          <ac:chgData name="Ronnel D. Palenzuela" userId="27216d6f-a712-48da-bcb2-613e4bc945ac" providerId="ADAL" clId="{16736750-74B4-184C-AACF-97E7E4B9FAA6}" dt="2024-08-11T11:35:26.422" v="2100" actId="478"/>
          <ac:picMkLst>
            <pc:docMk/>
            <pc:sldMk cId="296683317" sldId="282"/>
            <ac:picMk id="8" creationId="{2E2C6D27-AF3A-A4C2-F435-87D1586FAACA}"/>
          </ac:picMkLst>
        </pc:picChg>
        <pc:picChg chg="del">
          <ac:chgData name="Ronnel D. Palenzuela" userId="27216d6f-a712-48da-bcb2-613e4bc945ac" providerId="ADAL" clId="{16736750-74B4-184C-AACF-97E7E4B9FAA6}" dt="2024-08-11T11:35:26.655" v="2101" actId="478"/>
          <ac:picMkLst>
            <pc:docMk/>
            <pc:sldMk cId="296683317" sldId="282"/>
            <ac:picMk id="9" creationId="{18FD6C3D-98D6-CC9C-69FF-706FEBC56D5E}"/>
          </ac:picMkLst>
        </pc:picChg>
      </pc:sldChg>
      <pc:sldChg chg="addSp delSp modSp add mod modNotesTx">
        <pc:chgData name="Ronnel D. Palenzuela" userId="27216d6f-a712-48da-bcb2-613e4bc945ac" providerId="ADAL" clId="{16736750-74B4-184C-AACF-97E7E4B9FAA6}" dt="2024-08-11T11:44:29.650" v="2204" actId="20577"/>
        <pc:sldMkLst>
          <pc:docMk/>
          <pc:sldMk cId="993575964" sldId="283"/>
        </pc:sldMkLst>
        <pc:spChg chg="mod">
          <ac:chgData name="Ronnel D. Palenzuela" userId="27216d6f-a712-48da-bcb2-613e4bc945ac" providerId="ADAL" clId="{16736750-74B4-184C-AACF-97E7E4B9FAA6}" dt="2024-08-11T11:39:12.084" v="2168"/>
          <ac:spMkLst>
            <pc:docMk/>
            <pc:sldMk cId="993575964" sldId="283"/>
            <ac:spMk id="2" creationId="{1FD87645-D8E6-23DE-A822-448BF1054783}"/>
          </ac:spMkLst>
        </pc:spChg>
        <pc:spChg chg="mod">
          <ac:chgData name="Ronnel D. Palenzuela" userId="27216d6f-a712-48da-bcb2-613e4bc945ac" providerId="ADAL" clId="{16736750-74B4-184C-AACF-97E7E4B9FAA6}" dt="2024-08-11T11:40:34.052" v="2197" actId="207"/>
          <ac:spMkLst>
            <pc:docMk/>
            <pc:sldMk cId="993575964" sldId="283"/>
            <ac:spMk id="3" creationId="{F9E9654B-D8E5-22CA-371A-57FADD13842B}"/>
          </ac:spMkLst>
        </pc:spChg>
        <pc:picChg chg="add mod">
          <ac:chgData name="Ronnel D. Palenzuela" userId="27216d6f-a712-48da-bcb2-613e4bc945ac" providerId="ADAL" clId="{16736750-74B4-184C-AACF-97E7E4B9FAA6}" dt="2024-08-11T11:43:38.835" v="2202" actId="1076"/>
          <ac:picMkLst>
            <pc:docMk/>
            <pc:sldMk cId="993575964" sldId="283"/>
            <ac:picMk id="4" creationId="{B7960360-83A2-6270-EECE-30A36048B200}"/>
          </ac:picMkLst>
        </pc:picChg>
        <pc:picChg chg="del">
          <ac:chgData name="Ronnel D. Palenzuela" userId="27216d6f-a712-48da-bcb2-613e4bc945ac" providerId="ADAL" clId="{16736750-74B4-184C-AACF-97E7E4B9FAA6}" dt="2024-08-11T11:39:13.621" v="2169" actId="478"/>
          <ac:picMkLst>
            <pc:docMk/>
            <pc:sldMk cId="993575964" sldId="283"/>
            <ac:picMk id="6" creationId="{C94A0A88-9294-A7B5-558E-0329F8DF2C01}"/>
          </ac:picMkLst>
        </pc:picChg>
      </pc:sldChg>
      <pc:sldChg chg="addSp delSp modSp add mod modNotesTx">
        <pc:chgData name="Ronnel D. Palenzuela" userId="27216d6f-a712-48da-bcb2-613e4bc945ac" providerId="ADAL" clId="{16736750-74B4-184C-AACF-97E7E4B9FAA6}" dt="2024-08-11T11:50:32.912" v="2231" actId="1076"/>
        <pc:sldMkLst>
          <pc:docMk/>
          <pc:sldMk cId="1253337562" sldId="284"/>
        </pc:sldMkLst>
        <pc:spChg chg="mod">
          <ac:chgData name="Ronnel D. Palenzuela" userId="27216d6f-a712-48da-bcb2-613e4bc945ac" providerId="ADAL" clId="{16736750-74B4-184C-AACF-97E7E4B9FAA6}" dt="2024-08-11T11:45:06.797" v="2206"/>
          <ac:spMkLst>
            <pc:docMk/>
            <pc:sldMk cId="1253337562" sldId="284"/>
            <ac:spMk id="2" creationId="{1FD87645-D8E6-23DE-A822-448BF1054783}"/>
          </ac:spMkLst>
        </pc:spChg>
        <pc:spChg chg="mod">
          <ac:chgData name="Ronnel D. Palenzuela" userId="27216d6f-a712-48da-bcb2-613e4bc945ac" providerId="ADAL" clId="{16736750-74B4-184C-AACF-97E7E4B9FAA6}" dt="2024-08-11T11:48:12.471" v="2222"/>
          <ac:spMkLst>
            <pc:docMk/>
            <pc:sldMk cId="1253337562" sldId="284"/>
            <ac:spMk id="3" creationId="{F9E9654B-D8E5-22CA-371A-57FADD13842B}"/>
          </ac:spMkLst>
        </pc:spChg>
        <pc:picChg chg="del">
          <ac:chgData name="Ronnel D. Palenzuela" userId="27216d6f-a712-48da-bcb2-613e4bc945ac" providerId="ADAL" clId="{16736750-74B4-184C-AACF-97E7E4B9FAA6}" dt="2024-08-11T11:48:48.651" v="2224" actId="478"/>
          <ac:picMkLst>
            <pc:docMk/>
            <pc:sldMk cId="1253337562" sldId="284"/>
            <ac:picMk id="4" creationId="{B7960360-83A2-6270-EECE-30A36048B200}"/>
          </ac:picMkLst>
        </pc:picChg>
        <pc:picChg chg="add mod">
          <ac:chgData name="Ronnel D. Palenzuela" userId="27216d6f-a712-48da-bcb2-613e4bc945ac" providerId="ADAL" clId="{16736750-74B4-184C-AACF-97E7E4B9FAA6}" dt="2024-08-11T11:50:17.104" v="2227" actId="1076"/>
          <ac:picMkLst>
            <pc:docMk/>
            <pc:sldMk cId="1253337562" sldId="284"/>
            <ac:picMk id="5" creationId="{9D0F0297-4AB5-4797-A885-928619C7A572}"/>
          </ac:picMkLst>
        </pc:picChg>
        <pc:picChg chg="add mod">
          <ac:chgData name="Ronnel D. Palenzuela" userId="27216d6f-a712-48da-bcb2-613e4bc945ac" providerId="ADAL" clId="{16736750-74B4-184C-AACF-97E7E4B9FAA6}" dt="2024-08-11T11:50:32.912" v="2231" actId="1076"/>
          <ac:picMkLst>
            <pc:docMk/>
            <pc:sldMk cId="1253337562" sldId="284"/>
            <ac:picMk id="6" creationId="{F1C8719A-AF10-CA25-32B8-5B12B63B6F48}"/>
          </ac:picMkLst>
        </pc:picChg>
      </pc:sldChg>
      <pc:sldChg chg="addSp delSp modSp add mod">
        <pc:chgData name="Ronnel D. Palenzuela" userId="27216d6f-a712-48da-bcb2-613e4bc945ac" providerId="ADAL" clId="{16736750-74B4-184C-AACF-97E7E4B9FAA6}" dt="2024-08-11T12:26:02.933" v="2546" actId="20577"/>
        <pc:sldMkLst>
          <pc:docMk/>
          <pc:sldMk cId="2980579114" sldId="285"/>
        </pc:sldMkLst>
        <pc:spChg chg="mod">
          <ac:chgData name="Ronnel D. Palenzuela" userId="27216d6f-a712-48da-bcb2-613e4bc945ac" providerId="ADAL" clId="{16736750-74B4-184C-AACF-97E7E4B9FAA6}" dt="2024-08-11T12:25:58.060" v="2543" actId="20577"/>
          <ac:spMkLst>
            <pc:docMk/>
            <pc:sldMk cId="2980579114" sldId="285"/>
            <ac:spMk id="2" creationId="{1FD87645-D8E6-23DE-A822-448BF1054783}"/>
          </ac:spMkLst>
        </pc:spChg>
        <pc:spChg chg="mod">
          <ac:chgData name="Ronnel D. Palenzuela" userId="27216d6f-a712-48da-bcb2-613e4bc945ac" providerId="ADAL" clId="{16736750-74B4-184C-AACF-97E7E4B9FAA6}" dt="2024-08-11T12:26:02.933" v="2546" actId="20577"/>
          <ac:spMkLst>
            <pc:docMk/>
            <pc:sldMk cId="2980579114" sldId="285"/>
            <ac:spMk id="3" creationId="{F9E9654B-D8E5-22CA-371A-57FADD13842B}"/>
          </ac:spMkLst>
        </pc:spChg>
        <pc:picChg chg="add mod">
          <ac:chgData name="Ronnel D. Palenzuela" userId="27216d6f-a712-48da-bcb2-613e4bc945ac" providerId="ADAL" clId="{16736750-74B4-184C-AACF-97E7E4B9FAA6}" dt="2024-08-11T12:11:35.139" v="2251" actId="1076"/>
          <ac:picMkLst>
            <pc:docMk/>
            <pc:sldMk cId="2980579114" sldId="285"/>
            <ac:picMk id="4" creationId="{74248AEE-FABF-0F2A-B1B2-1777799F48BD}"/>
          </ac:picMkLst>
        </pc:picChg>
        <pc:picChg chg="del">
          <ac:chgData name="Ronnel D. Palenzuela" userId="27216d6f-a712-48da-bcb2-613e4bc945ac" providerId="ADAL" clId="{16736750-74B4-184C-AACF-97E7E4B9FAA6}" dt="2024-08-11T12:09:33.931" v="2234" actId="478"/>
          <ac:picMkLst>
            <pc:docMk/>
            <pc:sldMk cId="2980579114" sldId="285"/>
            <ac:picMk id="5" creationId="{9D0F0297-4AB5-4797-A885-928619C7A572}"/>
          </ac:picMkLst>
        </pc:picChg>
        <pc:picChg chg="del">
          <ac:chgData name="Ronnel D. Palenzuela" userId="27216d6f-a712-48da-bcb2-613e4bc945ac" providerId="ADAL" clId="{16736750-74B4-184C-AACF-97E7E4B9FAA6}" dt="2024-08-11T12:09:35.158" v="2235" actId="478"/>
          <ac:picMkLst>
            <pc:docMk/>
            <pc:sldMk cId="2980579114" sldId="285"/>
            <ac:picMk id="6" creationId="{F1C8719A-AF10-CA25-32B8-5B12B63B6F48}"/>
          </ac:picMkLst>
        </pc:picChg>
      </pc:sldChg>
      <pc:sldChg chg="addSp delSp modSp add mod modNotesTx">
        <pc:chgData name="Ronnel D. Palenzuela" userId="27216d6f-a712-48da-bcb2-613e4bc945ac" providerId="ADAL" clId="{16736750-74B4-184C-AACF-97E7E4B9FAA6}" dt="2024-08-11T12:25:18.008" v="2520" actId="1076"/>
        <pc:sldMkLst>
          <pc:docMk/>
          <pc:sldMk cId="1581186720" sldId="286"/>
        </pc:sldMkLst>
        <pc:spChg chg="mod">
          <ac:chgData name="Ronnel D. Palenzuela" userId="27216d6f-a712-48da-bcb2-613e4bc945ac" providerId="ADAL" clId="{16736750-74B4-184C-AACF-97E7E4B9FAA6}" dt="2024-08-11T12:25:16.630" v="2519" actId="1076"/>
          <ac:spMkLst>
            <pc:docMk/>
            <pc:sldMk cId="1581186720" sldId="286"/>
            <ac:spMk id="3" creationId="{F9E9654B-D8E5-22CA-371A-57FADD13842B}"/>
          </ac:spMkLst>
        </pc:spChg>
        <pc:spChg chg="add mod">
          <ac:chgData name="Ronnel D. Palenzuela" userId="27216d6f-a712-48da-bcb2-613e4bc945ac" providerId="ADAL" clId="{16736750-74B4-184C-AACF-97E7E4B9FAA6}" dt="2024-08-11T12:25:18.008" v="2520" actId="1076"/>
          <ac:spMkLst>
            <pc:docMk/>
            <pc:sldMk cId="1581186720" sldId="286"/>
            <ac:spMk id="5" creationId="{63E79591-2F27-370E-329D-A0B622A8CFA5}"/>
          </ac:spMkLst>
        </pc:spChg>
        <pc:spChg chg="add mod">
          <ac:chgData name="Ronnel D. Palenzuela" userId="27216d6f-a712-48da-bcb2-613e4bc945ac" providerId="ADAL" clId="{16736750-74B4-184C-AACF-97E7E4B9FAA6}" dt="2024-08-11T12:22:19.024" v="2454"/>
          <ac:spMkLst>
            <pc:docMk/>
            <pc:sldMk cId="1581186720" sldId="286"/>
            <ac:spMk id="6" creationId="{8E044E04-0B5A-32C0-8EEE-D905F6C6381E}"/>
          </ac:spMkLst>
        </pc:spChg>
        <pc:spChg chg="add mod">
          <ac:chgData name="Ronnel D. Palenzuela" userId="27216d6f-a712-48da-bcb2-613e4bc945ac" providerId="ADAL" clId="{16736750-74B4-184C-AACF-97E7E4B9FAA6}" dt="2024-08-11T12:22:33.783" v="2457" actId="767"/>
          <ac:spMkLst>
            <pc:docMk/>
            <pc:sldMk cId="1581186720" sldId="286"/>
            <ac:spMk id="7" creationId="{75AD83E7-4E98-C144-0CA8-1D34A9078DFC}"/>
          </ac:spMkLst>
        </pc:spChg>
        <pc:spChg chg="add del">
          <ac:chgData name="Ronnel D. Palenzuela" userId="27216d6f-a712-48da-bcb2-613e4bc945ac" providerId="ADAL" clId="{16736750-74B4-184C-AACF-97E7E4B9FAA6}" dt="2024-08-11T12:24:47.787" v="2511" actId="22"/>
          <ac:spMkLst>
            <pc:docMk/>
            <pc:sldMk cId="1581186720" sldId="286"/>
            <ac:spMk id="9" creationId="{5AFEA3DF-0E3B-7218-22F8-B412FEC8C03F}"/>
          </ac:spMkLst>
        </pc:spChg>
        <pc:picChg chg="del">
          <ac:chgData name="Ronnel D. Palenzuela" userId="27216d6f-a712-48da-bcb2-613e4bc945ac" providerId="ADAL" clId="{16736750-74B4-184C-AACF-97E7E4B9FAA6}" dt="2024-08-11T12:15:21.761" v="2282" actId="478"/>
          <ac:picMkLst>
            <pc:docMk/>
            <pc:sldMk cId="1581186720" sldId="286"/>
            <ac:picMk id="4" creationId="{74248AEE-FABF-0F2A-B1B2-1777799F48BD}"/>
          </ac:picMkLst>
        </pc:picChg>
      </pc:sldChg>
      <pc:sldChg chg="addSp delSp modSp add mod modNotesTx">
        <pc:chgData name="Ronnel D. Palenzuela" userId="27216d6f-a712-48da-bcb2-613e4bc945ac" providerId="ADAL" clId="{16736750-74B4-184C-AACF-97E7E4B9FAA6}" dt="2024-08-11T12:32:58.139" v="2586"/>
        <pc:sldMkLst>
          <pc:docMk/>
          <pc:sldMk cId="4278137860" sldId="287"/>
        </pc:sldMkLst>
        <pc:spChg chg="mod">
          <ac:chgData name="Ronnel D. Palenzuela" userId="27216d6f-a712-48da-bcb2-613e4bc945ac" providerId="ADAL" clId="{16736750-74B4-184C-AACF-97E7E4B9FAA6}" dt="2024-08-11T12:26:17.544" v="2548"/>
          <ac:spMkLst>
            <pc:docMk/>
            <pc:sldMk cId="4278137860" sldId="287"/>
            <ac:spMk id="2" creationId="{1FD87645-D8E6-23DE-A822-448BF1054783}"/>
          </ac:spMkLst>
        </pc:spChg>
        <pc:spChg chg="mod">
          <ac:chgData name="Ronnel D. Palenzuela" userId="27216d6f-a712-48da-bcb2-613e4bc945ac" providerId="ADAL" clId="{16736750-74B4-184C-AACF-97E7E4B9FAA6}" dt="2024-08-11T12:27:02.548" v="2568"/>
          <ac:spMkLst>
            <pc:docMk/>
            <pc:sldMk cId="4278137860" sldId="287"/>
            <ac:spMk id="3" creationId="{F9E9654B-D8E5-22CA-371A-57FADD13842B}"/>
          </ac:spMkLst>
        </pc:spChg>
        <pc:spChg chg="del">
          <ac:chgData name="Ronnel D. Palenzuela" userId="27216d6f-a712-48da-bcb2-613e4bc945ac" providerId="ADAL" clId="{16736750-74B4-184C-AACF-97E7E4B9FAA6}" dt="2024-08-11T12:26:19.941" v="2549" actId="478"/>
          <ac:spMkLst>
            <pc:docMk/>
            <pc:sldMk cId="4278137860" sldId="287"/>
            <ac:spMk id="5" creationId="{63E79591-2F27-370E-329D-A0B622A8CFA5}"/>
          </ac:spMkLst>
        </pc:spChg>
        <pc:picChg chg="add mod">
          <ac:chgData name="Ronnel D. Palenzuela" userId="27216d6f-a712-48da-bcb2-613e4bc945ac" providerId="ADAL" clId="{16736750-74B4-184C-AACF-97E7E4B9FAA6}" dt="2024-08-11T12:30:03.374" v="2578" actId="1076"/>
          <ac:picMkLst>
            <pc:docMk/>
            <pc:sldMk cId="4278137860" sldId="287"/>
            <ac:picMk id="4" creationId="{C94F73C7-EE3C-5039-6716-AA5F092B56AC}"/>
          </ac:picMkLst>
        </pc:picChg>
        <pc:picChg chg="add mod">
          <ac:chgData name="Ronnel D. Palenzuela" userId="27216d6f-a712-48da-bcb2-613e4bc945ac" providerId="ADAL" clId="{16736750-74B4-184C-AACF-97E7E4B9FAA6}" dt="2024-08-11T12:30:04.674" v="2579" actId="1076"/>
          <ac:picMkLst>
            <pc:docMk/>
            <pc:sldMk cId="4278137860" sldId="287"/>
            <ac:picMk id="6" creationId="{7982849D-C7FF-134E-B589-F96BF9176D03}"/>
          </ac:picMkLst>
        </pc:picChg>
      </pc:sldChg>
      <pc:sldChg chg="delSp modSp add mod">
        <pc:chgData name="Ronnel D. Palenzuela" userId="27216d6f-a712-48da-bcb2-613e4bc945ac" providerId="ADAL" clId="{16736750-74B4-184C-AACF-97E7E4B9FAA6}" dt="2024-08-12T02:16:02.449" v="3153" actId="20577"/>
        <pc:sldMkLst>
          <pc:docMk/>
          <pc:sldMk cId="3972629357" sldId="288"/>
        </pc:sldMkLst>
        <pc:spChg chg="mod">
          <ac:chgData name="Ronnel D. Palenzuela" userId="27216d6f-a712-48da-bcb2-613e4bc945ac" providerId="ADAL" clId="{16736750-74B4-184C-AACF-97E7E4B9FAA6}" dt="2024-08-12T02:16:02.449" v="3153" actId="20577"/>
          <ac:spMkLst>
            <pc:docMk/>
            <pc:sldMk cId="3972629357" sldId="288"/>
            <ac:spMk id="2" creationId="{1FD87645-D8E6-23DE-A822-448BF1054783}"/>
          </ac:spMkLst>
        </pc:spChg>
        <pc:spChg chg="mod">
          <ac:chgData name="Ronnel D. Palenzuela" userId="27216d6f-a712-48da-bcb2-613e4bc945ac" providerId="ADAL" clId="{16736750-74B4-184C-AACF-97E7E4B9FAA6}" dt="2024-08-12T02:11:51.983" v="3029" actId="207"/>
          <ac:spMkLst>
            <pc:docMk/>
            <pc:sldMk cId="3972629357" sldId="288"/>
            <ac:spMk id="3" creationId="{F9E9654B-D8E5-22CA-371A-57FADD13842B}"/>
          </ac:spMkLst>
        </pc:spChg>
        <pc:picChg chg="del">
          <ac:chgData name="Ronnel D. Palenzuela" userId="27216d6f-a712-48da-bcb2-613e4bc945ac" providerId="ADAL" clId="{16736750-74B4-184C-AACF-97E7E4B9FAA6}" dt="2024-08-12T01:08:18.288" v="2654" actId="478"/>
          <ac:picMkLst>
            <pc:docMk/>
            <pc:sldMk cId="3972629357" sldId="288"/>
            <ac:picMk id="4" creationId="{C94F73C7-EE3C-5039-6716-AA5F092B56AC}"/>
          </ac:picMkLst>
        </pc:picChg>
        <pc:picChg chg="del">
          <ac:chgData name="Ronnel D. Palenzuela" userId="27216d6f-a712-48da-bcb2-613e4bc945ac" providerId="ADAL" clId="{16736750-74B4-184C-AACF-97E7E4B9FAA6}" dt="2024-08-12T01:08:18.480" v="2655" actId="478"/>
          <ac:picMkLst>
            <pc:docMk/>
            <pc:sldMk cId="3972629357" sldId="288"/>
            <ac:picMk id="6" creationId="{7982849D-C7FF-134E-B589-F96BF9176D03}"/>
          </ac:picMkLst>
        </pc:picChg>
      </pc:sldChg>
      <pc:sldChg chg="modSp add mod">
        <pc:chgData name="Ronnel D. Palenzuela" userId="27216d6f-a712-48da-bcb2-613e4bc945ac" providerId="ADAL" clId="{16736750-74B4-184C-AACF-97E7E4B9FAA6}" dt="2024-08-12T02:22:03.220" v="3182" actId="11"/>
        <pc:sldMkLst>
          <pc:docMk/>
          <pc:sldMk cId="2990164252" sldId="289"/>
        </pc:sldMkLst>
        <pc:spChg chg="mod">
          <ac:chgData name="Ronnel D. Palenzuela" userId="27216d6f-a712-48da-bcb2-613e4bc945ac" providerId="ADAL" clId="{16736750-74B4-184C-AACF-97E7E4B9FAA6}" dt="2024-08-12T02:16:06.498" v="3154" actId="20577"/>
          <ac:spMkLst>
            <pc:docMk/>
            <pc:sldMk cId="2990164252" sldId="289"/>
            <ac:spMk id="2" creationId="{1FD87645-D8E6-23DE-A822-448BF1054783}"/>
          </ac:spMkLst>
        </pc:spChg>
        <pc:spChg chg="mod">
          <ac:chgData name="Ronnel D. Palenzuela" userId="27216d6f-a712-48da-bcb2-613e4bc945ac" providerId="ADAL" clId="{16736750-74B4-184C-AACF-97E7E4B9FAA6}" dt="2024-08-12T02:22:03.220" v="3182" actId="11"/>
          <ac:spMkLst>
            <pc:docMk/>
            <pc:sldMk cId="2990164252" sldId="289"/>
            <ac:spMk id="3" creationId="{F9E9654B-D8E5-22CA-371A-57FADD13842B}"/>
          </ac:spMkLst>
        </pc:spChg>
      </pc:sldChg>
      <pc:sldChg chg="modSp add mod">
        <pc:chgData name="Ronnel D. Palenzuela" userId="27216d6f-a712-48da-bcb2-613e4bc945ac" providerId="ADAL" clId="{16736750-74B4-184C-AACF-97E7E4B9FAA6}" dt="2024-08-13T03:37:12.131" v="3508" actId="207"/>
        <pc:sldMkLst>
          <pc:docMk/>
          <pc:sldMk cId="1111498698" sldId="290"/>
        </pc:sldMkLst>
        <pc:spChg chg="mod">
          <ac:chgData name="Ronnel D. Palenzuela" userId="27216d6f-a712-48da-bcb2-613e4bc945ac" providerId="ADAL" clId="{16736750-74B4-184C-AACF-97E7E4B9FAA6}" dt="2024-08-13T03:27:17.210" v="3359" actId="20577"/>
          <ac:spMkLst>
            <pc:docMk/>
            <pc:sldMk cId="1111498698" sldId="290"/>
            <ac:spMk id="2" creationId="{1FD87645-D8E6-23DE-A822-448BF1054783}"/>
          </ac:spMkLst>
        </pc:spChg>
        <pc:spChg chg="mod">
          <ac:chgData name="Ronnel D. Palenzuela" userId="27216d6f-a712-48da-bcb2-613e4bc945ac" providerId="ADAL" clId="{16736750-74B4-184C-AACF-97E7E4B9FAA6}" dt="2024-08-13T03:37:12.131" v="3508" actId="207"/>
          <ac:spMkLst>
            <pc:docMk/>
            <pc:sldMk cId="1111498698" sldId="290"/>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927110459" sldId="290"/>
        </pc:sldMkLst>
        <pc:spChg chg="mod">
          <ac:chgData name="Ronnel D. Palenzuela" userId="27216d6f-a712-48da-bcb2-613e4bc945ac" providerId="ADAL" clId="{16736750-74B4-184C-AACF-97E7E4B9FAA6}" dt="2024-08-12T02:17:40.195" v="3179" actId="20577"/>
          <ac:spMkLst>
            <pc:docMk/>
            <pc:sldMk cId="1927110459" sldId="290"/>
            <ac:spMk id="2" creationId="{1FD87645-D8E6-23DE-A822-448BF1054783}"/>
          </ac:spMkLst>
        </pc:spChg>
        <pc:spChg chg="mod">
          <ac:chgData name="Ronnel D. Palenzuela" userId="27216d6f-a712-48da-bcb2-613e4bc945ac" providerId="ADAL" clId="{16736750-74B4-184C-AACF-97E7E4B9FAA6}" dt="2024-08-12T02:25:46.161" v="3276" actId="20577"/>
          <ac:spMkLst>
            <pc:docMk/>
            <pc:sldMk cId="1927110459" sldId="290"/>
            <ac:spMk id="3" creationId="{F9E9654B-D8E5-22CA-371A-57FADD13842B}"/>
          </ac:spMkLst>
        </pc:spChg>
      </pc:sldChg>
      <pc:sldChg chg="modSp add mod ord">
        <pc:chgData name="Ronnel D. Palenzuela" userId="27216d6f-a712-48da-bcb2-613e4bc945ac" providerId="ADAL" clId="{16736750-74B4-184C-AACF-97E7E4B9FAA6}" dt="2024-08-13T03:34:24.591" v="3466" actId="207"/>
        <pc:sldMkLst>
          <pc:docMk/>
          <pc:sldMk cId="815011119" sldId="291"/>
        </pc:sldMkLst>
        <pc:spChg chg="mod">
          <ac:chgData name="Ronnel D. Palenzuela" userId="27216d6f-a712-48da-bcb2-613e4bc945ac" providerId="ADAL" clId="{16736750-74B4-184C-AACF-97E7E4B9FAA6}" dt="2024-08-13T03:34:24.591" v="3466" actId="207"/>
          <ac:spMkLst>
            <pc:docMk/>
            <pc:sldMk cId="81501111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81441069" sldId="291"/>
        </pc:sldMkLst>
        <pc:spChg chg="mod">
          <ac:chgData name="Ronnel D. Palenzuela" userId="27216d6f-a712-48da-bcb2-613e4bc945ac" providerId="ADAL" clId="{16736750-74B4-184C-AACF-97E7E4B9FAA6}" dt="2024-08-12T02:28:06.903" v="3321" actId="11"/>
          <ac:spMkLst>
            <pc:docMk/>
            <pc:sldMk cId="1781441069" sldId="291"/>
            <ac:spMk id="3" creationId="{F9E9654B-D8E5-22CA-371A-57FADD13842B}"/>
          </ac:spMkLst>
        </pc:spChg>
      </pc:sldChg>
      <pc:sldChg chg="modSp add del mod">
        <pc:chgData name="Ronnel D. Palenzuela" userId="27216d6f-a712-48da-bcb2-613e4bc945ac" providerId="ADAL" clId="{16736750-74B4-184C-AACF-97E7E4B9FAA6}" dt="2024-08-12T02:54:12.156" v="3325" actId="2696"/>
        <pc:sldMkLst>
          <pc:docMk/>
          <pc:sldMk cId="1765234647" sldId="292"/>
        </pc:sldMkLst>
        <pc:spChg chg="mod">
          <ac:chgData name="Ronnel D. Palenzuela" userId="27216d6f-a712-48da-bcb2-613e4bc945ac" providerId="ADAL" clId="{16736750-74B4-184C-AACF-97E7E4B9FAA6}" dt="2024-08-12T02:28:26.710" v="3324" actId="403"/>
          <ac:spMkLst>
            <pc:docMk/>
            <pc:sldMk cId="1765234647" sldId="292"/>
            <ac:spMk id="3" creationId="{F9E9654B-D8E5-22CA-371A-57FADD13842B}"/>
          </ac:spMkLst>
        </pc:spChg>
      </pc:sldChg>
      <pc:sldMasterChg chg="modSldLayout">
        <pc:chgData name="Ronnel D. Palenzuela" userId="27216d6f-a712-48da-bcb2-613e4bc945ac" providerId="ADAL" clId="{16736750-74B4-184C-AACF-97E7E4B9FAA6}" dt="2024-08-11T07:03:06.010" v="731" actId="20577"/>
        <pc:sldMasterMkLst>
          <pc:docMk/>
          <pc:sldMasterMk cId="651270159" sldId="2147483648"/>
        </pc:sldMasterMkLst>
        <pc:sldLayoutChg chg="modSp mod">
          <pc:chgData name="Ronnel D. Palenzuela" userId="27216d6f-a712-48da-bcb2-613e4bc945ac" providerId="ADAL" clId="{16736750-74B4-184C-AACF-97E7E4B9FAA6}" dt="2024-08-11T07:03:06.010" v="731" actId="20577"/>
          <pc:sldLayoutMkLst>
            <pc:docMk/>
            <pc:sldMasterMk cId="651270159" sldId="2147483648"/>
            <pc:sldLayoutMk cId="2921653432" sldId="2147483649"/>
          </pc:sldLayoutMkLst>
          <pc:spChg chg="mod">
            <ac:chgData name="Ronnel D. Palenzuela" userId="27216d6f-a712-48da-bcb2-613e4bc945ac" providerId="ADAL" clId="{16736750-74B4-184C-AACF-97E7E4B9FAA6}" dt="2024-08-11T07:03:06.010" v="731" actId="20577"/>
            <ac:spMkLst>
              <pc:docMk/>
              <pc:sldMasterMk cId="651270159" sldId="2147483648"/>
              <pc:sldLayoutMk cId="2921653432" sldId="2147483649"/>
              <ac:spMk id="5" creationId="{3794B7A0-4232-A0AC-7E3A-3BF632F0C83D}"/>
            </ac:spMkLst>
          </pc:spChg>
        </pc:sldLayoutChg>
      </pc:sldMasterChg>
    </pc:docChg>
  </pc:docChgLst>
  <pc:docChgLst>
    <pc:chgData name="Ronnel D. Palenzuela" userId="27216d6f-a712-48da-bcb2-613e4bc945ac" providerId="ADAL" clId="{16FF8E01-DE24-0F4F-A559-943D670B7764}"/>
    <pc:docChg chg="undo custSel addSld delSld modSld sldOrd modMainMaster">
      <pc:chgData name="Ronnel D. Palenzuela" userId="27216d6f-a712-48da-bcb2-613e4bc945ac" providerId="ADAL" clId="{16FF8E01-DE24-0F4F-A559-943D670B7764}" dt="2024-08-15T06:12:31.924" v="2533" actId="729"/>
      <pc:docMkLst>
        <pc:docMk/>
      </pc:docMkLst>
      <pc:sldChg chg="modSp mod">
        <pc:chgData name="Ronnel D. Palenzuela" userId="27216d6f-a712-48da-bcb2-613e4bc945ac" providerId="ADAL" clId="{16FF8E01-DE24-0F4F-A559-943D670B7764}" dt="2024-08-14T16:09:01.930" v="1419" actId="20577"/>
        <pc:sldMkLst>
          <pc:docMk/>
          <pc:sldMk cId="3455369248" sldId="257"/>
        </pc:sldMkLst>
        <pc:spChg chg="mod">
          <ac:chgData name="Ronnel D. Palenzuela" userId="27216d6f-a712-48da-bcb2-613e4bc945ac" providerId="ADAL" clId="{16FF8E01-DE24-0F4F-A559-943D670B7764}" dt="2024-08-14T16:08:42.416" v="1364" actId="14100"/>
          <ac:spMkLst>
            <pc:docMk/>
            <pc:sldMk cId="3455369248" sldId="257"/>
            <ac:spMk id="2" creationId="{4B9DC0FD-E73C-26A6-891F-61B461076958}"/>
          </ac:spMkLst>
        </pc:spChg>
        <pc:spChg chg="mod">
          <ac:chgData name="Ronnel D. Palenzuela" userId="27216d6f-a712-48da-bcb2-613e4bc945ac" providerId="ADAL" clId="{16FF8E01-DE24-0F4F-A559-943D670B7764}" dt="2024-08-14T16:09:01.930" v="1419" actId="20577"/>
          <ac:spMkLst>
            <pc:docMk/>
            <pc:sldMk cId="3455369248" sldId="257"/>
            <ac:spMk id="3" creationId="{55CA8846-F5F9-9E2F-7E86-4EDFA1AEFED2}"/>
          </ac:spMkLst>
        </pc:spChg>
      </pc:sldChg>
      <pc:sldChg chg="add del">
        <pc:chgData name="Ronnel D. Palenzuela" userId="27216d6f-a712-48da-bcb2-613e4bc945ac" providerId="ADAL" clId="{16FF8E01-DE24-0F4F-A559-943D670B7764}" dt="2024-08-14T04:37:36.180" v="138" actId="2696"/>
        <pc:sldMkLst>
          <pc:docMk/>
          <pc:sldMk cId="3256538018" sldId="259"/>
        </pc:sldMkLst>
      </pc:sldChg>
      <pc:sldChg chg="modSp mod modNotesTx">
        <pc:chgData name="Ronnel D. Palenzuela" userId="27216d6f-a712-48da-bcb2-613e4bc945ac" providerId="ADAL" clId="{16FF8E01-DE24-0F4F-A559-943D670B7764}" dt="2024-08-14T16:25:10.072" v="1665" actId="20577"/>
        <pc:sldMkLst>
          <pc:docMk/>
          <pc:sldMk cId="3611571112" sldId="263"/>
        </pc:sldMkLst>
        <pc:spChg chg="mod">
          <ac:chgData name="Ronnel D. Palenzuela" userId="27216d6f-a712-48da-bcb2-613e4bc945ac" providerId="ADAL" clId="{16FF8E01-DE24-0F4F-A559-943D670B7764}" dt="2024-08-14T16:09:37.186" v="1435" actId="1076"/>
          <ac:spMkLst>
            <pc:docMk/>
            <pc:sldMk cId="3611571112" sldId="263"/>
            <ac:spMk id="2" creationId="{4B9DC0FD-E73C-26A6-891F-61B461076958}"/>
          </ac:spMkLst>
        </pc:spChg>
      </pc:sldChg>
      <pc:sldChg chg="modSp mod">
        <pc:chgData name="Ronnel D. Palenzuela" userId="27216d6f-a712-48da-bcb2-613e4bc945ac" providerId="ADAL" clId="{16FF8E01-DE24-0F4F-A559-943D670B7764}" dt="2024-08-14T15:58:28.162" v="1311" actId="207"/>
        <pc:sldMkLst>
          <pc:docMk/>
          <pc:sldMk cId="261940385" sldId="264"/>
        </pc:sldMkLst>
        <pc:spChg chg="mod">
          <ac:chgData name="Ronnel D. Palenzuela" userId="27216d6f-a712-48da-bcb2-613e4bc945ac" providerId="ADAL" clId="{16FF8E01-DE24-0F4F-A559-943D670B7764}" dt="2024-08-14T15:58:28.162" v="1311" actId="207"/>
          <ac:spMkLst>
            <pc:docMk/>
            <pc:sldMk cId="261940385" sldId="264"/>
            <ac:spMk id="3" creationId="{A8B75234-3FB1-B597-DF46-CD5827D3C5AF}"/>
          </ac:spMkLst>
        </pc:spChg>
      </pc:sldChg>
      <pc:sldChg chg="add del">
        <pc:chgData name="Ronnel D. Palenzuela" userId="27216d6f-a712-48da-bcb2-613e4bc945ac" providerId="ADAL" clId="{16FF8E01-DE24-0F4F-A559-943D670B7764}" dt="2024-08-14T04:37:31.309" v="136" actId="2890"/>
        <pc:sldMkLst>
          <pc:docMk/>
          <pc:sldMk cId="393610469" sldId="265"/>
        </pc:sldMkLst>
      </pc:sldChg>
      <pc:sldChg chg="addSp delSp modSp add del mod ord modShow modNotesTx">
        <pc:chgData name="Ronnel D. Palenzuela" userId="27216d6f-a712-48da-bcb2-613e4bc945ac" providerId="ADAL" clId="{16FF8E01-DE24-0F4F-A559-943D670B7764}" dt="2024-08-15T06:12:31.924" v="2533" actId="729"/>
        <pc:sldMkLst>
          <pc:docMk/>
          <pc:sldMk cId="538568147" sldId="265"/>
        </pc:sldMkLst>
        <pc:spChg chg="mod">
          <ac:chgData name="Ronnel D. Palenzuela" userId="27216d6f-a712-48da-bcb2-613e4bc945ac" providerId="ADAL" clId="{16FF8E01-DE24-0F4F-A559-943D670B7764}" dt="2024-08-14T14:55:35.293" v="832" actId="20577"/>
          <ac:spMkLst>
            <pc:docMk/>
            <pc:sldMk cId="538568147" sldId="265"/>
            <ac:spMk id="2" creationId="{1FD87645-D8E6-23DE-A822-448BF1054783}"/>
          </ac:spMkLst>
        </pc:spChg>
        <pc:spChg chg="mod">
          <ac:chgData name="Ronnel D. Palenzuela" userId="27216d6f-a712-48da-bcb2-613e4bc945ac" providerId="ADAL" clId="{16FF8E01-DE24-0F4F-A559-943D670B7764}" dt="2024-08-14T13:46:58.170" v="402" actId="113"/>
          <ac:spMkLst>
            <pc:docMk/>
            <pc:sldMk cId="538568147" sldId="265"/>
            <ac:spMk id="3" creationId="{F9E9654B-D8E5-22CA-371A-57FADD13842B}"/>
          </ac:spMkLst>
        </pc:spChg>
        <pc:picChg chg="add mod">
          <ac:chgData name="Ronnel D. Palenzuela" userId="27216d6f-a712-48da-bcb2-613e4bc945ac" providerId="ADAL" clId="{16FF8E01-DE24-0F4F-A559-943D670B7764}" dt="2024-08-14T14:08:52.904" v="652" actId="1076"/>
          <ac:picMkLst>
            <pc:docMk/>
            <pc:sldMk cId="538568147" sldId="265"/>
            <ac:picMk id="5" creationId="{70008023-F501-145C-0B44-5194C048510F}"/>
          </ac:picMkLst>
        </pc:picChg>
        <pc:picChg chg="add mod">
          <ac:chgData name="Ronnel D. Palenzuela" userId="27216d6f-a712-48da-bcb2-613e4bc945ac" providerId="ADAL" clId="{16FF8E01-DE24-0F4F-A559-943D670B7764}" dt="2024-08-14T14:08:59.711" v="656" actId="1076"/>
          <ac:picMkLst>
            <pc:docMk/>
            <pc:sldMk cId="538568147" sldId="265"/>
            <ac:picMk id="6" creationId="{24353777-D960-C968-46B2-C9D39EBD397E}"/>
          </ac:picMkLst>
        </pc:picChg>
        <pc:picChg chg="del">
          <ac:chgData name="Ronnel D. Palenzuela" userId="27216d6f-a712-48da-bcb2-613e4bc945ac" providerId="ADAL" clId="{16FF8E01-DE24-0F4F-A559-943D670B7764}" dt="2024-08-14T13:36:35.785" v="186" actId="478"/>
          <ac:picMkLst>
            <pc:docMk/>
            <pc:sldMk cId="538568147" sldId="265"/>
            <ac:picMk id="6" creationId="{E6F66661-8045-D9A5-7A22-9C32CFDC9130}"/>
          </ac:picMkLst>
        </pc:picChg>
        <pc:picChg chg="del">
          <ac:chgData name="Ronnel D. Palenzuela" userId="27216d6f-a712-48da-bcb2-613e4bc945ac" providerId="ADAL" clId="{16FF8E01-DE24-0F4F-A559-943D670B7764}" dt="2024-08-14T13:36:36.302" v="188" actId="478"/>
          <ac:picMkLst>
            <pc:docMk/>
            <pc:sldMk cId="538568147" sldId="265"/>
            <ac:picMk id="7" creationId="{034B6557-36A5-121F-76C7-3EA4B37D7CFA}"/>
          </ac:picMkLst>
        </pc:picChg>
        <pc:picChg chg="del">
          <ac:chgData name="Ronnel D. Palenzuela" userId="27216d6f-a712-48da-bcb2-613e4bc945ac" providerId="ADAL" clId="{16FF8E01-DE24-0F4F-A559-943D670B7764}" dt="2024-08-14T13:36:36.076" v="187" actId="478"/>
          <ac:picMkLst>
            <pc:docMk/>
            <pc:sldMk cId="538568147" sldId="265"/>
            <ac:picMk id="8" creationId="{1FB21C6D-D0A1-8AEB-319B-0296807954C0}"/>
          </ac:picMkLst>
        </pc:picChg>
        <pc:picChg chg="del">
          <ac:chgData name="Ronnel D. Palenzuela" userId="27216d6f-a712-48da-bcb2-613e4bc945ac" providerId="ADAL" clId="{16FF8E01-DE24-0F4F-A559-943D670B7764}" dt="2024-08-14T13:36:36.597" v="189" actId="478"/>
          <ac:picMkLst>
            <pc:docMk/>
            <pc:sldMk cId="538568147" sldId="265"/>
            <ac:picMk id="10" creationId="{DA4EB7EF-513D-C40D-5DC5-6B39809CDC00}"/>
          </ac:picMkLst>
        </pc:picChg>
      </pc:sldChg>
      <pc:sldChg chg="addSp delSp modSp add mod modShow modNotesTx">
        <pc:chgData name="Ronnel D. Palenzuela" userId="27216d6f-a712-48da-bcb2-613e4bc945ac" providerId="ADAL" clId="{16FF8E01-DE24-0F4F-A559-943D670B7764}" dt="2024-08-15T06:12:31.924" v="2533" actId="729"/>
        <pc:sldMkLst>
          <pc:docMk/>
          <pc:sldMk cId="1782960047" sldId="266"/>
        </pc:sldMkLst>
        <pc:spChg chg="mod">
          <ac:chgData name="Ronnel D. Palenzuela" userId="27216d6f-a712-48da-bcb2-613e4bc945ac" providerId="ADAL" clId="{16FF8E01-DE24-0F4F-A559-943D670B7764}" dt="2024-08-14T13:45:50.997" v="383" actId="20577"/>
          <ac:spMkLst>
            <pc:docMk/>
            <pc:sldMk cId="1782960047" sldId="266"/>
            <ac:spMk id="2" creationId="{1FD87645-D8E6-23DE-A822-448BF1054783}"/>
          </ac:spMkLst>
        </pc:spChg>
        <pc:spChg chg="mod">
          <ac:chgData name="Ronnel D. Palenzuela" userId="27216d6f-a712-48da-bcb2-613e4bc945ac" providerId="ADAL" clId="{16FF8E01-DE24-0F4F-A559-943D670B7764}" dt="2024-08-14T13:52:01.538" v="473" actId="207"/>
          <ac:spMkLst>
            <pc:docMk/>
            <pc:sldMk cId="1782960047" sldId="266"/>
            <ac:spMk id="3" creationId="{F9E9654B-D8E5-22CA-371A-57FADD13842B}"/>
          </ac:spMkLst>
        </pc:spChg>
        <pc:spChg chg="add mod">
          <ac:chgData name="Ronnel D. Palenzuela" userId="27216d6f-a712-48da-bcb2-613e4bc945ac" providerId="ADAL" clId="{16FF8E01-DE24-0F4F-A559-943D670B7764}" dt="2024-08-14T13:54:36.838" v="483" actId="1076"/>
          <ac:spMkLst>
            <pc:docMk/>
            <pc:sldMk cId="1782960047" sldId="266"/>
            <ac:spMk id="6" creationId="{D96DF1EF-8473-896F-2BBC-6D1558971D10}"/>
          </ac:spMkLst>
        </pc:spChg>
        <pc:picChg chg="del">
          <ac:chgData name="Ronnel D. Palenzuela" userId="27216d6f-a712-48da-bcb2-613e4bc945ac" providerId="ADAL" clId="{16FF8E01-DE24-0F4F-A559-943D670B7764}" dt="2024-08-14T13:45:55.174" v="384" actId="478"/>
          <ac:picMkLst>
            <pc:docMk/>
            <pc:sldMk cId="1782960047" sldId="266"/>
            <ac:picMk id="5" creationId="{70008023-F501-145C-0B44-5194C048510F}"/>
          </ac:picMkLst>
        </pc:picChg>
      </pc:sldChg>
      <pc:sldChg chg="add del">
        <pc:chgData name="Ronnel D. Palenzuela" userId="27216d6f-a712-48da-bcb2-613e4bc945ac" providerId="ADAL" clId="{16FF8E01-DE24-0F4F-A559-943D670B7764}" dt="2024-08-14T04:37:36.180" v="138" actId="2696"/>
        <pc:sldMkLst>
          <pc:docMk/>
          <pc:sldMk cId="3029220167" sldId="266"/>
        </pc:sldMkLst>
      </pc:sldChg>
      <pc:sldChg chg="modSp add mod modShow modNotesTx">
        <pc:chgData name="Ronnel D. Palenzuela" userId="27216d6f-a712-48da-bcb2-613e4bc945ac" providerId="ADAL" clId="{16FF8E01-DE24-0F4F-A559-943D670B7764}" dt="2024-08-15T06:12:31.924" v="2533" actId="729"/>
        <pc:sldMkLst>
          <pc:docMk/>
          <pc:sldMk cId="2149631211" sldId="267"/>
        </pc:sldMkLst>
        <pc:spChg chg="mod">
          <ac:chgData name="Ronnel D. Palenzuela" userId="27216d6f-a712-48da-bcb2-613e4bc945ac" providerId="ADAL" clId="{16FF8E01-DE24-0F4F-A559-943D670B7764}" dt="2024-08-14T15:58:59.103" v="1314" actId="11"/>
          <ac:spMkLst>
            <pc:docMk/>
            <pc:sldMk cId="2149631211" sldId="267"/>
            <ac:spMk id="3" creationId="{F9E9654B-D8E5-22CA-371A-57FADD13842B}"/>
          </ac:spMkLst>
        </pc:spChg>
      </pc:sldChg>
      <pc:sldChg chg="add del">
        <pc:chgData name="Ronnel D. Palenzuela" userId="27216d6f-a712-48da-bcb2-613e4bc945ac" providerId="ADAL" clId="{16FF8E01-DE24-0F4F-A559-943D670B7764}" dt="2024-08-14T13:54:04.562" v="479" actId="2696"/>
        <pc:sldMkLst>
          <pc:docMk/>
          <pc:sldMk cId="2717857131" sldId="267"/>
        </pc:sldMkLst>
      </pc:sldChg>
      <pc:sldChg chg="add del">
        <pc:chgData name="Ronnel D. Palenzuela" userId="27216d6f-a712-48da-bcb2-613e4bc945ac" providerId="ADAL" clId="{16FF8E01-DE24-0F4F-A559-943D670B7764}" dt="2024-08-14T04:37:36.180" v="138" actId="2696"/>
        <pc:sldMkLst>
          <pc:docMk/>
          <pc:sldMk cId="3285671655" sldId="267"/>
        </pc:sldMkLst>
      </pc:sldChg>
      <pc:sldChg chg="add del">
        <pc:chgData name="Ronnel D. Palenzuela" userId="27216d6f-a712-48da-bcb2-613e4bc945ac" providerId="ADAL" clId="{16FF8E01-DE24-0F4F-A559-943D670B7764}" dt="2024-08-14T13:54:30.391" v="482" actId="2696"/>
        <pc:sldMkLst>
          <pc:docMk/>
          <pc:sldMk cId="3367849497" sldId="267"/>
        </pc:sldMkLst>
      </pc:sldChg>
      <pc:sldChg chg="modSp add mod modShow modNotesTx">
        <pc:chgData name="Ronnel D. Palenzuela" userId="27216d6f-a712-48da-bcb2-613e4bc945ac" providerId="ADAL" clId="{16FF8E01-DE24-0F4F-A559-943D670B7764}" dt="2024-08-15T06:12:31.924" v="2533" actId="729"/>
        <pc:sldMkLst>
          <pc:docMk/>
          <pc:sldMk cId="155138258" sldId="268"/>
        </pc:sldMkLst>
        <pc:spChg chg="mod">
          <ac:chgData name="Ronnel D. Palenzuela" userId="27216d6f-a712-48da-bcb2-613e4bc945ac" providerId="ADAL" clId="{16FF8E01-DE24-0F4F-A559-943D670B7764}" dt="2024-08-14T15:59:15.816" v="1315" actId="11"/>
          <ac:spMkLst>
            <pc:docMk/>
            <pc:sldMk cId="155138258" sldId="268"/>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1637530094" sldId="268"/>
        </pc:sldMkLst>
      </pc:sldChg>
      <pc:sldChg chg="addSp modSp add mod ord modShow modNotesTx">
        <pc:chgData name="Ronnel D. Palenzuela" userId="27216d6f-a712-48da-bcb2-613e4bc945ac" providerId="ADAL" clId="{16FF8E01-DE24-0F4F-A559-943D670B7764}" dt="2024-08-15T06:12:31.924" v="2533" actId="729"/>
        <pc:sldMkLst>
          <pc:docMk/>
          <pc:sldMk cId="2831007090" sldId="269"/>
        </pc:sldMkLst>
        <pc:spChg chg="mod">
          <ac:chgData name="Ronnel D. Palenzuela" userId="27216d6f-a712-48da-bcb2-613e4bc945ac" providerId="ADAL" clId="{16FF8E01-DE24-0F4F-A559-943D670B7764}" dt="2024-08-14T14:10:47.606" v="696" actId="20577"/>
          <ac:spMkLst>
            <pc:docMk/>
            <pc:sldMk cId="2831007090" sldId="269"/>
            <ac:spMk id="2" creationId="{1FD87645-D8E6-23DE-A822-448BF1054783}"/>
          </ac:spMkLst>
        </pc:spChg>
        <pc:spChg chg="mod">
          <ac:chgData name="Ronnel D. Palenzuela" userId="27216d6f-a712-48da-bcb2-613e4bc945ac" providerId="ADAL" clId="{16FF8E01-DE24-0F4F-A559-943D670B7764}" dt="2024-08-14T14:16:06.339" v="778" actId="1076"/>
          <ac:spMkLst>
            <pc:docMk/>
            <pc:sldMk cId="2831007090" sldId="269"/>
            <ac:spMk id="3" creationId="{F9E9654B-D8E5-22CA-371A-57FADD13842B}"/>
          </ac:spMkLst>
        </pc:spChg>
        <pc:spChg chg="add mod">
          <ac:chgData name="Ronnel D. Palenzuela" userId="27216d6f-a712-48da-bcb2-613e4bc945ac" providerId="ADAL" clId="{16FF8E01-DE24-0F4F-A559-943D670B7764}" dt="2024-08-14T14:15:42.779" v="771" actId="113"/>
          <ac:spMkLst>
            <pc:docMk/>
            <pc:sldMk cId="2831007090" sldId="269"/>
            <ac:spMk id="4" creationId="{CB6DD4F9-08BE-3AF6-FDDC-AB693A0D38F1}"/>
          </ac:spMkLst>
        </pc:spChg>
      </pc:sldChg>
      <pc:sldChg chg="add del">
        <pc:chgData name="Ronnel D. Palenzuela" userId="27216d6f-a712-48da-bcb2-613e4bc945ac" providerId="ADAL" clId="{16FF8E01-DE24-0F4F-A559-943D670B7764}" dt="2024-08-14T04:37:36.180" v="138" actId="2696"/>
        <pc:sldMkLst>
          <pc:docMk/>
          <pc:sldMk cId="4018365145" sldId="269"/>
        </pc:sldMkLst>
      </pc:sldChg>
      <pc:sldChg chg="add del">
        <pc:chgData name="Ronnel D. Palenzuela" userId="27216d6f-a712-48da-bcb2-613e4bc945ac" providerId="ADAL" clId="{16FF8E01-DE24-0F4F-A559-943D670B7764}" dt="2024-08-14T04:37:36.180" v="138" actId="2696"/>
        <pc:sldMkLst>
          <pc:docMk/>
          <pc:sldMk cId="1107698705" sldId="270"/>
        </pc:sldMkLst>
      </pc:sldChg>
      <pc:sldChg chg="addSp delSp modSp add mod ord modShow modNotesTx">
        <pc:chgData name="Ronnel D. Palenzuela" userId="27216d6f-a712-48da-bcb2-613e4bc945ac" providerId="ADAL" clId="{16FF8E01-DE24-0F4F-A559-943D670B7764}" dt="2024-08-15T06:12:31.924" v="2533" actId="729"/>
        <pc:sldMkLst>
          <pc:docMk/>
          <pc:sldMk cId="2073403413" sldId="270"/>
        </pc:sldMkLst>
        <pc:spChg chg="mod">
          <ac:chgData name="Ronnel D. Palenzuela" userId="27216d6f-a712-48da-bcb2-613e4bc945ac" providerId="ADAL" clId="{16FF8E01-DE24-0F4F-A559-943D670B7764}" dt="2024-08-14T14:55:39.952" v="834" actId="20577"/>
          <ac:spMkLst>
            <pc:docMk/>
            <pc:sldMk cId="2073403413" sldId="270"/>
            <ac:spMk id="2" creationId="{1FD87645-D8E6-23DE-A822-448BF1054783}"/>
          </ac:spMkLst>
        </pc:spChg>
        <pc:spChg chg="mod">
          <ac:chgData name="Ronnel D. Palenzuela" userId="27216d6f-a712-48da-bcb2-613e4bc945ac" providerId="ADAL" clId="{16FF8E01-DE24-0F4F-A559-943D670B7764}" dt="2024-08-14T15:31:54.057" v="880" actId="207"/>
          <ac:spMkLst>
            <pc:docMk/>
            <pc:sldMk cId="2073403413" sldId="270"/>
            <ac:spMk id="3" creationId="{F9E9654B-D8E5-22CA-371A-57FADD13842B}"/>
          </ac:spMkLst>
        </pc:spChg>
        <pc:picChg chg="add del mod">
          <ac:chgData name="Ronnel D. Palenzuela" userId="27216d6f-a712-48da-bcb2-613e4bc945ac" providerId="ADAL" clId="{16FF8E01-DE24-0F4F-A559-943D670B7764}" dt="2024-08-14T15:09:23.422" v="836" actId="478"/>
          <ac:picMkLst>
            <pc:docMk/>
            <pc:sldMk cId="2073403413" sldId="270"/>
            <ac:picMk id="4" creationId="{369191B6-2A1C-3113-9BFD-747A4657F8D7}"/>
          </ac:picMkLst>
        </pc:picChg>
        <pc:picChg chg="del">
          <ac:chgData name="Ronnel D. Palenzuela" userId="27216d6f-a712-48da-bcb2-613e4bc945ac" providerId="ADAL" clId="{16FF8E01-DE24-0F4F-A559-943D670B7764}" dt="2024-08-14T14:53:40.293" v="791" actId="478"/>
          <ac:picMkLst>
            <pc:docMk/>
            <pc:sldMk cId="2073403413" sldId="270"/>
            <ac:picMk id="5" creationId="{70008023-F501-145C-0B44-5194C048510F}"/>
          </ac:picMkLst>
        </pc:picChg>
        <pc:picChg chg="del">
          <ac:chgData name="Ronnel D. Palenzuela" userId="27216d6f-a712-48da-bcb2-613e4bc945ac" providerId="ADAL" clId="{16FF8E01-DE24-0F4F-A559-943D670B7764}" dt="2024-08-14T14:53:41.454" v="792" actId="478"/>
          <ac:picMkLst>
            <pc:docMk/>
            <pc:sldMk cId="2073403413" sldId="270"/>
            <ac:picMk id="6" creationId="{24353777-D960-C968-46B2-C9D39EBD397E}"/>
          </ac:picMkLst>
        </pc:picChg>
        <pc:picChg chg="add del mod">
          <ac:chgData name="Ronnel D. Palenzuela" userId="27216d6f-a712-48da-bcb2-613e4bc945ac" providerId="ADAL" clId="{16FF8E01-DE24-0F4F-A559-943D670B7764}" dt="2024-08-14T15:09:24.556" v="837" actId="478"/>
          <ac:picMkLst>
            <pc:docMk/>
            <pc:sldMk cId="2073403413" sldId="270"/>
            <ac:picMk id="7" creationId="{CFF5A6F2-A391-E973-A9F9-EEAEDEBC41C8}"/>
          </ac:picMkLst>
        </pc:picChg>
        <pc:picChg chg="add del mod">
          <ac:chgData name="Ronnel D. Palenzuela" userId="27216d6f-a712-48da-bcb2-613e4bc945ac" providerId="ADAL" clId="{16FF8E01-DE24-0F4F-A559-943D670B7764}" dt="2024-08-14T15:38:21.939" v="921"/>
          <ac:picMkLst>
            <pc:docMk/>
            <pc:sldMk cId="2073403413" sldId="270"/>
            <ac:picMk id="8" creationId="{7628CA4E-3E92-F09C-D2FD-C46202C5E649}"/>
          </ac:picMkLst>
        </pc:picChg>
        <pc:picChg chg="add mod">
          <ac:chgData name="Ronnel D. Palenzuela" userId="27216d6f-a712-48da-bcb2-613e4bc945ac" providerId="ADAL" clId="{16FF8E01-DE24-0F4F-A559-943D670B7764}" dt="2024-08-14T15:34:34.583" v="908" actId="1076"/>
          <ac:picMkLst>
            <pc:docMk/>
            <pc:sldMk cId="2073403413" sldId="270"/>
            <ac:picMk id="9" creationId="{FFA2BE38-0E04-5FB6-310F-C9B71C57486B}"/>
          </ac:picMkLst>
        </pc:picChg>
        <pc:picChg chg="add mod">
          <ac:chgData name="Ronnel D. Palenzuela" userId="27216d6f-a712-48da-bcb2-613e4bc945ac" providerId="ADAL" clId="{16FF8E01-DE24-0F4F-A559-943D670B7764}" dt="2024-08-14T15:34:23.881" v="905" actId="1076"/>
          <ac:picMkLst>
            <pc:docMk/>
            <pc:sldMk cId="2073403413" sldId="270"/>
            <ac:picMk id="10" creationId="{667804E6-901E-3F8A-8E71-F3840CE73713}"/>
          </ac:picMkLst>
        </pc:picChg>
      </pc:sldChg>
      <pc:sldChg chg="addSp delSp modSp add mod modShow modNotesTx">
        <pc:chgData name="Ronnel D. Palenzuela" userId="27216d6f-a712-48da-bcb2-613e4bc945ac" providerId="ADAL" clId="{16FF8E01-DE24-0F4F-A559-943D670B7764}" dt="2024-08-15T06:12:31.924" v="2533" actId="729"/>
        <pc:sldMkLst>
          <pc:docMk/>
          <pc:sldMk cId="2406508294" sldId="271"/>
        </pc:sldMkLst>
        <pc:spChg chg="mod">
          <ac:chgData name="Ronnel D. Palenzuela" userId="27216d6f-a712-48da-bcb2-613e4bc945ac" providerId="ADAL" clId="{16FF8E01-DE24-0F4F-A559-943D670B7764}" dt="2024-08-14T15:45:04.117" v="1046" actId="20577"/>
          <ac:spMkLst>
            <pc:docMk/>
            <pc:sldMk cId="2406508294" sldId="271"/>
            <ac:spMk id="3" creationId="{F9E9654B-D8E5-22CA-371A-57FADD13842B}"/>
          </ac:spMkLst>
        </pc:spChg>
        <pc:spChg chg="add del">
          <ac:chgData name="Ronnel D. Palenzuela" userId="27216d6f-a712-48da-bcb2-613e4bc945ac" providerId="ADAL" clId="{16FF8E01-DE24-0F4F-A559-943D670B7764}" dt="2024-08-14T15:35:02.613" v="915" actId="22"/>
          <ac:spMkLst>
            <pc:docMk/>
            <pc:sldMk cId="2406508294" sldId="271"/>
            <ac:spMk id="5" creationId="{4142F3C9-0F99-D487-F109-5D1080BCD242}"/>
          </ac:spMkLst>
        </pc:spChg>
        <pc:spChg chg="add mod">
          <ac:chgData name="Ronnel D. Palenzuela" userId="27216d6f-a712-48da-bcb2-613e4bc945ac" providerId="ADAL" clId="{16FF8E01-DE24-0F4F-A559-943D670B7764}" dt="2024-08-14T15:35:21.596" v="919" actId="1076"/>
          <ac:spMkLst>
            <pc:docMk/>
            <pc:sldMk cId="2406508294" sldId="271"/>
            <ac:spMk id="7" creationId="{59101826-B0CF-114B-0320-F5905D2B047C}"/>
          </ac:spMkLst>
        </pc:spChg>
        <pc:picChg chg="del">
          <ac:chgData name="Ronnel D. Palenzuela" userId="27216d6f-a712-48da-bcb2-613e4bc945ac" providerId="ADAL" clId="{16FF8E01-DE24-0F4F-A559-943D670B7764}" dt="2024-08-14T15:34:53.519" v="911" actId="478"/>
          <ac:picMkLst>
            <pc:docMk/>
            <pc:sldMk cId="2406508294" sldId="271"/>
            <ac:picMk id="8" creationId="{7628CA4E-3E92-F09C-D2FD-C46202C5E649}"/>
          </ac:picMkLst>
        </pc:picChg>
        <pc:picChg chg="del">
          <ac:chgData name="Ronnel D. Palenzuela" userId="27216d6f-a712-48da-bcb2-613e4bc945ac" providerId="ADAL" clId="{16FF8E01-DE24-0F4F-A559-943D670B7764}" dt="2024-08-14T15:34:52.857" v="910" actId="478"/>
          <ac:picMkLst>
            <pc:docMk/>
            <pc:sldMk cId="2406508294" sldId="271"/>
            <ac:picMk id="9" creationId="{FFA2BE38-0E04-5FB6-310F-C9B71C57486B}"/>
          </ac:picMkLst>
        </pc:picChg>
        <pc:picChg chg="del">
          <ac:chgData name="Ronnel D. Palenzuela" userId="27216d6f-a712-48da-bcb2-613e4bc945ac" providerId="ADAL" clId="{16FF8E01-DE24-0F4F-A559-943D670B7764}" dt="2024-08-14T15:34:53.775" v="912" actId="478"/>
          <ac:picMkLst>
            <pc:docMk/>
            <pc:sldMk cId="2406508294" sldId="271"/>
            <ac:picMk id="10" creationId="{667804E6-901E-3F8A-8E71-F3840CE73713}"/>
          </ac:picMkLst>
        </pc:picChg>
        <pc:picChg chg="add del mod">
          <ac:chgData name="Ronnel D. Palenzuela" userId="27216d6f-a712-48da-bcb2-613e4bc945ac" providerId="ADAL" clId="{16FF8E01-DE24-0F4F-A559-943D670B7764}" dt="2024-08-14T15:40:56.703" v="965" actId="478"/>
          <ac:picMkLst>
            <pc:docMk/>
            <pc:sldMk cId="2406508294" sldId="271"/>
            <ac:picMk id="11" creationId="{7451C57A-98EA-DF71-2373-89D7F90904CF}"/>
          </ac:picMkLst>
        </pc:picChg>
      </pc:sldChg>
      <pc:sldChg chg="add del">
        <pc:chgData name="Ronnel D. Palenzuela" userId="27216d6f-a712-48da-bcb2-613e4bc945ac" providerId="ADAL" clId="{16FF8E01-DE24-0F4F-A559-943D670B7764}" dt="2024-08-14T04:37:36.180" v="138" actId="2696"/>
        <pc:sldMkLst>
          <pc:docMk/>
          <pc:sldMk cId="4120804606" sldId="271"/>
        </pc:sldMkLst>
      </pc:sldChg>
      <pc:sldChg chg="add del">
        <pc:chgData name="Ronnel D. Palenzuela" userId="27216d6f-a712-48da-bcb2-613e4bc945ac" providerId="ADAL" clId="{16FF8E01-DE24-0F4F-A559-943D670B7764}" dt="2024-08-14T04:37:36.180" v="138" actId="2696"/>
        <pc:sldMkLst>
          <pc:docMk/>
          <pc:sldMk cId="2005021045" sldId="272"/>
        </pc:sldMkLst>
      </pc:sldChg>
      <pc:sldChg chg="modSp add mod modShow modNotesTx">
        <pc:chgData name="Ronnel D. Palenzuela" userId="27216d6f-a712-48da-bcb2-613e4bc945ac" providerId="ADAL" clId="{16FF8E01-DE24-0F4F-A559-943D670B7764}" dt="2024-08-15T06:12:31.924" v="2533" actId="729"/>
        <pc:sldMkLst>
          <pc:docMk/>
          <pc:sldMk cId="2217730064" sldId="272"/>
        </pc:sldMkLst>
        <pc:spChg chg="mod">
          <ac:chgData name="Ronnel D. Palenzuela" userId="27216d6f-a712-48da-bcb2-613e4bc945ac" providerId="ADAL" clId="{16FF8E01-DE24-0F4F-A559-943D670B7764}" dt="2024-08-14T15:59:35.416" v="1316" actId="11"/>
          <ac:spMkLst>
            <pc:docMk/>
            <pc:sldMk cId="2217730064" sldId="272"/>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716507679" sldId="273"/>
        </pc:sldMkLst>
      </pc:sldChg>
      <pc:sldChg chg="modSp add mod ord modShow modNotesTx">
        <pc:chgData name="Ronnel D. Palenzuela" userId="27216d6f-a712-48da-bcb2-613e4bc945ac" providerId="ADAL" clId="{16FF8E01-DE24-0F4F-A559-943D670B7764}" dt="2024-08-15T06:12:31.924" v="2533" actId="729"/>
        <pc:sldMkLst>
          <pc:docMk/>
          <pc:sldMk cId="1773650369" sldId="273"/>
        </pc:sldMkLst>
        <pc:spChg chg="mod">
          <ac:chgData name="Ronnel D. Palenzuela" userId="27216d6f-a712-48da-bcb2-613e4bc945ac" providerId="ADAL" clId="{16FF8E01-DE24-0F4F-A559-943D670B7764}" dt="2024-08-14T15:59:48.974" v="1318" actId="11"/>
          <ac:spMkLst>
            <pc:docMk/>
            <pc:sldMk cId="1773650369" sldId="273"/>
            <ac:spMk id="3" creationId="{F9E9654B-D8E5-22CA-371A-57FADD13842B}"/>
          </ac:spMkLst>
        </pc:spChg>
      </pc:sldChg>
      <pc:sldChg chg="add del ord">
        <pc:chgData name="Ronnel D. Palenzuela" userId="27216d6f-a712-48da-bcb2-613e4bc945ac" providerId="ADAL" clId="{16FF8E01-DE24-0F4F-A559-943D670B7764}" dt="2024-08-14T16:09:44.931" v="1436" actId="2696"/>
        <pc:sldMkLst>
          <pc:docMk/>
          <pc:sldMk cId="415108391" sldId="274"/>
        </pc:sldMkLst>
      </pc:sldChg>
      <pc:sldChg chg="addSp modSp add mod modNotesTx">
        <pc:chgData name="Ronnel D. Palenzuela" userId="27216d6f-a712-48da-bcb2-613e4bc945ac" providerId="ADAL" clId="{16FF8E01-DE24-0F4F-A559-943D670B7764}" dt="2024-08-14T17:35:56.996" v="2348" actId="207"/>
        <pc:sldMkLst>
          <pc:docMk/>
          <pc:sldMk cId="3520817057" sldId="274"/>
        </pc:sldMkLst>
        <pc:spChg chg="mod">
          <ac:chgData name="Ronnel D. Palenzuela" userId="27216d6f-a712-48da-bcb2-613e4bc945ac" providerId="ADAL" clId="{16FF8E01-DE24-0F4F-A559-943D670B7764}" dt="2024-08-14T16:34:48.838" v="1740" actId="1076"/>
          <ac:spMkLst>
            <pc:docMk/>
            <pc:sldMk cId="3520817057" sldId="274"/>
            <ac:spMk id="2" creationId="{4B9DC0FD-E73C-26A6-891F-61B461076958}"/>
          </ac:spMkLst>
        </pc:spChg>
        <pc:spChg chg="add mod">
          <ac:chgData name="Ronnel D. Palenzuela" userId="27216d6f-a712-48da-bcb2-613e4bc945ac" providerId="ADAL" clId="{16FF8E01-DE24-0F4F-A559-943D670B7764}" dt="2024-08-14T17:35:56.996" v="2348" actId="207"/>
          <ac:spMkLst>
            <pc:docMk/>
            <pc:sldMk cId="3520817057" sldId="274"/>
            <ac:spMk id="4" creationId="{02334A40-A4A9-25FE-DC7A-9B1C1C6A0886}"/>
          </ac:spMkLst>
        </pc:spChg>
      </pc:sldChg>
      <pc:sldChg chg="addSp delSp modSp add del mod">
        <pc:chgData name="Ronnel D. Palenzuela" userId="27216d6f-a712-48da-bcb2-613e4bc945ac" providerId="ADAL" clId="{16FF8E01-DE24-0F4F-A559-943D670B7764}" dt="2024-08-14T16:15:45.956" v="1532" actId="2696"/>
        <pc:sldMkLst>
          <pc:docMk/>
          <pc:sldMk cId="2172138736" sldId="275"/>
        </pc:sldMkLst>
        <pc:spChg chg="mod">
          <ac:chgData name="Ronnel D. Palenzuela" userId="27216d6f-a712-48da-bcb2-613e4bc945ac" providerId="ADAL" clId="{16FF8E01-DE24-0F4F-A559-943D670B7764}" dt="2024-08-14T16:15:14.648" v="1524" actId="20577"/>
          <ac:spMkLst>
            <pc:docMk/>
            <pc:sldMk cId="2172138736" sldId="275"/>
            <ac:spMk id="2" creationId="{1FD87645-D8E6-23DE-A822-448BF1054783}"/>
          </ac:spMkLst>
        </pc:spChg>
        <pc:spChg chg="mod">
          <ac:chgData name="Ronnel D. Palenzuela" userId="27216d6f-a712-48da-bcb2-613e4bc945ac" providerId="ADAL" clId="{16FF8E01-DE24-0F4F-A559-943D670B7764}" dt="2024-08-14T16:15:40.915" v="1531"/>
          <ac:spMkLst>
            <pc:docMk/>
            <pc:sldMk cId="2172138736" sldId="275"/>
            <ac:spMk id="3" creationId="{F9E9654B-D8E5-22CA-371A-57FADD13842B}"/>
          </ac:spMkLst>
        </pc:spChg>
        <pc:picChg chg="add del mod">
          <ac:chgData name="Ronnel D. Palenzuela" userId="27216d6f-a712-48da-bcb2-613e4bc945ac" providerId="ADAL" clId="{16FF8E01-DE24-0F4F-A559-943D670B7764}" dt="2024-08-14T16:15:16.283" v="1525" actId="478"/>
          <ac:picMkLst>
            <pc:docMk/>
            <pc:sldMk cId="2172138736" sldId="275"/>
            <ac:picMk id="4" creationId="{3DD2775A-1217-7607-D818-9986C2B95701}"/>
          </ac:picMkLst>
        </pc:picChg>
        <pc:picChg chg="del">
          <ac:chgData name="Ronnel D. Palenzuela" userId="27216d6f-a712-48da-bcb2-613e4bc945ac" providerId="ADAL" clId="{16FF8E01-DE24-0F4F-A559-943D670B7764}" dt="2024-08-14T16:10:15.858" v="1472" actId="478"/>
          <ac:picMkLst>
            <pc:docMk/>
            <pc:sldMk cId="2172138736" sldId="275"/>
            <ac:picMk id="8" creationId="{7628CA4E-3E92-F09C-D2FD-C46202C5E649}"/>
          </ac:picMkLst>
        </pc:picChg>
        <pc:picChg chg="del">
          <ac:chgData name="Ronnel D. Palenzuela" userId="27216d6f-a712-48da-bcb2-613e4bc945ac" providerId="ADAL" clId="{16FF8E01-DE24-0F4F-A559-943D670B7764}" dt="2024-08-14T16:10:15.605" v="1471" actId="478"/>
          <ac:picMkLst>
            <pc:docMk/>
            <pc:sldMk cId="2172138736" sldId="275"/>
            <ac:picMk id="9" creationId="{FFA2BE38-0E04-5FB6-310F-C9B71C57486B}"/>
          </ac:picMkLst>
        </pc:picChg>
        <pc:picChg chg="del">
          <ac:chgData name="Ronnel D. Palenzuela" userId="27216d6f-a712-48da-bcb2-613e4bc945ac" providerId="ADAL" clId="{16FF8E01-DE24-0F4F-A559-943D670B7764}" dt="2024-08-14T16:10:16.066" v="1473" actId="478"/>
          <ac:picMkLst>
            <pc:docMk/>
            <pc:sldMk cId="2172138736" sldId="275"/>
            <ac:picMk id="10" creationId="{667804E6-901E-3F8A-8E71-F3840CE73713}"/>
          </ac:picMkLst>
        </pc:picChg>
      </pc:sldChg>
      <pc:sldChg chg="add del">
        <pc:chgData name="Ronnel D. Palenzuela" userId="27216d6f-a712-48da-bcb2-613e4bc945ac" providerId="ADAL" clId="{16FF8E01-DE24-0F4F-A559-943D670B7764}" dt="2024-08-14T04:37:36.180" v="138" actId="2696"/>
        <pc:sldMkLst>
          <pc:docMk/>
          <pc:sldMk cId="4070147815" sldId="275"/>
        </pc:sldMkLst>
      </pc:sldChg>
      <pc:sldChg chg="modSp add mod ord modNotesTx">
        <pc:chgData name="Ronnel D. Palenzuela" userId="27216d6f-a712-48da-bcb2-613e4bc945ac" providerId="ADAL" clId="{16FF8E01-DE24-0F4F-A559-943D670B7764}" dt="2024-08-14T16:34:54.089" v="1743" actId="20577"/>
        <pc:sldMkLst>
          <pc:docMk/>
          <pc:sldMk cId="2154677164" sldId="276"/>
        </pc:sldMkLst>
        <pc:spChg chg="mod">
          <ac:chgData name="Ronnel D. Palenzuela" userId="27216d6f-a712-48da-bcb2-613e4bc945ac" providerId="ADAL" clId="{16FF8E01-DE24-0F4F-A559-943D670B7764}" dt="2024-08-14T16:34:54.089" v="1743" actId="20577"/>
          <ac:spMkLst>
            <pc:docMk/>
            <pc:sldMk cId="2154677164" sldId="276"/>
            <ac:spMk id="2" creationId="{1FD87645-D8E6-23DE-A822-448BF1054783}"/>
          </ac:spMkLst>
        </pc:spChg>
        <pc:spChg chg="mod">
          <ac:chgData name="Ronnel D. Palenzuela" userId="27216d6f-a712-48da-bcb2-613e4bc945ac" providerId="ADAL" clId="{16FF8E01-DE24-0F4F-A559-943D670B7764}" dt="2024-08-14T16:15:04.817" v="1513" actId="207"/>
          <ac:spMkLst>
            <pc:docMk/>
            <pc:sldMk cId="2154677164" sldId="276"/>
            <ac:spMk id="3" creationId="{F9E9654B-D8E5-22CA-371A-57FADD13842B}"/>
          </ac:spMkLst>
        </pc:spChg>
      </pc:sldChg>
      <pc:sldChg chg="add del">
        <pc:chgData name="Ronnel D. Palenzuela" userId="27216d6f-a712-48da-bcb2-613e4bc945ac" providerId="ADAL" clId="{16FF8E01-DE24-0F4F-A559-943D670B7764}" dt="2024-08-14T04:37:36.180" v="138" actId="2696"/>
        <pc:sldMkLst>
          <pc:docMk/>
          <pc:sldMk cId="3621742425" sldId="276"/>
        </pc:sldMkLst>
      </pc:sldChg>
      <pc:sldChg chg="add del">
        <pc:chgData name="Ronnel D. Palenzuela" userId="27216d6f-a712-48da-bcb2-613e4bc945ac" providerId="ADAL" clId="{16FF8E01-DE24-0F4F-A559-943D670B7764}" dt="2024-08-14T04:37:36.180" v="138" actId="2696"/>
        <pc:sldMkLst>
          <pc:docMk/>
          <pc:sldMk cId="908275361" sldId="277"/>
        </pc:sldMkLst>
      </pc:sldChg>
      <pc:sldChg chg="addSp delSp modSp add mod modNotesTx">
        <pc:chgData name="Ronnel D. Palenzuela" userId="27216d6f-a712-48da-bcb2-613e4bc945ac" providerId="ADAL" clId="{16FF8E01-DE24-0F4F-A559-943D670B7764}" dt="2024-08-14T16:24:40.231" v="1652"/>
        <pc:sldMkLst>
          <pc:docMk/>
          <pc:sldMk cId="1655093992" sldId="277"/>
        </pc:sldMkLst>
        <pc:spChg chg="mod">
          <ac:chgData name="Ronnel D. Palenzuela" userId="27216d6f-a712-48da-bcb2-613e4bc945ac" providerId="ADAL" clId="{16FF8E01-DE24-0F4F-A559-943D670B7764}" dt="2024-08-14T16:15:53.933" v="1548" actId="20577"/>
          <ac:spMkLst>
            <pc:docMk/>
            <pc:sldMk cId="1655093992" sldId="277"/>
            <ac:spMk id="2" creationId="{1FD87645-D8E6-23DE-A822-448BF1054783}"/>
          </ac:spMkLst>
        </pc:spChg>
        <pc:spChg chg="mod">
          <ac:chgData name="Ronnel D. Palenzuela" userId="27216d6f-a712-48da-bcb2-613e4bc945ac" providerId="ADAL" clId="{16FF8E01-DE24-0F4F-A559-943D670B7764}" dt="2024-08-14T16:16:03.761" v="1554" actId="207"/>
          <ac:spMkLst>
            <pc:docMk/>
            <pc:sldMk cId="1655093992" sldId="277"/>
            <ac:spMk id="3" creationId="{F9E9654B-D8E5-22CA-371A-57FADD13842B}"/>
          </ac:spMkLst>
        </pc:spChg>
        <pc:picChg chg="del">
          <ac:chgData name="Ronnel D. Palenzuela" userId="27216d6f-a712-48da-bcb2-613e4bc945ac" providerId="ADAL" clId="{16FF8E01-DE24-0F4F-A559-943D670B7764}" dt="2024-08-14T16:15:49.738" v="1534" actId="478"/>
          <ac:picMkLst>
            <pc:docMk/>
            <pc:sldMk cId="1655093992" sldId="277"/>
            <ac:picMk id="4" creationId="{3DD2775A-1217-7607-D818-9986C2B95701}"/>
          </ac:picMkLst>
        </pc:picChg>
        <pc:picChg chg="add mod">
          <ac:chgData name="Ronnel D. Palenzuela" userId="27216d6f-a712-48da-bcb2-613e4bc945ac" providerId="ADAL" clId="{16FF8E01-DE24-0F4F-A559-943D670B7764}" dt="2024-08-14T16:22:20.410" v="1645" actId="1076"/>
          <ac:picMkLst>
            <pc:docMk/>
            <pc:sldMk cId="1655093992" sldId="277"/>
            <ac:picMk id="5" creationId="{21F98874-7EDA-6F8F-7A52-E913F2501EF4}"/>
          </ac:picMkLst>
        </pc:picChg>
        <pc:picChg chg="add mod">
          <ac:chgData name="Ronnel D. Palenzuela" userId="27216d6f-a712-48da-bcb2-613e4bc945ac" providerId="ADAL" clId="{16FF8E01-DE24-0F4F-A559-943D670B7764}" dt="2024-08-14T16:22:19.327" v="1644" actId="1076"/>
          <ac:picMkLst>
            <pc:docMk/>
            <pc:sldMk cId="1655093992" sldId="277"/>
            <ac:picMk id="6" creationId="{AB87846A-7FEB-769F-7BA7-C9DDDB124761}"/>
          </ac:picMkLst>
        </pc:picChg>
      </pc:sldChg>
      <pc:sldChg chg="add del">
        <pc:chgData name="Ronnel D. Palenzuela" userId="27216d6f-a712-48da-bcb2-613e4bc945ac" providerId="ADAL" clId="{16FF8E01-DE24-0F4F-A559-943D670B7764}" dt="2024-08-14T04:37:36.180" v="138" actId="2696"/>
        <pc:sldMkLst>
          <pc:docMk/>
          <pc:sldMk cId="928633288" sldId="278"/>
        </pc:sldMkLst>
      </pc:sldChg>
      <pc:sldChg chg="addSp delSp modSp add mod modNotesTx">
        <pc:chgData name="Ronnel D. Palenzuela" userId="27216d6f-a712-48da-bcb2-613e4bc945ac" providerId="ADAL" clId="{16FF8E01-DE24-0F4F-A559-943D670B7764}" dt="2024-08-14T16:25:33.500" v="1670"/>
        <pc:sldMkLst>
          <pc:docMk/>
          <pc:sldMk cId="1084106175" sldId="278"/>
        </pc:sldMkLst>
        <pc:spChg chg="mod">
          <ac:chgData name="Ronnel D. Palenzuela" userId="27216d6f-a712-48da-bcb2-613e4bc945ac" providerId="ADAL" clId="{16FF8E01-DE24-0F4F-A559-943D670B7764}" dt="2024-08-14T16:16:15.683" v="1568" actId="20577"/>
          <ac:spMkLst>
            <pc:docMk/>
            <pc:sldMk cId="1084106175" sldId="278"/>
            <ac:spMk id="2" creationId="{1FD87645-D8E6-23DE-A822-448BF1054783}"/>
          </ac:spMkLst>
        </pc:spChg>
        <pc:spChg chg="mod">
          <ac:chgData name="Ronnel D. Palenzuela" userId="27216d6f-a712-48da-bcb2-613e4bc945ac" providerId="ADAL" clId="{16FF8E01-DE24-0F4F-A559-943D670B7764}" dt="2024-08-14T16:18:13.356" v="1628" actId="207"/>
          <ac:spMkLst>
            <pc:docMk/>
            <pc:sldMk cId="1084106175" sldId="278"/>
            <ac:spMk id="3" creationId="{F9E9654B-D8E5-22CA-371A-57FADD13842B}"/>
          </ac:spMkLst>
        </pc:spChg>
        <pc:spChg chg="add del">
          <ac:chgData name="Ronnel D. Palenzuela" userId="27216d6f-a712-48da-bcb2-613e4bc945ac" providerId="ADAL" clId="{16FF8E01-DE24-0F4F-A559-943D670B7764}" dt="2024-08-14T16:17:30.269" v="1608" actId="22"/>
          <ac:spMkLst>
            <pc:docMk/>
            <pc:sldMk cId="1084106175" sldId="278"/>
            <ac:spMk id="5" creationId="{161974CA-D17A-C7C9-D387-4B786DACE39F}"/>
          </ac:spMkLst>
        </pc:spChg>
        <pc:picChg chg="add mod">
          <ac:chgData name="Ronnel D. Palenzuela" userId="27216d6f-a712-48da-bcb2-613e4bc945ac" providerId="ADAL" clId="{16FF8E01-DE24-0F4F-A559-943D670B7764}" dt="2024-08-14T16:24:18.313" v="1650" actId="1076"/>
          <ac:picMkLst>
            <pc:docMk/>
            <pc:sldMk cId="1084106175" sldId="278"/>
            <ac:picMk id="6" creationId="{1DBAEE34-611C-C72E-D674-1D598742FCFC}"/>
          </ac:picMkLst>
        </pc:picChg>
      </pc:sldChg>
      <pc:sldChg chg="addSp delSp modSp add mod modNotesTx">
        <pc:chgData name="Ronnel D. Palenzuela" userId="27216d6f-a712-48da-bcb2-613e4bc945ac" providerId="ADAL" clId="{16FF8E01-DE24-0F4F-A559-943D670B7764}" dt="2024-08-14T16:28:49.228" v="1688" actId="1076"/>
        <pc:sldMkLst>
          <pc:docMk/>
          <pc:sldMk cId="562485659" sldId="279"/>
        </pc:sldMkLst>
        <pc:spChg chg="mod">
          <ac:chgData name="Ronnel D. Palenzuela" userId="27216d6f-a712-48da-bcb2-613e4bc945ac" providerId="ADAL" clId="{16FF8E01-DE24-0F4F-A559-943D670B7764}" dt="2024-08-14T16:16:20.804" v="1575" actId="20577"/>
          <ac:spMkLst>
            <pc:docMk/>
            <pc:sldMk cId="562485659" sldId="279"/>
            <ac:spMk id="2" creationId="{1FD87645-D8E6-23DE-A822-448BF1054783}"/>
          </ac:spMkLst>
        </pc:spChg>
        <pc:spChg chg="add del mod">
          <ac:chgData name="Ronnel D. Palenzuela" userId="27216d6f-a712-48da-bcb2-613e4bc945ac" providerId="ADAL" clId="{16FF8E01-DE24-0F4F-A559-943D670B7764}" dt="2024-08-14T16:18:17.416" v="1630" actId="207"/>
          <ac:spMkLst>
            <pc:docMk/>
            <pc:sldMk cId="562485659" sldId="279"/>
            <ac:spMk id="3" creationId="{F9E9654B-D8E5-22CA-371A-57FADD13842B}"/>
          </ac:spMkLst>
        </pc:spChg>
        <pc:spChg chg="add del mod">
          <ac:chgData name="Ronnel D. Palenzuela" userId="27216d6f-a712-48da-bcb2-613e4bc945ac" providerId="ADAL" clId="{16FF8E01-DE24-0F4F-A559-943D670B7764}" dt="2024-08-14T16:17:08.500" v="1600" actId="478"/>
          <ac:spMkLst>
            <pc:docMk/>
            <pc:sldMk cId="562485659" sldId="279"/>
            <ac:spMk id="5" creationId="{C512883A-C3F1-9C1D-1BC0-B118C33FB485}"/>
          </ac:spMkLst>
        </pc:spChg>
        <pc:picChg chg="add mod">
          <ac:chgData name="Ronnel D. Palenzuela" userId="27216d6f-a712-48da-bcb2-613e4bc945ac" providerId="ADAL" clId="{16FF8E01-DE24-0F4F-A559-943D670B7764}" dt="2024-08-14T16:28:47.407" v="1687" actId="1076"/>
          <ac:picMkLst>
            <pc:docMk/>
            <pc:sldMk cId="562485659" sldId="279"/>
            <ac:picMk id="6" creationId="{25F73CC1-53BA-4567-E3BA-1C63F2D9CE93}"/>
          </ac:picMkLst>
        </pc:picChg>
        <pc:picChg chg="add mod">
          <ac:chgData name="Ronnel D. Palenzuela" userId="27216d6f-a712-48da-bcb2-613e4bc945ac" providerId="ADAL" clId="{16FF8E01-DE24-0F4F-A559-943D670B7764}" dt="2024-08-14T16:28:49.228" v="1688" actId="1076"/>
          <ac:picMkLst>
            <pc:docMk/>
            <pc:sldMk cId="562485659" sldId="279"/>
            <ac:picMk id="7" creationId="{3FAF6F31-D00C-5848-28EC-E4192A65B293}"/>
          </ac:picMkLst>
        </pc:picChg>
      </pc:sldChg>
      <pc:sldChg chg="add del">
        <pc:chgData name="Ronnel D. Palenzuela" userId="27216d6f-a712-48da-bcb2-613e4bc945ac" providerId="ADAL" clId="{16FF8E01-DE24-0F4F-A559-943D670B7764}" dt="2024-08-14T04:37:36.180" v="138" actId="2696"/>
        <pc:sldMkLst>
          <pc:docMk/>
          <pc:sldMk cId="2220697961" sldId="279"/>
        </pc:sldMkLst>
      </pc:sldChg>
      <pc:sldChg chg="addSp modSp add mod modNotesTx">
        <pc:chgData name="Ronnel D. Palenzuela" userId="27216d6f-a712-48da-bcb2-613e4bc945ac" providerId="ADAL" clId="{16FF8E01-DE24-0F4F-A559-943D670B7764}" dt="2024-08-14T17:09:09.590" v="2182"/>
        <pc:sldMkLst>
          <pc:docMk/>
          <pc:sldMk cId="2101055377" sldId="280"/>
        </pc:sldMkLst>
        <pc:spChg chg="mod">
          <ac:chgData name="Ronnel D. Palenzuela" userId="27216d6f-a712-48da-bcb2-613e4bc945ac" providerId="ADAL" clId="{16FF8E01-DE24-0F4F-A559-943D670B7764}" dt="2024-08-14T16:16:29.753" v="1592" actId="20577"/>
          <ac:spMkLst>
            <pc:docMk/>
            <pc:sldMk cId="2101055377" sldId="280"/>
            <ac:spMk id="2" creationId="{1FD87645-D8E6-23DE-A822-448BF1054783}"/>
          </ac:spMkLst>
        </pc:spChg>
        <pc:spChg chg="mod">
          <ac:chgData name="Ronnel D. Palenzuela" userId="27216d6f-a712-48da-bcb2-613e4bc945ac" providerId="ADAL" clId="{16FF8E01-DE24-0F4F-A559-943D670B7764}" dt="2024-08-14T16:18:21.161" v="1632" actId="207"/>
          <ac:spMkLst>
            <pc:docMk/>
            <pc:sldMk cId="2101055377" sldId="280"/>
            <ac:spMk id="3" creationId="{F9E9654B-D8E5-22CA-371A-57FADD13842B}"/>
          </ac:spMkLst>
        </pc:spChg>
        <pc:picChg chg="add mod">
          <ac:chgData name="Ronnel D. Palenzuela" userId="27216d6f-a712-48da-bcb2-613e4bc945ac" providerId="ADAL" clId="{16FF8E01-DE24-0F4F-A559-943D670B7764}" dt="2024-08-14T16:30:09.396" v="1697" actId="1076"/>
          <ac:picMkLst>
            <pc:docMk/>
            <pc:sldMk cId="2101055377" sldId="280"/>
            <ac:picMk id="4" creationId="{B5ABF6ED-2604-A356-F8D2-8A031F072FC1}"/>
          </ac:picMkLst>
        </pc:picChg>
        <pc:picChg chg="add mod">
          <ac:chgData name="Ronnel D. Palenzuela" userId="27216d6f-a712-48da-bcb2-613e4bc945ac" providerId="ADAL" clId="{16FF8E01-DE24-0F4F-A559-943D670B7764}" dt="2024-08-14T16:30:09.396" v="1697" actId="1076"/>
          <ac:picMkLst>
            <pc:docMk/>
            <pc:sldMk cId="2101055377" sldId="280"/>
            <ac:picMk id="5" creationId="{EE318E40-1124-8135-1738-B9359FE81254}"/>
          </ac:picMkLst>
        </pc:picChg>
      </pc:sldChg>
      <pc:sldChg chg="add del">
        <pc:chgData name="Ronnel D. Palenzuela" userId="27216d6f-a712-48da-bcb2-613e4bc945ac" providerId="ADAL" clId="{16FF8E01-DE24-0F4F-A559-943D670B7764}" dt="2024-08-14T04:37:36.180" v="138" actId="2696"/>
        <pc:sldMkLst>
          <pc:docMk/>
          <pc:sldMk cId="2456681114" sldId="280"/>
        </pc:sldMkLst>
      </pc:sldChg>
      <pc:sldChg chg="add del">
        <pc:chgData name="Ronnel D. Palenzuela" userId="27216d6f-a712-48da-bcb2-613e4bc945ac" providerId="ADAL" clId="{16FF8E01-DE24-0F4F-A559-943D670B7764}" dt="2024-08-14T04:37:36.180" v="138" actId="2696"/>
        <pc:sldMkLst>
          <pc:docMk/>
          <pc:sldMk cId="1557213172" sldId="281"/>
        </pc:sldMkLst>
      </pc:sldChg>
      <pc:sldChg chg="addSp modSp add mod ord modNotesTx">
        <pc:chgData name="Ronnel D. Palenzuela" userId="27216d6f-a712-48da-bcb2-613e4bc945ac" providerId="ADAL" clId="{16FF8E01-DE24-0F4F-A559-943D670B7764}" dt="2024-08-14T17:09:31.130" v="2186"/>
        <pc:sldMkLst>
          <pc:docMk/>
          <pc:sldMk cId="4052999246" sldId="281"/>
        </pc:sldMkLst>
        <pc:spChg chg="mod">
          <ac:chgData name="Ronnel D. Palenzuela" userId="27216d6f-a712-48da-bcb2-613e4bc945ac" providerId="ADAL" clId="{16FF8E01-DE24-0F4F-A559-943D670B7764}" dt="2024-08-14T16:16:42.177" v="1594"/>
          <ac:spMkLst>
            <pc:docMk/>
            <pc:sldMk cId="4052999246" sldId="281"/>
            <ac:spMk id="2" creationId="{1FD87645-D8E6-23DE-A822-448BF1054783}"/>
          </ac:spMkLst>
        </pc:spChg>
        <pc:spChg chg="mod">
          <ac:chgData name="Ronnel D. Palenzuela" userId="27216d6f-a712-48da-bcb2-613e4bc945ac" providerId="ADAL" clId="{16FF8E01-DE24-0F4F-A559-943D670B7764}" dt="2024-08-14T16:18:25.511" v="1634" actId="207"/>
          <ac:spMkLst>
            <pc:docMk/>
            <pc:sldMk cId="4052999246" sldId="281"/>
            <ac:spMk id="3" creationId="{F9E9654B-D8E5-22CA-371A-57FADD13842B}"/>
          </ac:spMkLst>
        </pc:spChg>
        <pc:picChg chg="add mod">
          <ac:chgData name="Ronnel D. Palenzuela" userId="27216d6f-a712-48da-bcb2-613e4bc945ac" providerId="ADAL" clId="{16FF8E01-DE24-0F4F-A559-943D670B7764}" dt="2024-08-14T16:31:29.020" v="1716" actId="1076"/>
          <ac:picMkLst>
            <pc:docMk/>
            <pc:sldMk cId="4052999246" sldId="281"/>
            <ac:picMk id="4" creationId="{5548C54F-301E-DCA9-21D7-E0AD96A9FA43}"/>
          </ac:picMkLst>
        </pc:picChg>
        <pc:picChg chg="add mod">
          <ac:chgData name="Ronnel D. Palenzuela" userId="27216d6f-a712-48da-bcb2-613e4bc945ac" providerId="ADAL" clId="{16FF8E01-DE24-0F4F-A559-943D670B7764}" dt="2024-08-14T16:31:30.328" v="1717" actId="1076"/>
          <ac:picMkLst>
            <pc:docMk/>
            <pc:sldMk cId="4052999246" sldId="281"/>
            <ac:picMk id="5" creationId="{89C006CD-3837-CB39-23CD-A101C01CDA91}"/>
          </ac:picMkLst>
        </pc:picChg>
      </pc:sldChg>
      <pc:sldChg chg="add del">
        <pc:chgData name="Ronnel D. Palenzuela" userId="27216d6f-a712-48da-bcb2-613e4bc945ac" providerId="ADAL" clId="{16FF8E01-DE24-0F4F-A559-943D670B7764}" dt="2024-08-14T04:37:36.180" v="138" actId="2696"/>
        <pc:sldMkLst>
          <pc:docMk/>
          <pc:sldMk cId="296683317" sldId="282"/>
        </pc:sldMkLst>
      </pc:sldChg>
      <pc:sldChg chg="addSp delSp modSp add mod ord">
        <pc:chgData name="Ronnel D. Palenzuela" userId="27216d6f-a712-48da-bcb2-613e4bc945ac" providerId="ADAL" clId="{16FF8E01-DE24-0F4F-A559-943D670B7764}" dt="2024-08-14T16:58:26.475" v="2121" actId="20577"/>
        <pc:sldMkLst>
          <pc:docMk/>
          <pc:sldMk cId="3651396270" sldId="282"/>
        </pc:sldMkLst>
        <pc:spChg chg="mod">
          <ac:chgData name="Ronnel D. Palenzuela" userId="27216d6f-a712-48da-bcb2-613e4bc945ac" providerId="ADAL" clId="{16FF8E01-DE24-0F4F-A559-943D670B7764}" dt="2024-08-14T16:38:16.616" v="1763" actId="20577"/>
          <ac:spMkLst>
            <pc:docMk/>
            <pc:sldMk cId="3651396270" sldId="282"/>
            <ac:spMk id="2" creationId="{1FD87645-D8E6-23DE-A822-448BF1054783}"/>
          </ac:spMkLst>
        </pc:spChg>
        <pc:spChg chg="mod">
          <ac:chgData name="Ronnel D. Palenzuela" userId="27216d6f-a712-48da-bcb2-613e4bc945ac" providerId="ADAL" clId="{16FF8E01-DE24-0F4F-A559-943D670B7764}" dt="2024-08-14T16:58:26.475" v="2121" actId="20577"/>
          <ac:spMkLst>
            <pc:docMk/>
            <pc:sldMk cId="3651396270" sldId="282"/>
            <ac:spMk id="3" creationId="{F9E9654B-D8E5-22CA-371A-57FADD13842B}"/>
          </ac:spMkLst>
        </pc:spChg>
        <pc:picChg chg="del">
          <ac:chgData name="Ronnel D. Palenzuela" userId="27216d6f-a712-48da-bcb2-613e4bc945ac" providerId="ADAL" clId="{16FF8E01-DE24-0F4F-A559-943D670B7764}" dt="2024-08-14T16:33:50.779" v="1722" actId="478"/>
          <ac:picMkLst>
            <pc:docMk/>
            <pc:sldMk cId="3651396270" sldId="282"/>
            <ac:picMk id="4" creationId="{3DD2775A-1217-7607-D818-9986C2B95701}"/>
          </ac:picMkLst>
        </pc:picChg>
        <pc:picChg chg="add del mod">
          <ac:chgData name="Ronnel D. Palenzuela" userId="27216d6f-a712-48da-bcb2-613e4bc945ac" providerId="ADAL" clId="{16FF8E01-DE24-0F4F-A559-943D670B7764}" dt="2024-08-14T16:33:57.413" v="1726" actId="478"/>
          <ac:picMkLst>
            <pc:docMk/>
            <pc:sldMk cId="3651396270" sldId="282"/>
            <ac:picMk id="5" creationId="{5C4865FA-8A85-CD96-7E00-91EA3C1322EA}"/>
          </ac:picMkLst>
        </pc:picChg>
        <pc:picChg chg="add mod">
          <ac:chgData name="Ronnel D. Palenzuela" userId="27216d6f-a712-48da-bcb2-613e4bc945ac" providerId="ADAL" clId="{16FF8E01-DE24-0F4F-A559-943D670B7764}" dt="2024-08-14T16:37:32.689" v="1754" actId="1076"/>
          <ac:picMkLst>
            <pc:docMk/>
            <pc:sldMk cId="3651396270" sldId="282"/>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993575964" sldId="283"/>
        </pc:sldMkLst>
      </pc:sldChg>
      <pc:sldChg chg="addSp delSp modSp add mod modNotesTx">
        <pc:chgData name="Ronnel D. Palenzuela" userId="27216d6f-a712-48da-bcb2-613e4bc945ac" providerId="ADAL" clId="{16FF8E01-DE24-0F4F-A559-943D670B7764}" dt="2024-08-14T17:02:26.342" v="2138"/>
        <pc:sldMkLst>
          <pc:docMk/>
          <pc:sldMk cId="3162599194" sldId="283"/>
        </pc:sldMkLst>
        <pc:spChg chg="mod">
          <ac:chgData name="Ronnel D. Palenzuela" userId="27216d6f-a712-48da-bcb2-613e4bc945ac" providerId="ADAL" clId="{16FF8E01-DE24-0F4F-A559-943D670B7764}" dt="2024-08-14T16:47:28.766" v="1822"/>
          <ac:spMkLst>
            <pc:docMk/>
            <pc:sldMk cId="3162599194" sldId="283"/>
            <ac:spMk id="2" creationId="{1FD87645-D8E6-23DE-A822-448BF1054783}"/>
          </ac:spMkLst>
        </pc:spChg>
        <pc:spChg chg="mod">
          <ac:chgData name="Ronnel D. Palenzuela" userId="27216d6f-a712-48da-bcb2-613e4bc945ac" providerId="ADAL" clId="{16FF8E01-DE24-0F4F-A559-943D670B7764}" dt="2024-08-14T16:52:16.070" v="1994" actId="207"/>
          <ac:spMkLst>
            <pc:docMk/>
            <pc:sldMk cId="3162599194" sldId="283"/>
            <ac:spMk id="3" creationId="{F9E9654B-D8E5-22CA-371A-57FADD13842B}"/>
          </ac:spMkLst>
        </pc:spChg>
        <pc:spChg chg="add mod">
          <ac:chgData name="Ronnel D. Palenzuela" userId="27216d6f-a712-48da-bcb2-613e4bc945ac" providerId="ADAL" clId="{16FF8E01-DE24-0F4F-A559-943D670B7764}" dt="2024-08-14T16:57:40.683" v="2117" actId="1076"/>
          <ac:spMkLst>
            <pc:docMk/>
            <pc:sldMk cId="3162599194" sldId="283"/>
            <ac:spMk id="4" creationId="{B086C906-76C1-C80B-2402-3CD150AED030}"/>
          </ac:spMkLst>
        </pc:spChg>
        <pc:spChg chg="add mod">
          <ac:chgData name="Ronnel D. Palenzuela" userId="27216d6f-a712-48da-bcb2-613e4bc945ac" providerId="ADAL" clId="{16FF8E01-DE24-0F4F-A559-943D670B7764}" dt="2024-08-14T16:52:23.273" v="2000" actId="113"/>
          <ac:spMkLst>
            <pc:docMk/>
            <pc:sldMk cId="3162599194" sldId="283"/>
            <ac:spMk id="5" creationId="{374C59D7-230E-26A4-3307-5D188332993A}"/>
          </ac:spMkLst>
        </pc:spChg>
        <pc:picChg chg="del">
          <ac:chgData name="Ronnel D. Palenzuela" userId="27216d6f-a712-48da-bcb2-613e4bc945ac" providerId="ADAL" clId="{16FF8E01-DE24-0F4F-A559-943D670B7764}" dt="2024-08-14T16:39:23.886" v="1788" actId="478"/>
          <ac:picMkLst>
            <pc:docMk/>
            <pc:sldMk cId="3162599194" sldId="283"/>
            <ac:picMk id="6" creationId="{FB4307CA-B2C0-91D7-AC3C-D22C8F2AE28E}"/>
          </ac:picMkLst>
        </pc:picChg>
      </pc:sldChg>
      <pc:sldChg chg="delSp modSp add del mod">
        <pc:chgData name="Ronnel D. Palenzuela" userId="27216d6f-a712-48da-bcb2-613e4bc945ac" providerId="ADAL" clId="{16FF8E01-DE24-0F4F-A559-943D670B7764}" dt="2024-08-14T16:52:56.130" v="2002" actId="2696"/>
        <pc:sldMkLst>
          <pc:docMk/>
          <pc:sldMk cId="476145324" sldId="284"/>
        </pc:sldMkLst>
        <pc:spChg chg="mod">
          <ac:chgData name="Ronnel D. Palenzuela" userId="27216d6f-a712-48da-bcb2-613e4bc945ac" providerId="ADAL" clId="{16FF8E01-DE24-0F4F-A559-943D670B7764}" dt="2024-08-14T16:39:28.295" v="1798" actId="20577"/>
          <ac:spMkLst>
            <pc:docMk/>
            <pc:sldMk cId="476145324" sldId="284"/>
            <ac:spMk id="2" creationId="{1FD87645-D8E6-23DE-A822-448BF1054783}"/>
          </ac:spMkLst>
        </pc:spChg>
        <pc:picChg chg="del">
          <ac:chgData name="Ronnel D. Palenzuela" userId="27216d6f-a712-48da-bcb2-613e4bc945ac" providerId="ADAL" clId="{16FF8E01-DE24-0F4F-A559-943D670B7764}" dt="2024-08-14T16:39:22.241" v="1787" actId="478"/>
          <ac:picMkLst>
            <pc:docMk/>
            <pc:sldMk cId="476145324" sldId="284"/>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1253337562" sldId="284"/>
        </pc:sldMkLst>
      </pc:sldChg>
      <pc:sldChg chg="add del">
        <pc:chgData name="Ronnel D. Palenzuela" userId="27216d6f-a712-48da-bcb2-613e4bc945ac" providerId="ADAL" clId="{16FF8E01-DE24-0F4F-A559-943D670B7764}" dt="2024-08-14T04:37:36.180" v="138" actId="2696"/>
        <pc:sldMkLst>
          <pc:docMk/>
          <pc:sldMk cId="2980579114" sldId="285"/>
        </pc:sldMkLst>
      </pc:sldChg>
      <pc:sldChg chg="modSp add del mod">
        <pc:chgData name="Ronnel D. Palenzuela" userId="27216d6f-a712-48da-bcb2-613e4bc945ac" providerId="ADAL" clId="{16FF8E01-DE24-0F4F-A559-943D670B7764}" dt="2024-08-14T16:55:44.538" v="2067" actId="2696"/>
        <pc:sldMkLst>
          <pc:docMk/>
          <pc:sldMk cId="3500652590" sldId="285"/>
        </pc:sldMkLst>
        <pc:spChg chg="mod">
          <ac:chgData name="Ronnel D. Palenzuela" userId="27216d6f-a712-48da-bcb2-613e4bc945ac" providerId="ADAL" clId="{16FF8E01-DE24-0F4F-A559-943D670B7764}" dt="2024-08-14T16:39:32.355" v="1805" actId="20577"/>
          <ac:spMkLst>
            <pc:docMk/>
            <pc:sldMk cId="3500652590" sldId="285"/>
            <ac:spMk id="2" creationId="{1FD87645-D8E6-23DE-A822-448BF1054783}"/>
          </ac:spMkLst>
        </pc:spChg>
      </pc:sldChg>
      <pc:sldChg chg="add del">
        <pc:chgData name="Ronnel D. Palenzuela" userId="27216d6f-a712-48da-bcb2-613e4bc945ac" providerId="ADAL" clId="{16FF8E01-DE24-0F4F-A559-943D670B7764}" dt="2024-08-14T04:37:36.180" v="138" actId="2696"/>
        <pc:sldMkLst>
          <pc:docMk/>
          <pc:sldMk cId="1581186720" sldId="286"/>
        </pc:sldMkLst>
      </pc:sldChg>
      <pc:sldChg chg="addSp delSp modSp add mod modNotesTx">
        <pc:chgData name="Ronnel D. Palenzuela" userId="27216d6f-a712-48da-bcb2-613e4bc945ac" providerId="ADAL" clId="{16FF8E01-DE24-0F4F-A559-943D670B7764}" dt="2024-08-14T17:04:33.737" v="2156" actId="1076"/>
        <pc:sldMkLst>
          <pc:docMk/>
          <pc:sldMk cId="1740139509" sldId="286"/>
        </pc:sldMkLst>
        <pc:spChg chg="mod">
          <ac:chgData name="Ronnel D. Palenzuela" userId="27216d6f-a712-48da-bcb2-613e4bc945ac" providerId="ADAL" clId="{16FF8E01-DE24-0F4F-A559-943D670B7764}" dt="2024-08-14T16:53:39.266" v="2019" actId="20577"/>
          <ac:spMkLst>
            <pc:docMk/>
            <pc:sldMk cId="1740139509" sldId="286"/>
            <ac:spMk id="2" creationId="{1FD87645-D8E6-23DE-A822-448BF1054783}"/>
          </ac:spMkLst>
        </pc:spChg>
        <pc:spChg chg="mod">
          <ac:chgData name="Ronnel D. Palenzuela" userId="27216d6f-a712-48da-bcb2-613e4bc945ac" providerId="ADAL" clId="{16FF8E01-DE24-0F4F-A559-943D670B7764}" dt="2024-08-14T16:54:54.289" v="2059" actId="27636"/>
          <ac:spMkLst>
            <pc:docMk/>
            <pc:sldMk cId="1740139509" sldId="286"/>
            <ac:spMk id="3" creationId="{F9E9654B-D8E5-22CA-371A-57FADD13842B}"/>
          </ac:spMkLst>
        </pc:spChg>
        <pc:spChg chg="mod">
          <ac:chgData name="Ronnel D. Palenzuela" userId="27216d6f-a712-48da-bcb2-613e4bc945ac" providerId="ADAL" clId="{16FF8E01-DE24-0F4F-A559-943D670B7764}" dt="2024-08-14T16:57:02.572" v="2104" actId="1076"/>
          <ac:spMkLst>
            <pc:docMk/>
            <pc:sldMk cId="1740139509" sldId="286"/>
            <ac:spMk id="4" creationId="{B086C906-76C1-C80B-2402-3CD150AED030}"/>
          </ac:spMkLst>
        </pc:spChg>
        <pc:spChg chg="del mod">
          <ac:chgData name="Ronnel D. Palenzuela" userId="27216d6f-a712-48da-bcb2-613e4bc945ac" providerId="ADAL" clId="{16FF8E01-DE24-0F4F-A559-943D670B7764}" dt="2024-08-14T16:54:29.712" v="2047" actId="478"/>
          <ac:spMkLst>
            <pc:docMk/>
            <pc:sldMk cId="1740139509" sldId="286"/>
            <ac:spMk id="5" creationId="{374C59D7-230E-26A4-3307-5D188332993A}"/>
          </ac:spMkLst>
        </pc:spChg>
        <pc:picChg chg="add mod">
          <ac:chgData name="Ronnel D. Palenzuela" userId="27216d6f-a712-48da-bcb2-613e4bc945ac" providerId="ADAL" clId="{16FF8E01-DE24-0F4F-A559-943D670B7764}" dt="2024-08-14T17:04:33.737" v="2156" actId="1076"/>
          <ac:picMkLst>
            <pc:docMk/>
            <pc:sldMk cId="1740139509" sldId="286"/>
            <ac:picMk id="6" creationId="{7355D678-29E7-A4B1-013E-B622157A0CE9}"/>
          </ac:picMkLst>
        </pc:picChg>
      </pc:sldChg>
      <pc:sldChg chg="addSp delSp modSp add mod ord modNotesTx">
        <pc:chgData name="Ronnel D. Palenzuela" userId="27216d6f-a712-48da-bcb2-613e4bc945ac" providerId="ADAL" clId="{16FF8E01-DE24-0F4F-A559-943D670B7764}" dt="2024-08-14T17:09:41.649" v="2189" actId="20578"/>
        <pc:sldMkLst>
          <pc:docMk/>
          <pc:sldMk cId="2244338286" sldId="287"/>
        </pc:sldMkLst>
        <pc:spChg chg="mod">
          <ac:chgData name="Ronnel D. Palenzuela" userId="27216d6f-a712-48da-bcb2-613e4bc945ac" providerId="ADAL" clId="{16FF8E01-DE24-0F4F-A559-943D670B7764}" dt="2024-08-14T16:55:51.174" v="2074" actId="20577"/>
          <ac:spMkLst>
            <pc:docMk/>
            <pc:sldMk cId="2244338286" sldId="287"/>
            <ac:spMk id="2" creationId="{1FD87645-D8E6-23DE-A822-448BF1054783}"/>
          </ac:spMkLst>
        </pc:spChg>
        <pc:spChg chg="mod">
          <ac:chgData name="Ronnel D. Palenzuela" userId="27216d6f-a712-48da-bcb2-613e4bc945ac" providerId="ADAL" clId="{16FF8E01-DE24-0F4F-A559-943D670B7764}" dt="2024-08-14T16:56:49.755" v="2102" actId="27636"/>
          <ac:spMkLst>
            <pc:docMk/>
            <pc:sldMk cId="2244338286" sldId="287"/>
            <ac:spMk id="3" creationId="{F9E9654B-D8E5-22CA-371A-57FADD13842B}"/>
          </ac:spMkLst>
        </pc:spChg>
        <pc:spChg chg="mod">
          <ac:chgData name="Ronnel D. Palenzuela" userId="27216d6f-a712-48da-bcb2-613e4bc945ac" providerId="ADAL" clId="{16FF8E01-DE24-0F4F-A559-943D670B7764}" dt="2024-08-14T16:57:17.574" v="2108" actId="1076"/>
          <ac:spMkLst>
            <pc:docMk/>
            <pc:sldMk cId="2244338286" sldId="287"/>
            <ac:spMk id="4" creationId="{B086C906-76C1-C80B-2402-3CD150AED030}"/>
          </ac:spMkLst>
        </pc:spChg>
        <pc:picChg chg="add del mod">
          <ac:chgData name="Ronnel D. Palenzuela" userId="27216d6f-a712-48da-bcb2-613e4bc945ac" providerId="ADAL" clId="{16FF8E01-DE24-0F4F-A559-943D670B7764}" dt="2024-08-14T17:06:20.306" v="2162" actId="478"/>
          <ac:picMkLst>
            <pc:docMk/>
            <pc:sldMk cId="2244338286" sldId="287"/>
            <ac:picMk id="5" creationId="{C84F9925-8BF0-7942-2733-4A5D508AEA7C}"/>
          </ac:picMkLst>
        </pc:picChg>
        <pc:picChg chg="add mod">
          <ac:chgData name="Ronnel D. Palenzuela" userId="27216d6f-a712-48da-bcb2-613e4bc945ac" providerId="ADAL" clId="{16FF8E01-DE24-0F4F-A559-943D670B7764}" dt="2024-08-14T17:07:53.726" v="2172" actId="1076"/>
          <ac:picMkLst>
            <pc:docMk/>
            <pc:sldMk cId="2244338286" sldId="287"/>
            <ac:picMk id="6" creationId="{FABA4C1D-2D18-55BC-C0A4-FFF3AFC35C03}"/>
          </ac:picMkLst>
        </pc:picChg>
        <pc:picChg chg="add mod">
          <ac:chgData name="Ronnel D. Palenzuela" userId="27216d6f-a712-48da-bcb2-613e4bc945ac" providerId="ADAL" clId="{16FF8E01-DE24-0F4F-A559-943D670B7764}" dt="2024-08-14T17:07:55.489" v="2173" actId="1076"/>
          <ac:picMkLst>
            <pc:docMk/>
            <pc:sldMk cId="2244338286" sldId="287"/>
            <ac:picMk id="7" creationId="{C43B6C84-21DD-D63D-908A-759A84CA71F1}"/>
          </ac:picMkLst>
        </pc:picChg>
      </pc:sldChg>
      <pc:sldChg chg="add del">
        <pc:chgData name="Ronnel D. Palenzuela" userId="27216d6f-a712-48da-bcb2-613e4bc945ac" providerId="ADAL" clId="{16FF8E01-DE24-0F4F-A559-943D670B7764}" dt="2024-08-14T04:37:36.180" v="138" actId="2696"/>
        <pc:sldMkLst>
          <pc:docMk/>
          <pc:sldMk cId="4278137860" sldId="287"/>
        </pc:sldMkLst>
      </pc:sldChg>
      <pc:sldChg chg="addSp delSp modSp add mod ord modNotesTx">
        <pc:chgData name="Ronnel D. Palenzuela" userId="27216d6f-a712-48da-bcb2-613e4bc945ac" providerId="ADAL" clId="{16FF8E01-DE24-0F4F-A559-943D670B7764}" dt="2024-08-15T02:15:44.096" v="2527" actId="20577"/>
        <pc:sldMkLst>
          <pc:docMk/>
          <pc:sldMk cId="2479479881" sldId="288"/>
        </pc:sldMkLst>
        <pc:spChg chg="mod">
          <ac:chgData name="Ronnel D. Palenzuela" userId="27216d6f-a712-48da-bcb2-613e4bc945ac" providerId="ADAL" clId="{16FF8E01-DE24-0F4F-A559-943D670B7764}" dt="2024-08-14T17:10:09.427" v="2193"/>
          <ac:spMkLst>
            <pc:docMk/>
            <pc:sldMk cId="2479479881" sldId="288"/>
            <ac:spMk id="2" creationId="{1FD87645-D8E6-23DE-A822-448BF1054783}"/>
          </ac:spMkLst>
        </pc:spChg>
        <pc:spChg chg="mod">
          <ac:chgData name="Ronnel D. Palenzuela" userId="27216d6f-a712-48da-bcb2-613e4bc945ac" providerId="ADAL" clId="{16FF8E01-DE24-0F4F-A559-943D670B7764}" dt="2024-08-15T02:15:44.096" v="2527" actId="20577"/>
          <ac:spMkLst>
            <pc:docMk/>
            <pc:sldMk cId="2479479881" sldId="288"/>
            <ac:spMk id="3" creationId="{F9E9654B-D8E5-22CA-371A-57FADD13842B}"/>
          </ac:spMkLst>
        </pc:spChg>
        <pc:picChg chg="add mod">
          <ac:chgData name="Ronnel D. Palenzuela" userId="27216d6f-a712-48da-bcb2-613e4bc945ac" providerId="ADAL" clId="{16FF8E01-DE24-0F4F-A559-943D670B7764}" dt="2024-08-14T17:24:50.208" v="2303" actId="1076"/>
          <ac:picMkLst>
            <pc:docMk/>
            <pc:sldMk cId="2479479881" sldId="288"/>
            <ac:picMk id="4" creationId="{AF7B02EF-789B-13F1-37A8-FD2A27B92C39}"/>
          </ac:picMkLst>
        </pc:picChg>
        <pc:picChg chg="add mod">
          <ac:chgData name="Ronnel D. Palenzuela" userId="27216d6f-a712-48da-bcb2-613e4bc945ac" providerId="ADAL" clId="{16FF8E01-DE24-0F4F-A559-943D670B7764}" dt="2024-08-14T17:24:49.104" v="2302" actId="1076"/>
          <ac:picMkLst>
            <pc:docMk/>
            <pc:sldMk cId="2479479881" sldId="288"/>
            <ac:picMk id="5" creationId="{D6307E59-5ABC-0E69-DD46-32B7DC644359}"/>
          </ac:picMkLst>
        </pc:picChg>
        <pc:picChg chg="del">
          <ac:chgData name="Ronnel D. Palenzuela" userId="27216d6f-a712-48da-bcb2-613e4bc945ac" providerId="ADAL" clId="{16FF8E01-DE24-0F4F-A559-943D670B7764}" dt="2024-08-14T17:10:50.216" v="2201" actId="478"/>
          <ac:picMkLst>
            <pc:docMk/>
            <pc:sldMk cId="2479479881" sldId="288"/>
            <ac:picMk id="6" creationId="{FB4307CA-B2C0-91D7-AC3C-D22C8F2AE28E}"/>
          </ac:picMkLst>
        </pc:picChg>
      </pc:sldChg>
      <pc:sldChg chg="add del">
        <pc:chgData name="Ronnel D. Palenzuela" userId="27216d6f-a712-48da-bcb2-613e4bc945ac" providerId="ADAL" clId="{16FF8E01-DE24-0F4F-A559-943D670B7764}" dt="2024-08-14T04:37:36.180" v="138" actId="2696"/>
        <pc:sldMkLst>
          <pc:docMk/>
          <pc:sldMk cId="3972629357" sldId="288"/>
        </pc:sldMkLst>
      </pc:sldChg>
      <pc:sldChg chg="addSp delSp modSp add mod modNotesTx">
        <pc:chgData name="Ronnel D. Palenzuela" userId="27216d6f-a712-48da-bcb2-613e4bc945ac" providerId="ADAL" clId="{16FF8E01-DE24-0F4F-A559-943D670B7764}" dt="2024-08-15T03:52:08.349" v="2531" actId="20577"/>
        <pc:sldMkLst>
          <pc:docMk/>
          <pc:sldMk cId="1306085031" sldId="289"/>
        </pc:sldMkLst>
        <pc:spChg chg="mod">
          <ac:chgData name="Ronnel D. Palenzuela" userId="27216d6f-a712-48da-bcb2-613e4bc945ac" providerId="ADAL" clId="{16FF8E01-DE24-0F4F-A559-943D670B7764}" dt="2024-08-14T17:10:29.110" v="2196" actId="20577"/>
          <ac:spMkLst>
            <pc:docMk/>
            <pc:sldMk cId="1306085031" sldId="289"/>
            <ac:spMk id="2" creationId="{1FD87645-D8E6-23DE-A822-448BF1054783}"/>
          </ac:spMkLst>
        </pc:spChg>
        <pc:spChg chg="mod">
          <ac:chgData name="Ronnel D. Palenzuela" userId="27216d6f-a712-48da-bcb2-613e4bc945ac" providerId="ADAL" clId="{16FF8E01-DE24-0F4F-A559-943D670B7764}" dt="2024-08-15T03:52:08.349" v="2531" actId="20577"/>
          <ac:spMkLst>
            <pc:docMk/>
            <pc:sldMk cId="1306085031" sldId="289"/>
            <ac:spMk id="3" creationId="{F9E9654B-D8E5-22CA-371A-57FADD13842B}"/>
          </ac:spMkLst>
        </pc:spChg>
        <pc:picChg chg="add mod">
          <ac:chgData name="Ronnel D. Palenzuela" userId="27216d6f-a712-48da-bcb2-613e4bc945ac" providerId="ADAL" clId="{16FF8E01-DE24-0F4F-A559-943D670B7764}" dt="2024-08-14T17:28:52.052" v="2320" actId="1076"/>
          <ac:picMkLst>
            <pc:docMk/>
            <pc:sldMk cId="1306085031" sldId="289"/>
            <ac:picMk id="4" creationId="{348B68C4-CC0D-0D98-D64F-7F073EC0550F}"/>
          </ac:picMkLst>
        </pc:picChg>
        <pc:picChg chg="add del mod">
          <ac:chgData name="Ronnel D. Palenzuela" userId="27216d6f-a712-48da-bcb2-613e4bc945ac" providerId="ADAL" clId="{16FF8E01-DE24-0F4F-A559-943D670B7764}" dt="2024-08-14T17:34:52.342" v="2323" actId="478"/>
          <ac:picMkLst>
            <pc:docMk/>
            <pc:sldMk cId="1306085031" sldId="289"/>
            <ac:picMk id="5" creationId="{514E46FE-484E-F430-4A44-43DE9197FE51}"/>
          </ac:picMkLst>
        </pc:picChg>
        <pc:picChg chg="del">
          <ac:chgData name="Ronnel D. Palenzuela" userId="27216d6f-a712-48da-bcb2-613e4bc945ac" providerId="ADAL" clId="{16FF8E01-DE24-0F4F-A559-943D670B7764}" dt="2024-08-14T17:10:48.048" v="2199" actId="478"/>
          <ac:picMkLst>
            <pc:docMk/>
            <pc:sldMk cId="1306085031" sldId="289"/>
            <ac:picMk id="6" creationId="{FB4307CA-B2C0-91D7-AC3C-D22C8F2AE28E}"/>
          </ac:picMkLst>
        </pc:picChg>
        <pc:picChg chg="add mod">
          <ac:chgData name="Ronnel D. Palenzuela" userId="27216d6f-a712-48da-bcb2-613e4bc945ac" providerId="ADAL" clId="{16FF8E01-DE24-0F4F-A559-943D670B7764}" dt="2024-08-14T17:34:57.159" v="2326" actId="1076"/>
          <ac:picMkLst>
            <pc:docMk/>
            <pc:sldMk cId="1306085031" sldId="289"/>
            <ac:picMk id="7" creationId="{EA60A796-7362-0FE0-7118-D1172B57B748}"/>
          </ac:picMkLst>
        </pc:picChg>
      </pc:sldChg>
      <pc:sldChg chg="add del">
        <pc:chgData name="Ronnel D. Palenzuela" userId="27216d6f-a712-48da-bcb2-613e4bc945ac" providerId="ADAL" clId="{16FF8E01-DE24-0F4F-A559-943D670B7764}" dt="2024-08-14T04:37:36.180" v="138" actId="2696"/>
        <pc:sldMkLst>
          <pc:docMk/>
          <pc:sldMk cId="2990164252" sldId="289"/>
        </pc:sldMkLst>
      </pc:sldChg>
      <pc:sldChg chg="addSp delSp modSp add mod">
        <pc:chgData name="Ronnel D. Palenzuela" userId="27216d6f-a712-48da-bcb2-613e4bc945ac" providerId="ADAL" clId="{16FF8E01-DE24-0F4F-A559-943D670B7764}" dt="2024-08-14T17:50:12.782" v="2526" actId="207"/>
        <pc:sldMkLst>
          <pc:docMk/>
          <pc:sldMk cId="926710605" sldId="290"/>
        </pc:sldMkLst>
        <pc:spChg chg="mod">
          <ac:chgData name="Ronnel D. Palenzuela" userId="27216d6f-a712-48da-bcb2-613e4bc945ac" providerId="ADAL" clId="{16FF8E01-DE24-0F4F-A559-943D670B7764}" dt="2024-08-14T17:13:25.130" v="2214" actId="20577"/>
          <ac:spMkLst>
            <pc:docMk/>
            <pc:sldMk cId="926710605" sldId="290"/>
            <ac:spMk id="2" creationId="{1FD87645-D8E6-23DE-A822-448BF1054783}"/>
          </ac:spMkLst>
        </pc:spChg>
        <pc:spChg chg="mod">
          <ac:chgData name="Ronnel D. Palenzuela" userId="27216d6f-a712-48da-bcb2-613e4bc945ac" providerId="ADAL" clId="{16FF8E01-DE24-0F4F-A559-943D670B7764}" dt="2024-08-14T17:50:12.782" v="2526" actId="207"/>
          <ac:spMkLst>
            <pc:docMk/>
            <pc:sldMk cId="926710605" sldId="290"/>
            <ac:spMk id="3" creationId="{F9E9654B-D8E5-22CA-371A-57FADD13842B}"/>
          </ac:spMkLst>
        </pc:spChg>
        <pc:picChg chg="add del mod">
          <ac:chgData name="Ronnel D. Palenzuela" userId="27216d6f-a712-48da-bcb2-613e4bc945ac" providerId="ADAL" clId="{16FF8E01-DE24-0F4F-A559-943D670B7764}" dt="2024-08-14T17:16:19.870" v="2228" actId="478"/>
          <ac:picMkLst>
            <pc:docMk/>
            <pc:sldMk cId="926710605" sldId="290"/>
            <ac:picMk id="4" creationId="{EDC21406-25B3-5E1C-5A7A-A71E21C74D60}"/>
          </ac:picMkLst>
        </pc:picChg>
        <pc:picChg chg="add del mod">
          <ac:chgData name="Ronnel D. Palenzuela" userId="27216d6f-a712-48da-bcb2-613e4bc945ac" providerId="ADAL" clId="{16FF8E01-DE24-0F4F-A559-943D670B7764}" dt="2024-08-14T17:41:36.468" v="2400" actId="1076"/>
          <ac:picMkLst>
            <pc:docMk/>
            <pc:sldMk cId="926710605" sldId="290"/>
            <ac:picMk id="5" creationId="{6F24035F-763D-2A44-9E4D-3B3AB777BA78}"/>
          </ac:picMkLst>
        </pc:picChg>
        <pc:picChg chg="del">
          <ac:chgData name="Ronnel D. Palenzuela" userId="27216d6f-a712-48da-bcb2-613e4bc945ac" providerId="ADAL" clId="{16FF8E01-DE24-0F4F-A559-943D670B7764}" dt="2024-08-14T17:10:49.106" v="2200" actId="478"/>
          <ac:picMkLst>
            <pc:docMk/>
            <pc:sldMk cId="926710605" sldId="290"/>
            <ac:picMk id="6" creationId="{FB4307CA-B2C0-91D7-AC3C-D22C8F2AE28E}"/>
          </ac:picMkLst>
        </pc:picChg>
        <pc:picChg chg="add mod">
          <ac:chgData name="Ronnel D. Palenzuela" userId="27216d6f-a712-48da-bcb2-613e4bc945ac" providerId="ADAL" clId="{16FF8E01-DE24-0F4F-A559-943D670B7764}" dt="2024-08-14T17:41:43.973" v="2401" actId="1076"/>
          <ac:picMkLst>
            <pc:docMk/>
            <pc:sldMk cId="926710605" sldId="290"/>
            <ac:picMk id="7" creationId="{5A1661AD-4B34-6DA1-9F77-CE678239C894}"/>
          </ac:picMkLst>
        </pc:picChg>
        <pc:picChg chg="add mod">
          <ac:chgData name="Ronnel D. Palenzuela" userId="27216d6f-a712-48da-bcb2-613e4bc945ac" providerId="ADAL" clId="{16FF8E01-DE24-0F4F-A559-943D670B7764}" dt="2024-08-14T17:41:32.404" v="2398" actId="1076"/>
          <ac:picMkLst>
            <pc:docMk/>
            <pc:sldMk cId="926710605" sldId="290"/>
            <ac:picMk id="8" creationId="{E4E637F6-DB44-DC58-477A-29220CC8DA04}"/>
          </ac:picMkLst>
        </pc:picChg>
      </pc:sldChg>
      <pc:sldChg chg="add del">
        <pc:chgData name="Ronnel D. Palenzuela" userId="27216d6f-a712-48da-bcb2-613e4bc945ac" providerId="ADAL" clId="{16FF8E01-DE24-0F4F-A559-943D670B7764}" dt="2024-08-14T04:37:36.180" v="138" actId="2696"/>
        <pc:sldMkLst>
          <pc:docMk/>
          <pc:sldMk cId="1111498698" sldId="290"/>
        </pc:sldMkLst>
      </pc:sldChg>
      <pc:sldChg chg="addSp delSp modSp add mod modNotesTx">
        <pc:chgData name="Ronnel D. Palenzuela" userId="27216d6f-a712-48da-bcb2-613e4bc945ac" providerId="ADAL" clId="{16FF8E01-DE24-0F4F-A559-943D670B7764}" dt="2024-08-14T17:48:56.991" v="2524" actId="1076"/>
        <pc:sldMkLst>
          <pc:docMk/>
          <pc:sldMk cId="234676306" sldId="291"/>
        </pc:sldMkLst>
        <pc:spChg chg="mod">
          <ac:chgData name="Ronnel D. Palenzuela" userId="27216d6f-a712-48da-bcb2-613e4bc945ac" providerId="ADAL" clId="{16FF8E01-DE24-0F4F-A559-943D670B7764}" dt="2024-08-14T17:18:52.390" v="2243" actId="20577"/>
          <ac:spMkLst>
            <pc:docMk/>
            <pc:sldMk cId="234676306" sldId="291"/>
            <ac:spMk id="2" creationId="{1FD87645-D8E6-23DE-A822-448BF1054783}"/>
          </ac:spMkLst>
        </pc:spChg>
        <pc:spChg chg="mod">
          <ac:chgData name="Ronnel D. Palenzuela" userId="27216d6f-a712-48da-bcb2-613e4bc945ac" providerId="ADAL" clId="{16FF8E01-DE24-0F4F-A559-943D670B7764}" dt="2024-08-14T17:44:12.036" v="2474" actId="20577"/>
          <ac:spMkLst>
            <pc:docMk/>
            <pc:sldMk cId="234676306" sldId="291"/>
            <ac:spMk id="3" creationId="{F9E9654B-D8E5-22CA-371A-57FADD13842B}"/>
          </ac:spMkLst>
        </pc:spChg>
        <pc:picChg chg="add mod">
          <ac:chgData name="Ronnel D. Palenzuela" userId="27216d6f-a712-48da-bcb2-613e4bc945ac" providerId="ADAL" clId="{16FF8E01-DE24-0F4F-A559-943D670B7764}" dt="2024-08-14T17:48:56.991" v="2524" actId="1076"/>
          <ac:picMkLst>
            <pc:docMk/>
            <pc:sldMk cId="234676306" sldId="291"/>
            <ac:picMk id="4" creationId="{77B54F2E-F3FD-7965-C9AC-7AD3C16CC21A}"/>
          </ac:picMkLst>
        </pc:picChg>
        <pc:picChg chg="del">
          <ac:chgData name="Ronnel D. Palenzuela" userId="27216d6f-a712-48da-bcb2-613e4bc945ac" providerId="ADAL" clId="{16FF8E01-DE24-0F4F-A559-943D670B7764}" dt="2024-08-14T17:43:01.527" v="2455" actId="478"/>
          <ac:picMkLst>
            <pc:docMk/>
            <pc:sldMk cId="234676306" sldId="291"/>
            <ac:picMk id="5" creationId="{6F24035F-763D-2A44-9E4D-3B3AB777BA78}"/>
          </ac:picMkLst>
        </pc:picChg>
        <pc:picChg chg="add del mod">
          <ac:chgData name="Ronnel D. Palenzuela" userId="27216d6f-a712-48da-bcb2-613e4bc945ac" providerId="ADAL" clId="{16FF8E01-DE24-0F4F-A559-943D670B7764}" dt="2024-08-14T17:47:51.981" v="2508" actId="478"/>
          <ac:picMkLst>
            <pc:docMk/>
            <pc:sldMk cId="234676306" sldId="291"/>
            <ac:picMk id="6" creationId="{50F79B71-AA73-A4EC-42FF-95E9F8E1747A}"/>
          </ac:picMkLst>
        </pc:picChg>
        <pc:picChg chg="add mod">
          <ac:chgData name="Ronnel D. Palenzuela" userId="27216d6f-a712-48da-bcb2-613e4bc945ac" providerId="ADAL" clId="{16FF8E01-DE24-0F4F-A559-943D670B7764}" dt="2024-08-14T17:48:51.118" v="2520" actId="1076"/>
          <ac:picMkLst>
            <pc:docMk/>
            <pc:sldMk cId="234676306" sldId="291"/>
            <ac:picMk id="7" creationId="{BFFCD08C-39CF-85D4-AFAB-20D06151775B}"/>
          </ac:picMkLst>
        </pc:picChg>
        <pc:picChg chg="add mod">
          <ac:chgData name="Ronnel D. Palenzuela" userId="27216d6f-a712-48da-bcb2-613e4bc945ac" providerId="ADAL" clId="{16FF8E01-DE24-0F4F-A559-943D670B7764}" dt="2024-08-14T17:48:55.627" v="2522" actId="1076"/>
          <ac:picMkLst>
            <pc:docMk/>
            <pc:sldMk cId="234676306" sldId="291"/>
            <ac:picMk id="8" creationId="{94650D83-6F61-D6E5-506A-5BEBD5E1B8C5}"/>
          </ac:picMkLst>
        </pc:picChg>
      </pc:sldChg>
      <pc:sldChg chg="add del">
        <pc:chgData name="Ronnel D. Palenzuela" userId="27216d6f-a712-48da-bcb2-613e4bc945ac" providerId="ADAL" clId="{16FF8E01-DE24-0F4F-A559-943D670B7764}" dt="2024-08-14T04:37:36.180" v="138" actId="2696"/>
        <pc:sldMkLst>
          <pc:docMk/>
          <pc:sldMk cId="815011119" sldId="291"/>
        </pc:sldMkLst>
      </pc:sldChg>
      <pc:sldMasterChg chg="modSldLayout">
        <pc:chgData name="Ronnel D. Palenzuela" userId="27216d6f-a712-48da-bcb2-613e4bc945ac" providerId="ADAL" clId="{16FF8E01-DE24-0F4F-A559-943D670B7764}" dt="2024-08-14T16:14:03.102" v="1502" actId="20577"/>
        <pc:sldMasterMkLst>
          <pc:docMk/>
          <pc:sldMasterMk cId="651270159" sldId="2147483648"/>
        </pc:sldMasterMkLst>
        <pc:sldLayoutChg chg="modSp mod">
          <pc:chgData name="Ronnel D. Palenzuela" userId="27216d6f-a712-48da-bcb2-613e4bc945ac" providerId="ADAL" clId="{16FF8E01-DE24-0F4F-A559-943D670B7764}" dt="2024-08-14T16:13:56.324" v="1498" actId="20577"/>
          <pc:sldLayoutMkLst>
            <pc:docMk/>
            <pc:sldMasterMk cId="651270159" sldId="2147483648"/>
            <pc:sldLayoutMk cId="2921653432" sldId="2147483649"/>
          </pc:sldLayoutMkLst>
          <pc:spChg chg="mod">
            <ac:chgData name="Ronnel D. Palenzuela" userId="27216d6f-a712-48da-bcb2-613e4bc945ac" providerId="ADAL" clId="{16FF8E01-DE24-0F4F-A559-943D670B7764}" dt="2024-08-14T16:13:56.324" v="1498" actId="20577"/>
            <ac:spMkLst>
              <pc:docMk/>
              <pc:sldMasterMk cId="651270159" sldId="2147483648"/>
              <pc:sldLayoutMk cId="2921653432" sldId="2147483649"/>
              <ac:spMk id="14" creationId="{D0B6F2F1-CE07-6C53-35DD-423B006969A2}"/>
            </ac:spMkLst>
          </pc:spChg>
        </pc:sldLayoutChg>
        <pc:sldLayoutChg chg="modSp mod">
          <pc:chgData name="Ronnel D. Palenzuela" userId="27216d6f-a712-48da-bcb2-613e4bc945ac" providerId="ADAL" clId="{16FF8E01-DE24-0F4F-A559-943D670B7764}" dt="2024-08-14T16:13:59.827" v="1500" actId="20577"/>
          <pc:sldLayoutMkLst>
            <pc:docMk/>
            <pc:sldMasterMk cId="651270159" sldId="2147483648"/>
            <pc:sldLayoutMk cId="414239045" sldId="2147483650"/>
          </pc:sldLayoutMkLst>
          <pc:spChg chg="mod">
            <ac:chgData name="Ronnel D. Palenzuela" userId="27216d6f-a712-48da-bcb2-613e4bc945ac" providerId="ADAL" clId="{16FF8E01-DE24-0F4F-A559-943D670B7764}" dt="2024-08-14T16:13:59.827" v="1500" actId="20577"/>
            <ac:spMkLst>
              <pc:docMk/>
              <pc:sldMasterMk cId="651270159" sldId="2147483648"/>
              <pc:sldLayoutMk cId="414239045" sldId="2147483650"/>
              <ac:spMk id="8" creationId="{A20CEFFD-1670-10A5-7ED4-7F9703262EA1}"/>
            </ac:spMkLst>
          </pc:spChg>
        </pc:sldLayoutChg>
        <pc:sldLayoutChg chg="modSp mod">
          <pc:chgData name="Ronnel D. Palenzuela" userId="27216d6f-a712-48da-bcb2-613e4bc945ac" providerId="ADAL" clId="{16FF8E01-DE24-0F4F-A559-943D670B7764}" dt="2024-08-14T16:14:03.102" v="1502" actId="20577"/>
          <pc:sldLayoutMkLst>
            <pc:docMk/>
            <pc:sldMasterMk cId="651270159" sldId="2147483648"/>
            <pc:sldLayoutMk cId="2618641526" sldId="2147483653"/>
          </pc:sldLayoutMkLst>
          <pc:spChg chg="mod">
            <ac:chgData name="Ronnel D. Palenzuela" userId="27216d6f-a712-48da-bcb2-613e4bc945ac" providerId="ADAL" clId="{16FF8E01-DE24-0F4F-A559-943D670B7764}" dt="2024-08-14T16:14:03.102" v="1502" actId="20577"/>
            <ac:spMkLst>
              <pc:docMk/>
              <pc:sldMasterMk cId="651270159" sldId="2147483648"/>
              <pc:sldLayoutMk cId="2618641526" sldId="2147483653"/>
              <ac:spMk id="11" creationId="{3E084DDE-82D5-F74F-6486-DED2612274CD}"/>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99358-0554-3345-871D-48A6BABEE3E1}" type="datetimeFigureOut">
              <a:rPr lang="en-US" smtClean="0"/>
              <a:t>2/17/26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76209C-F82F-8948-8964-C389942C0FEE}" type="slidenum">
              <a:rPr lang="en-US" smtClean="0"/>
              <a:t>‹#›</a:t>
            </a:fld>
            <a:endParaRPr lang="en-US"/>
          </a:p>
        </p:txBody>
      </p:sp>
    </p:spTree>
    <p:extLst>
      <p:ext uri="{BB962C8B-B14F-4D97-AF65-F5344CB8AC3E}">
        <p14:creationId xmlns:p14="http://schemas.microsoft.com/office/powerpoint/2010/main" val="418401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00ABA2-F050-76BB-E4A9-9A1817A308D8}"/>
              </a:ext>
            </a:extLst>
          </p:cNvPr>
          <p:cNvSpPr>
            <a:spLocks noGrp="1"/>
          </p:cNvSpPr>
          <p:nvPr>
            <p:ph type="ctrTitle" hasCustomPrompt="1"/>
          </p:nvPr>
        </p:nvSpPr>
        <p:spPr>
          <a:xfrm>
            <a:off x="1524000" y="1122363"/>
            <a:ext cx="9144000" cy="2387600"/>
          </a:xfrm>
        </p:spPr>
        <p:txBody>
          <a:bodyPr anchor="b"/>
          <a:lstStyle>
            <a:lvl1pPr algn="ctr">
              <a:defRPr sz="6000"/>
            </a:lvl1pPr>
          </a:lstStyle>
          <a:p>
            <a:r>
              <a:rPr lang="en-US" dirty="0"/>
              <a:t>Lesson 1</a:t>
            </a:r>
          </a:p>
        </p:txBody>
      </p:sp>
      <p:sp>
        <p:nvSpPr>
          <p:cNvPr id="3" name="Subtitle 2">
            <a:extLst>
              <a:ext uri="{FF2B5EF4-FFF2-40B4-BE49-F238E27FC236}">
                <a16:creationId xmlns:a16="http://schemas.microsoft.com/office/drawing/2014/main" id="{2788B8A1-4019-4D0D-69E4-51C58926FF24}"/>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Lesson Name</a:t>
            </a:r>
          </a:p>
        </p:txBody>
      </p:sp>
      <p:pic>
        <p:nvPicPr>
          <p:cNvPr id="8" name="Picture 7" descr="Blue text on a white background&#10;&#10;Description automatically generated">
            <a:extLst>
              <a:ext uri="{FF2B5EF4-FFF2-40B4-BE49-F238E27FC236}">
                <a16:creationId xmlns:a16="http://schemas.microsoft.com/office/drawing/2014/main" id="{1E41D946-B0E6-5FE9-7F33-DECF0431287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Date Placeholder 3">
            <a:extLst>
              <a:ext uri="{FF2B5EF4-FFF2-40B4-BE49-F238E27FC236}">
                <a16:creationId xmlns:a16="http://schemas.microsoft.com/office/drawing/2014/main" id="{330826D9-D744-BD54-EF64-70E8CB5AE242}"/>
              </a:ext>
            </a:extLst>
          </p:cNvPr>
          <p:cNvSpPr>
            <a:spLocks noGrp="1"/>
          </p:cNvSpPr>
          <p:nvPr>
            <p:ph type="dt" sz="half" idx="10"/>
          </p:nvPr>
        </p:nvSpPr>
        <p:spPr/>
        <p:txBody>
          <a:bodyPr/>
          <a:lstStyle/>
          <a:p>
            <a:fld id="{04BC266F-70C8-954B-9EC8-D842168CE9D2}" type="datetimeFigureOut">
              <a:rPr lang="en-US" smtClean="0"/>
              <a:t>2/17/26</a:t>
            </a:fld>
            <a:endParaRPr lang="en-US"/>
          </a:p>
        </p:txBody>
      </p:sp>
      <p:sp>
        <p:nvSpPr>
          <p:cNvPr id="5" name="Footer Placeholder 4">
            <a:extLst>
              <a:ext uri="{FF2B5EF4-FFF2-40B4-BE49-F238E27FC236}">
                <a16:creationId xmlns:a16="http://schemas.microsoft.com/office/drawing/2014/main" id="{3794B7A0-4232-A0AC-7E3A-3BF632F0C83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13A9B9C0-7AE6-2F09-7A4E-D58AB0F87DAF}"/>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14" name="Footer Placeholder 4">
            <a:extLst>
              <a:ext uri="{FF2B5EF4-FFF2-40B4-BE49-F238E27FC236}">
                <a16:creationId xmlns:a16="http://schemas.microsoft.com/office/drawing/2014/main" id="{D0B6F2F1-CE07-6C53-35DD-423B006969A2}"/>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7" name="Footer Placeholder 4">
            <a:extLst>
              <a:ext uri="{FF2B5EF4-FFF2-40B4-BE49-F238E27FC236}">
                <a16:creationId xmlns:a16="http://schemas.microsoft.com/office/drawing/2014/main" id="{7EC7D6A8-C716-40D7-8EA0-CBACE0B8E8B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88EE941-D370-38CE-7C65-D512B4AC642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216534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7934C-88AA-65C7-69FD-291768EA3BAD}"/>
              </a:ext>
            </a:extLst>
          </p:cNvPr>
          <p:cNvSpPr>
            <a:spLocks noGrp="1"/>
          </p:cNvSpPr>
          <p:nvPr>
            <p:ph type="title" hasCustomPrompt="1"/>
          </p:nvPr>
        </p:nvSpPr>
        <p:spPr>
          <a:xfrm>
            <a:off x="838200" y="826369"/>
            <a:ext cx="10515600" cy="1325563"/>
          </a:xfrm>
        </p:spPr>
        <p:txBody>
          <a:bodyPr/>
          <a:lstStyle/>
          <a:p>
            <a:r>
              <a:rPr lang="en-US" dirty="0"/>
              <a:t>Topic Name</a:t>
            </a:r>
          </a:p>
        </p:txBody>
      </p:sp>
      <p:sp>
        <p:nvSpPr>
          <p:cNvPr id="3" name="Content Placeholder 2">
            <a:extLst>
              <a:ext uri="{FF2B5EF4-FFF2-40B4-BE49-F238E27FC236}">
                <a16:creationId xmlns:a16="http://schemas.microsoft.com/office/drawing/2014/main" id="{F9A40A79-3EDB-F8E7-BE0C-7ADA403789EC}"/>
              </a:ext>
            </a:extLst>
          </p:cNvPr>
          <p:cNvSpPr>
            <a:spLocks noGrp="1"/>
          </p:cNvSpPr>
          <p:nvPr>
            <p:ph idx="1"/>
          </p:nvPr>
        </p:nvSpPr>
        <p:spPr>
          <a:xfrm>
            <a:off x="838200" y="2286869"/>
            <a:ext cx="10515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5" name="Picture 4" descr="Blue text on a white background&#10;&#10;Description automatically generated">
            <a:extLst>
              <a:ext uri="{FF2B5EF4-FFF2-40B4-BE49-F238E27FC236}">
                <a16:creationId xmlns:a16="http://schemas.microsoft.com/office/drawing/2014/main" id="{D2B64AD2-0907-0C80-4C6F-E5925CA19DB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A20CEFFD-1670-10A5-7ED4-7F9703262EA1}"/>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2E0509C1-2A03-2148-8C1A-8FA9E5ACBECF}"/>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3A86EC78-3FBD-4A30-427B-30963D3C6ABF}"/>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42390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C86428-0162-8984-D72C-F96220FAF22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D915D9C-50A3-FEC4-9D1D-487FA259D45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5659D22-453E-BFFB-3F8A-759A6391CA8C}"/>
              </a:ext>
            </a:extLst>
          </p:cNvPr>
          <p:cNvSpPr>
            <a:spLocks noGrp="1"/>
          </p:cNvSpPr>
          <p:nvPr>
            <p:ph type="dt" sz="half" idx="10"/>
          </p:nvPr>
        </p:nvSpPr>
        <p:spPr/>
        <p:txBody>
          <a:bodyPr/>
          <a:lstStyle/>
          <a:p>
            <a:fld id="{04BC266F-70C8-954B-9EC8-D842168CE9D2}" type="datetimeFigureOut">
              <a:rPr lang="en-US" smtClean="0"/>
              <a:t>2/17/26</a:t>
            </a:fld>
            <a:endParaRPr lang="en-US"/>
          </a:p>
        </p:txBody>
      </p:sp>
      <p:sp>
        <p:nvSpPr>
          <p:cNvPr id="5" name="Footer Placeholder 4">
            <a:extLst>
              <a:ext uri="{FF2B5EF4-FFF2-40B4-BE49-F238E27FC236}">
                <a16:creationId xmlns:a16="http://schemas.microsoft.com/office/drawing/2014/main" id="{B0FF2910-0DE9-B288-360A-0BEB46FC4AC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20602E-2E56-CB33-125B-47DD51E32515}"/>
              </a:ext>
            </a:extLst>
          </p:cNvPr>
          <p:cNvSpPr>
            <a:spLocks noGrp="1"/>
          </p:cNvSpPr>
          <p:nvPr>
            <p:ph type="sldNum" sz="quarter" idx="12"/>
          </p:nvPr>
        </p:nvSpPr>
        <p:spPr/>
        <p:txBody>
          <a:bodyPr/>
          <a:lstStyle/>
          <a:p>
            <a:fld id="{5AEF18FD-875D-A541-8C07-F37C775C0F13}" type="slidenum">
              <a:rPr lang="en-US" smtClean="0"/>
              <a:t>‹#›</a:t>
            </a:fld>
            <a:endParaRPr lang="en-US"/>
          </a:p>
        </p:txBody>
      </p:sp>
      <p:pic>
        <p:nvPicPr>
          <p:cNvPr id="7" name="Picture 6" descr="Blue text on a white background&#10;&#10;Description automatically generated">
            <a:extLst>
              <a:ext uri="{FF2B5EF4-FFF2-40B4-BE49-F238E27FC236}">
                <a16:creationId xmlns:a16="http://schemas.microsoft.com/office/drawing/2014/main" id="{384689F0-2863-7C4B-17BF-BE5B5D9EC3F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8" name="Footer Placeholder 4">
            <a:extLst>
              <a:ext uri="{FF2B5EF4-FFF2-40B4-BE49-F238E27FC236}">
                <a16:creationId xmlns:a16="http://schemas.microsoft.com/office/drawing/2014/main" id="{2F959288-960D-4A38-60A1-E81A6BCED55C}"/>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9" name="Footer Placeholder 4">
            <a:extLst>
              <a:ext uri="{FF2B5EF4-FFF2-40B4-BE49-F238E27FC236}">
                <a16:creationId xmlns:a16="http://schemas.microsoft.com/office/drawing/2014/main" id="{F72B048E-A6FE-4CAB-EC85-1198407F2FD8}"/>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D3F180FA-D017-2661-AF92-BFE9BEC5084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832407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747A8-E096-D9F8-9F8D-29067968C762}"/>
              </a:ext>
            </a:extLst>
          </p:cNvPr>
          <p:cNvSpPr>
            <a:spLocks noGrp="1"/>
          </p:cNvSpPr>
          <p:nvPr>
            <p:ph type="title"/>
          </p:nvPr>
        </p:nvSpPr>
        <p:spPr>
          <a:xfrm>
            <a:off x="838200" y="850645"/>
            <a:ext cx="10515600" cy="1325563"/>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DD67934-A1CC-85B8-7BAE-95BB6C6E0426}"/>
              </a:ext>
            </a:extLst>
          </p:cNvPr>
          <p:cNvSpPr>
            <a:spLocks noGrp="1"/>
          </p:cNvSpPr>
          <p:nvPr>
            <p:ph sz="half" idx="1"/>
          </p:nvPr>
        </p:nvSpPr>
        <p:spPr>
          <a:xfrm>
            <a:off x="838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00EA0AFE-62F3-0422-AA84-A575E4E80E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Content Placeholder 3">
            <a:extLst>
              <a:ext uri="{FF2B5EF4-FFF2-40B4-BE49-F238E27FC236}">
                <a16:creationId xmlns:a16="http://schemas.microsoft.com/office/drawing/2014/main" id="{F8AB141E-535E-5ACA-4F43-5F265BED592F}"/>
              </a:ext>
            </a:extLst>
          </p:cNvPr>
          <p:cNvSpPr>
            <a:spLocks noGrp="1"/>
          </p:cNvSpPr>
          <p:nvPr>
            <p:ph sz="half" idx="2"/>
          </p:nvPr>
        </p:nvSpPr>
        <p:spPr>
          <a:xfrm>
            <a:off x="6172200" y="231114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Footer Placeholder 4">
            <a:extLst>
              <a:ext uri="{FF2B5EF4-FFF2-40B4-BE49-F238E27FC236}">
                <a16:creationId xmlns:a16="http://schemas.microsoft.com/office/drawing/2014/main" id="{F5878491-3BC2-286A-8527-9EC73F050C5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CCDATSCL</a:t>
            </a:r>
          </a:p>
        </p:txBody>
      </p:sp>
      <p:sp>
        <p:nvSpPr>
          <p:cNvPr id="10" name="Footer Placeholder 4">
            <a:extLst>
              <a:ext uri="{FF2B5EF4-FFF2-40B4-BE49-F238E27FC236}">
                <a16:creationId xmlns:a16="http://schemas.microsoft.com/office/drawing/2014/main" id="{E6E02060-1062-1563-E549-CD8CEB48D9B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C202D2-FCDD-C68E-CAA2-6C1E5DD46859}"/>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781433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FD41-6019-CD6C-6665-80EA8D7A6C02}"/>
              </a:ext>
            </a:extLst>
          </p:cNvPr>
          <p:cNvSpPr>
            <a:spLocks noGrp="1"/>
          </p:cNvSpPr>
          <p:nvPr>
            <p:ph type="title"/>
          </p:nvPr>
        </p:nvSpPr>
        <p:spPr>
          <a:xfrm>
            <a:off x="839788" y="826369"/>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6C9F666-6A8D-602E-BBFD-BDB638D94CE9}"/>
              </a:ext>
            </a:extLst>
          </p:cNvPr>
          <p:cNvSpPr>
            <a:spLocks noGrp="1"/>
          </p:cNvSpPr>
          <p:nvPr>
            <p:ph type="body" idx="1"/>
          </p:nvPr>
        </p:nvSpPr>
        <p:spPr>
          <a:xfrm>
            <a:off x="839788" y="2142407"/>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67DB928-AEB0-9052-5F03-5F10A5A6D0B7}"/>
              </a:ext>
            </a:extLst>
          </p:cNvPr>
          <p:cNvSpPr>
            <a:spLocks noGrp="1"/>
          </p:cNvSpPr>
          <p:nvPr>
            <p:ph sz="half" idx="2"/>
          </p:nvPr>
        </p:nvSpPr>
        <p:spPr>
          <a:xfrm>
            <a:off x="839788" y="2966319"/>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5987E17-25F6-814C-5955-581112A1DAE5}"/>
              </a:ext>
            </a:extLst>
          </p:cNvPr>
          <p:cNvSpPr>
            <a:spLocks noGrp="1"/>
          </p:cNvSpPr>
          <p:nvPr>
            <p:ph type="body" sz="quarter" idx="3"/>
          </p:nvPr>
        </p:nvSpPr>
        <p:spPr>
          <a:xfrm>
            <a:off x="6172200" y="2142407"/>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pic>
        <p:nvPicPr>
          <p:cNvPr id="8" name="Picture 7" descr="Blue text on a white background&#10;&#10;Description automatically generated">
            <a:extLst>
              <a:ext uri="{FF2B5EF4-FFF2-40B4-BE49-F238E27FC236}">
                <a16:creationId xmlns:a16="http://schemas.microsoft.com/office/drawing/2014/main" id="{0C68B052-178B-68EB-74D0-1F72A961D625}"/>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6" name="Content Placeholder 5">
            <a:extLst>
              <a:ext uri="{FF2B5EF4-FFF2-40B4-BE49-F238E27FC236}">
                <a16:creationId xmlns:a16="http://schemas.microsoft.com/office/drawing/2014/main" id="{58E2F8CB-407F-E9C8-0B60-6661F8F09C93}"/>
              </a:ext>
            </a:extLst>
          </p:cNvPr>
          <p:cNvSpPr>
            <a:spLocks noGrp="1"/>
          </p:cNvSpPr>
          <p:nvPr>
            <p:ph sz="quarter" idx="4"/>
          </p:nvPr>
        </p:nvSpPr>
        <p:spPr>
          <a:xfrm>
            <a:off x="6172200" y="2966319"/>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Footer Placeholder 4">
            <a:extLst>
              <a:ext uri="{FF2B5EF4-FFF2-40B4-BE49-F238E27FC236}">
                <a16:creationId xmlns:a16="http://schemas.microsoft.com/office/drawing/2014/main" id="{3E084DDE-82D5-F74F-6486-DED2612274CD}"/>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2" name="Footer Placeholder 4">
            <a:extLst>
              <a:ext uri="{FF2B5EF4-FFF2-40B4-BE49-F238E27FC236}">
                <a16:creationId xmlns:a16="http://schemas.microsoft.com/office/drawing/2014/main" id="{8B202EF5-2A81-8235-70C4-6821549220EA}"/>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3" name="Straight Connector 12">
            <a:extLst>
              <a:ext uri="{FF2B5EF4-FFF2-40B4-BE49-F238E27FC236}">
                <a16:creationId xmlns:a16="http://schemas.microsoft.com/office/drawing/2014/main" id="{334AFFD4-4F3C-D078-8FAB-44BBE50F61A1}"/>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186415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0380C-E50D-70D7-4C76-E7BA7AFD9524}"/>
              </a:ext>
            </a:extLst>
          </p:cNvPr>
          <p:cNvSpPr>
            <a:spLocks noGrp="1"/>
          </p:cNvSpPr>
          <p:nvPr>
            <p:ph type="title"/>
          </p:nvPr>
        </p:nvSpPr>
        <p:spPr>
          <a:xfrm>
            <a:off x="838200" y="785909"/>
            <a:ext cx="10515600" cy="1325563"/>
          </a:xfrm>
        </p:spPr>
        <p:txBody>
          <a:bodyPr/>
          <a:lstStyle/>
          <a:p>
            <a:r>
              <a:rPr lang="en-US"/>
              <a:t>Click to edit Master title style</a:t>
            </a:r>
          </a:p>
        </p:txBody>
      </p:sp>
      <p:sp>
        <p:nvSpPr>
          <p:cNvPr id="3" name="Date Placeholder 2">
            <a:extLst>
              <a:ext uri="{FF2B5EF4-FFF2-40B4-BE49-F238E27FC236}">
                <a16:creationId xmlns:a16="http://schemas.microsoft.com/office/drawing/2014/main" id="{F2B6F113-2EC8-CE48-879A-6833BF6200A1}"/>
              </a:ext>
            </a:extLst>
          </p:cNvPr>
          <p:cNvSpPr>
            <a:spLocks noGrp="1"/>
          </p:cNvSpPr>
          <p:nvPr>
            <p:ph type="dt" sz="half" idx="10"/>
          </p:nvPr>
        </p:nvSpPr>
        <p:spPr/>
        <p:txBody>
          <a:bodyPr/>
          <a:lstStyle/>
          <a:p>
            <a:fld id="{04BC266F-70C8-954B-9EC8-D842168CE9D2}" type="datetimeFigureOut">
              <a:rPr lang="en-US" smtClean="0"/>
              <a:t>2/17/26</a:t>
            </a:fld>
            <a:endParaRPr lang="en-US"/>
          </a:p>
        </p:txBody>
      </p:sp>
      <p:sp>
        <p:nvSpPr>
          <p:cNvPr id="4" name="Footer Placeholder 3">
            <a:extLst>
              <a:ext uri="{FF2B5EF4-FFF2-40B4-BE49-F238E27FC236}">
                <a16:creationId xmlns:a16="http://schemas.microsoft.com/office/drawing/2014/main" id="{7B9D26BA-5C98-F77F-4E74-A5E405BDFC16}"/>
              </a:ext>
            </a:extLst>
          </p:cNvPr>
          <p:cNvSpPr>
            <a:spLocks noGrp="1"/>
          </p:cNvSpPr>
          <p:nvPr>
            <p:ph type="ftr" sz="quarter" idx="11"/>
          </p:nvPr>
        </p:nvSpPr>
        <p:spPr/>
        <p:txBody>
          <a:body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5F6499B7-7705-4022-0E3D-6F15DA33E04D}"/>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5" name="Slide Number Placeholder 4">
            <a:extLst>
              <a:ext uri="{FF2B5EF4-FFF2-40B4-BE49-F238E27FC236}">
                <a16:creationId xmlns:a16="http://schemas.microsoft.com/office/drawing/2014/main" id="{E96EE29F-553C-C4CE-B95E-AA4C5D73A3B6}"/>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7" name="Footer Placeholder 4">
            <a:extLst>
              <a:ext uri="{FF2B5EF4-FFF2-40B4-BE49-F238E27FC236}">
                <a16:creationId xmlns:a16="http://schemas.microsoft.com/office/drawing/2014/main" id="{708DDE5B-2DD9-86EA-2AF6-4C8E51EEF8B4}"/>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8" name="Footer Placeholder 4">
            <a:extLst>
              <a:ext uri="{FF2B5EF4-FFF2-40B4-BE49-F238E27FC236}">
                <a16:creationId xmlns:a16="http://schemas.microsoft.com/office/drawing/2014/main" id="{7E49FA92-9689-FAB4-2ECB-5B956E927256}"/>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9" name="Straight Connector 8">
            <a:extLst>
              <a:ext uri="{FF2B5EF4-FFF2-40B4-BE49-F238E27FC236}">
                <a16:creationId xmlns:a16="http://schemas.microsoft.com/office/drawing/2014/main" id="{BF669ED5-94B9-9A07-F0FF-9839ED506F34}"/>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700867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94E8268-BB09-9115-852C-9588795B4AB9}"/>
              </a:ext>
            </a:extLst>
          </p:cNvPr>
          <p:cNvSpPr>
            <a:spLocks noGrp="1"/>
          </p:cNvSpPr>
          <p:nvPr>
            <p:ph type="dt" sz="half" idx="10"/>
          </p:nvPr>
        </p:nvSpPr>
        <p:spPr/>
        <p:txBody>
          <a:bodyPr/>
          <a:lstStyle/>
          <a:p>
            <a:fld id="{04BC266F-70C8-954B-9EC8-D842168CE9D2}" type="datetimeFigureOut">
              <a:rPr lang="en-US" smtClean="0"/>
              <a:t>2/17/26</a:t>
            </a:fld>
            <a:endParaRPr lang="en-US"/>
          </a:p>
        </p:txBody>
      </p:sp>
      <p:sp>
        <p:nvSpPr>
          <p:cNvPr id="3" name="Footer Placeholder 2">
            <a:extLst>
              <a:ext uri="{FF2B5EF4-FFF2-40B4-BE49-F238E27FC236}">
                <a16:creationId xmlns:a16="http://schemas.microsoft.com/office/drawing/2014/main" id="{E6F8A218-E351-876A-DAA5-28871E0DA9EF}"/>
              </a:ext>
            </a:extLst>
          </p:cNvPr>
          <p:cNvSpPr>
            <a:spLocks noGrp="1"/>
          </p:cNvSpPr>
          <p:nvPr>
            <p:ph type="ftr" sz="quarter" idx="11"/>
          </p:nvPr>
        </p:nvSpPr>
        <p:spPr/>
        <p:txBody>
          <a:bodyPr/>
          <a:lstStyle/>
          <a:p>
            <a:endParaRPr lang="en-US"/>
          </a:p>
        </p:txBody>
      </p:sp>
      <p:pic>
        <p:nvPicPr>
          <p:cNvPr id="5" name="Picture 4" descr="Blue text on a white background&#10;&#10;Description automatically generated">
            <a:extLst>
              <a:ext uri="{FF2B5EF4-FFF2-40B4-BE49-F238E27FC236}">
                <a16:creationId xmlns:a16="http://schemas.microsoft.com/office/drawing/2014/main" id="{32B622B8-10FD-A134-458C-E6877FD80608}"/>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Slide Number Placeholder 3">
            <a:extLst>
              <a:ext uri="{FF2B5EF4-FFF2-40B4-BE49-F238E27FC236}">
                <a16:creationId xmlns:a16="http://schemas.microsoft.com/office/drawing/2014/main" id="{754078DA-EA1A-D15A-DC5A-C7E4EB745A60}"/>
              </a:ext>
            </a:extLst>
          </p:cNvPr>
          <p:cNvSpPr>
            <a:spLocks noGrp="1"/>
          </p:cNvSpPr>
          <p:nvPr>
            <p:ph type="sldNum" sz="quarter" idx="12"/>
          </p:nvPr>
        </p:nvSpPr>
        <p:spPr/>
        <p:txBody>
          <a:bodyPr/>
          <a:lstStyle/>
          <a:p>
            <a:fld id="{5AEF18FD-875D-A541-8C07-F37C775C0F13}" type="slidenum">
              <a:rPr lang="en-US" smtClean="0"/>
              <a:t>‹#›</a:t>
            </a:fld>
            <a:endParaRPr lang="en-US"/>
          </a:p>
        </p:txBody>
      </p:sp>
      <p:sp>
        <p:nvSpPr>
          <p:cNvPr id="6" name="Footer Placeholder 4">
            <a:extLst>
              <a:ext uri="{FF2B5EF4-FFF2-40B4-BE49-F238E27FC236}">
                <a16:creationId xmlns:a16="http://schemas.microsoft.com/office/drawing/2014/main" id="{40560B87-4053-202F-E17D-9EF3D6733F8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7" name="Footer Placeholder 4">
            <a:extLst>
              <a:ext uri="{FF2B5EF4-FFF2-40B4-BE49-F238E27FC236}">
                <a16:creationId xmlns:a16="http://schemas.microsoft.com/office/drawing/2014/main" id="{B5E66F80-159E-0E16-E237-CC8F92940701}"/>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8" name="Straight Connector 7">
            <a:extLst>
              <a:ext uri="{FF2B5EF4-FFF2-40B4-BE49-F238E27FC236}">
                <a16:creationId xmlns:a16="http://schemas.microsoft.com/office/drawing/2014/main" id="{ADFE5D7F-2C5A-49EE-7A01-6A6A94CCC39D}"/>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880126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F9512-DB3C-27D6-94A1-4CE5658EDA6D}"/>
              </a:ext>
            </a:extLst>
          </p:cNvPr>
          <p:cNvSpPr>
            <a:spLocks noGrp="1"/>
          </p:cNvSpPr>
          <p:nvPr>
            <p:ph type="title"/>
          </p:nvPr>
        </p:nvSpPr>
        <p:spPr>
          <a:xfrm>
            <a:off x="839788" y="98318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34B6E74-9F00-7DB0-255C-B77AD9A41B6F}"/>
              </a:ext>
            </a:extLst>
          </p:cNvPr>
          <p:cNvSpPr>
            <a:spLocks noGrp="1"/>
          </p:cNvSpPr>
          <p:nvPr>
            <p:ph idx="1"/>
          </p:nvPr>
        </p:nvSpPr>
        <p:spPr>
          <a:xfrm>
            <a:off x="5183188" y="151340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pic>
        <p:nvPicPr>
          <p:cNvPr id="6" name="Picture 5" descr="Blue text on a white background&#10;&#10;Description automatically generated">
            <a:extLst>
              <a:ext uri="{FF2B5EF4-FFF2-40B4-BE49-F238E27FC236}">
                <a16:creationId xmlns:a16="http://schemas.microsoft.com/office/drawing/2014/main" id="{FE831EBC-12E1-F4A6-863D-4B8D84A1AF5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49782F70-FC76-DA9D-9C9B-5C7223768922}"/>
              </a:ext>
            </a:extLst>
          </p:cNvPr>
          <p:cNvSpPr>
            <a:spLocks noGrp="1"/>
          </p:cNvSpPr>
          <p:nvPr>
            <p:ph type="body" sz="half" idx="2"/>
          </p:nvPr>
        </p:nvSpPr>
        <p:spPr>
          <a:xfrm>
            <a:off x="839788" y="258338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5762C284-A385-C151-F898-C6E0FD35F2E8}"/>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B9779549-2BAC-513C-0330-0CC70BE106D4}"/>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B695A169-9043-0478-7765-F692CDA08802}"/>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1651165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E7646F-9BC1-59FE-5CD1-0334C05843C2}"/>
              </a:ext>
            </a:extLst>
          </p:cNvPr>
          <p:cNvSpPr>
            <a:spLocks noGrp="1"/>
          </p:cNvSpPr>
          <p:nvPr>
            <p:ph type="title"/>
          </p:nvPr>
        </p:nvSpPr>
        <p:spPr>
          <a:xfrm>
            <a:off x="839788" y="934628"/>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17D81B3-860D-217A-1F5F-D7F60AB4D897}"/>
              </a:ext>
            </a:extLst>
          </p:cNvPr>
          <p:cNvSpPr>
            <a:spLocks noGrp="1"/>
          </p:cNvSpPr>
          <p:nvPr>
            <p:ph type="pic" idx="1"/>
          </p:nvPr>
        </p:nvSpPr>
        <p:spPr>
          <a:xfrm>
            <a:off x="5183188" y="1464853"/>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pic>
        <p:nvPicPr>
          <p:cNvPr id="6" name="Picture 5" descr="Blue text on a white background&#10;&#10;Description automatically generated">
            <a:extLst>
              <a:ext uri="{FF2B5EF4-FFF2-40B4-BE49-F238E27FC236}">
                <a16:creationId xmlns:a16="http://schemas.microsoft.com/office/drawing/2014/main" id="{749EBEBA-9410-EC61-6F84-BC52B450D7FC}"/>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4" name="Text Placeholder 3">
            <a:extLst>
              <a:ext uri="{FF2B5EF4-FFF2-40B4-BE49-F238E27FC236}">
                <a16:creationId xmlns:a16="http://schemas.microsoft.com/office/drawing/2014/main" id="{618FB98A-B430-C6D2-5211-28791F38A231}"/>
              </a:ext>
            </a:extLst>
          </p:cNvPr>
          <p:cNvSpPr>
            <a:spLocks noGrp="1"/>
          </p:cNvSpPr>
          <p:nvPr>
            <p:ph type="body" sz="half" idx="2"/>
          </p:nvPr>
        </p:nvSpPr>
        <p:spPr>
          <a:xfrm>
            <a:off x="839788" y="2534828"/>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Footer Placeholder 4">
            <a:extLst>
              <a:ext uri="{FF2B5EF4-FFF2-40B4-BE49-F238E27FC236}">
                <a16:creationId xmlns:a16="http://schemas.microsoft.com/office/drawing/2014/main" id="{123FCC6A-2F3F-4971-9EC4-557092FB1A40}"/>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10" name="Footer Placeholder 4">
            <a:extLst>
              <a:ext uri="{FF2B5EF4-FFF2-40B4-BE49-F238E27FC236}">
                <a16:creationId xmlns:a16="http://schemas.microsoft.com/office/drawing/2014/main" id="{8236CCB9-8956-84BC-DEF4-5AC27703601C}"/>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1" name="Straight Connector 10">
            <a:extLst>
              <a:ext uri="{FF2B5EF4-FFF2-40B4-BE49-F238E27FC236}">
                <a16:creationId xmlns:a16="http://schemas.microsoft.com/office/drawing/2014/main" id="{5A05EB57-C136-624C-3951-8BA8F4AF0526}"/>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78021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5" name="Picture 4" descr="Blue text on a white background&#10;&#10;Description automatically generated">
            <a:extLst>
              <a:ext uri="{FF2B5EF4-FFF2-40B4-BE49-F238E27FC236}">
                <a16:creationId xmlns:a16="http://schemas.microsoft.com/office/drawing/2014/main" id="{7B5669AE-17C4-21B8-716E-576EA07222E2}"/>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2" name="Title 1">
            <a:extLst>
              <a:ext uri="{FF2B5EF4-FFF2-40B4-BE49-F238E27FC236}">
                <a16:creationId xmlns:a16="http://schemas.microsoft.com/office/drawing/2014/main" id="{CB411D1C-0F2D-DA60-ACD5-56D862F86C92}"/>
              </a:ext>
            </a:extLst>
          </p:cNvPr>
          <p:cNvSpPr>
            <a:spLocks noGrp="1"/>
          </p:cNvSpPr>
          <p:nvPr>
            <p:ph type="title"/>
          </p:nvPr>
        </p:nvSpPr>
        <p:spPr>
          <a:xfrm>
            <a:off x="838200" y="866829"/>
            <a:ext cx="10515600" cy="1325563"/>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69B6DBA-925F-FB98-9AA6-17E75C3A831D}"/>
              </a:ext>
            </a:extLst>
          </p:cNvPr>
          <p:cNvSpPr>
            <a:spLocks noGrp="1"/>
          </p:cNvSpPr>
          <p:nvPr>
            <p:ph type="body" orient="vert" idx="1"/>
          </p:nvPr>
        </p:nvSpPr>
        <p:spPr>
          <a:xfrm>
            <a:off x="838200" y="2327329"/>
            <a:ext cx="10515600" cy="43513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1C6A99E0-164E-8E07-5CE2-462A5715BEDF}"/>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57BC6584-4AE6-A403-9D75-64B3D0961972}"/>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5A268FE7-9424-BA2B-6407-5EDFA2D19315}"/>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09534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4B05C3D-FB3F-3C25-7050-4E9FC83033CB}"/>
              </a:ext>
            </a:extLst>
          </p:cNvPr>
          <p:cNvSpPr>
            <a:spLocks noGrp="1"/>
          </p:cNvSpPr>
          <p:nvPr>
            <p:ph type="title" orient="vert"/>
          </p:nvPr>
        </p:nvSpPr>
        <p:spPr>
          <a:xfrm>
            <a:off x="8724900" y="858737"/>
            <a:ext cx="2628900" cy="5811838"/>
          </a:xfrm>
        </p:spPr>
        <p:txBody>
          <a:bodyPr vert="eaVert"/>
          <a:lstStyle/>
          <a:p>
            <a:r>
              <a:rPr lang="en-US"/>
              <a:t>Click to edit Master title style</a:t>
            </a:r>
          </a:p>
        </p:txBody>
      </p:sp>
      <p:pic>
        <p:nvPicPr>
          <p:cNvPr id="5" name="Picture 4" descr="Blue text on a white background&#10;&#10;Description automatically generated">
            <a:extLst>
              <a:ext uri="{FF2B5EF4-FFF2-40B4-BE49-F238E27FC236}">
                <a16:creationId xmlns:a16="http://schemas.microsoft.com/office/drawing/2014/main" id="{19D51CD6-6B48-B408-FB65-BEBD1C62DA29}"/>
              </a:ext>
            </a:extLst>
          </p:cNvPr>
          <p:cNvPicPr>
            <a:picLocks noChangeAspect="1"/>
          </p:cNvPicPr>
          <p:nvPr userDrawn="1"/>
        </p:nvPicPr>
        <p:blipFill rotWithShape="1">
          <a:blip r:embed="rId2"/>
          <a:srcRect t="4891" b="1"/>
          <a:stretch/>
        </p:blipFill>
        <p:spPr>
          <a:xfrm>
            <a:off x="0" y="0"/>
            <a:ext cx="2051824" cy="650488"/>
          </a:xfrm>
          <a:prstGeom prst="rect">
            <a:avLst/>
          </a:prstGeom>
        </p:spPr>
      </p:pic>
      <p:sp>
        <p:nvSpPr>
          <p:cNvPr id="3" name="Vertical Text Placeholder 2">
            <a:extLst>
              <a:ext uri="{FF2B5EF4-FFF2-40B4-BE49-F238E27FC236}">
                <a16:creationId xmlns:a16="http://schemas.microsoft.com/office/drawing/2014/main" id="{A4F8A6BD-D071-5134-8DAB-9685A5A426F0}"/>
              </a:ext>
            </a:extLst>
          </p:cNvPr>
          <p:cNvSpPr>
            <a:spLocks noGrp="1"/>
          </p:cNvSpPr>
          <p:nvPr>
            <p:ph type="body" orient="vert" idx="1"/>
          </p:nvPr>
        </p:nvSpPr>
        <p:spPr>
          <a:xfrm>
            <a:off x="838200" y="858737"/>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4">
            <a:extLst>
              <a:ext uri="{FF2B5EF4-FFF2-40B4-BE49-F238E27FC236}">
                <a16:creationId xmlns:a16="http://schemas.microsoft.com/office/drawing/2014/main" id="{C9D8348D-1C95-7E0B-1725-AD73063169BA}"/>
              </a:ext>
            </a:extLst>
          </p:cNvPr>
          <p:cNvSpPr txBox="1">
            <a:spLocks/>
          </p:cNvSpPr>
          <p:nvPr userDrawn="1"/>
        </p:nvSpPr>
        <p:spPr>
          <a:xfrm>
            <a:off x="4038600" y="151382"/>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CCDATSCL</a:t>
            </a:r>
          </a:p>
        </p:txBody>
      </p:sp>
      <p:sp>
        <p:nvSpPr>
          <p:cNvPr id="9" name="Footer Placeholder 4">
            <a:extLst>
              <a:ext uri="{FF2B5EF4-FFF2-40B4-BE49-F238E27FC236}">
                <a16:creationId xmlns:a16="http://schemas.microsoft.com/office/drawing/2014/main" id="{FC05B5A8-0ED3-B01C-7645-7C6B12D8F1E3}"/>
              </a:ext>
            </a:extLst>
          </p:cNvPr>
          <p:cNvSpPr txBox="1">
            <a:spLocks/>
          </p:cNvSpPr>
          <p:nvPr userDrawn="1"/>
        </p:nvSpPr>
        <p:spPr>
          <a:xfrm>
            <a:off x="9982200" y="151381"/>
            <a:ext cx="1877337"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82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CS Department</a:t>
            </a:r>
          </a:p>
        </p:txBody>
      </p:sp>
      <p:cxnSp>
        <p:nvCxnSpPr>
          <p:cNvPr id="10" name="Straight Connector 9">
            <a:extLst>
              <a:ext uri="{FF2B5EF4-FFF2-40B4-BE49-F238E27FC236}">
                <a16:creationId xmlns:a16="http://schemas.microsoft.com/office/drawing/2014/main" id="{13D5E4D1-6755-AA74-3EC7-549A709B197A}"/>
              </a:ext>
            </a:extLst>
          </p:cNvPr>
          <p:cNvCxnSpPr>
            <a:cxnSpLocks/>
          </p:cNvCxnSpPr>
          <p:nvPr userDrawn="1"/>
        </p:nvCxnSpPr>
        <p:spPr>
          <a:xfrm>
            <a:off x="0" y="644078"/>
            <a:ext cx="12192000" cy="0"/>
          </a:xfrm>
          <a:prstGeom prst="line">
            <a:avLst/>
          </a:prstGeom>
          <a:ln w="76200">
            <a:solidFill>
              <a:srgbClr val="32418C"/>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339728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A8C53B7-FED3-EFF9-26A5-392907AB9F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Subject Title</a:t>
            </a:r>
          </a:p>
        </p:txBody>
      </p:sp>
      <p:sp>
        <p:nvSpPr>
          <p:cNvPr id="3" name="Text Placeholder 2">
            <a:extLst>
              <a:ext uri="{FF2B5EF4-FFF2-40B4-BE49-F238E27FC236}">
                <a16:creationId xmlns:a16="http://schemas.microsoft.com/office/drawing/2014/main" id="{D5B91B9D-A735-901B-1C8F-AF7739954B2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4FCA33F-C01E-0A3B-9D81-94314744198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4BC266F-70C8-954B-9EC8-D842168CE9D2}" type="datetimeFigureOut">
              <a:rPr lang="en-US" smtClean="0"/>
              <a:t>2/17/26</a:t>
            </a:fld>
            <a:endParaRPr lang="en-US"/>
          </a:p>
        </p:txBody>
      </p:sp>
      <p:sp>
        <p:nvSpPr>
          <p:cNvPr id="5" name="Footer Placeholder 4">
            <a:extLst>
              <a:ext uri="{FF2B5EF4-FFF2-40B4-BE49-F238E27FC236}">
                <a16:creationId xmlns:a16="http://schemas.microsoft.com/office/drawing/2014/main" id="{EF14D509-240F-F8C7-25C0-84E3FCFA70C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AFA56B6-26D6-957A-7566-E1928B4300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5AEF18FD-875D-A541-8C07-F37C775C0F13}" type="slidenum">
              <a:rPr lang="en-US" smtClean="0"/>
              <a:t>‹#›</a:t>
            </a:fld>
            <a:endParaRPr lang="en-US"/>
          </a:p>
        </p:txBody>
      </p:sp>
    </p:spTree>
    <p:extLst>
      <p:ext uri="{BB962C8B-B14F-4D97-AF65-F5344CB8AC3E}">
        <p14:creationId xmlns:p14="http://schemas.microsoft.com/office/powerpoint/2010/main" val="65127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hyperlink" Target="https://www.scribbr.com/methodology/correlation-vs-causation/"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www.scribbr.com/statistics/statistical-tests/"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DC0FD-E73C-26A6-891F-61B461076958}"/>
              </a:ext>
            </a:extLst>
          </p:cNvPr>
          <p:cNvSpPr>
            <a:spLocks noGrp="1"/>
          </p:cNvSpPr>
          <p:nvPr>
            <p:ph type="ctrTitle"/>
          </p:nvPr>
        </p:nvSpPr>
        <p:spPr>
          <a:xfrm>
            <a:off x="1524000" y="2794475"/>
            <a:ext cx="9144000" cy="1184161"/>
          </a:xfrm>
        </p:spPr>
        <p:txBody>
          <a:bodyPr>
            <a:normAutofit fontScale="90000"/>
          </a:bodyPr>
          <a:lstStyle/>
          <a:p>
            <a:r>
              <a:rPr lang="en-US" sz="7000" dirty="0">
                <a:solidFill>
                  <a:srgbClr val="32418C"/>
                </a:solidFill>
                <a:latin typeface="Aptos" panose="020B0004020202020204" pitchFamily="34" charset="0"/>
              </a:rPr>
              <a:t>Choosing the right Statistical Test</a:t>
            </a:r>
            <a:endParaRPr lang="en-US" sz="7000" dirty="0">
              <a:latin typeface="Aptos" panose="020B0004020202020204" pitchFamily="34" charset="0"/>
            </a:endParaRPr>
          </a:p>
        </p:txBody>
      </p:sp>
      <p:sp>
        <p:nvSpPr>
          <p:cNvPr id="3" name="Subtitle 2">
            <a:extLst>
              <a:ext uri="{FF2B5EF4-FFF2-40B4-BE49-F238E27FC236}">
                <a16:creationId xmlns:a16="http://schemas.microsoft.com/office/drawing/2014/main" id="{55CA8846-F5F9-9E2F-7E86-4EDFA1AEFED2}"/>
              </a:ext>
            </a:extLst>
          </p:cNvPr>
          <p:cNvSpPr>
            <a:spLocks noGrp="1"/>
          </p:cNvSpPr>
          <p:nvPr>
            <p:ph type="subTitle" idx="1"/>
          </p:nvPr>
        </p:nvSpPr>
        <p:spPr>
          <a:xfrm>
            <a:off x="1524000" y="3978636"/>
            <a:ext cx="9144000" cy="471198"/>
          </a:xfrm>
        </p:spPr>
        <p:txBody>
          <a:bodyPr/>
          <a:lstStyle/>
          <a:p>
            <a:endParaRPr lang="en-US" dirty="0"/>
          </a:p>
        </p:txBody>
      </p:sp>
    </p:spTree>
    <p:extLst>
      <p:ext uri="{BB962C8B-B14F-4D97-AF65-F5344CB8AC3E}">
        <p14:creationId xmlns:p14="http://schemas.microsoft.com/office/powerpoint/2010/main" val="34553692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E4E8B32D-D13C-D701-5CF1-796DC9E36E3A}"/>
              </a:ext>
            </a:extLst>
          </p:cNvPr>
          <p:cNvSpPr>
            <a:spLocks noGrp="1"/>
          </p:cNvSpPr>
          <p:nvPr>
            <p:ph type="title"/>
          </p:nvPr>
        </p:nvSpPr>
        <p:spPr>
          <a:xfrm>
            <a:off x="838200" y="826369"/>
            <a:ext cx="10515600" cy="1325563"/>
          </a:xfrm>
        </p:spPr>
        <p:txBody>
          <a:bodyPr/>
          <a:lstStyle/>
          <a:p>
            <a:r>
              <a:rPr lang="en-PH" dirty="0"/>
              <a:t>Outline</a:t>
            </a:r>
          </a:p>
        </p:txBody>
      </p:sp>
      <p:sp>
        <p:nvSpPr>
          <p:cNvPr id="11" name="Content Placeholder 2">
            <a:extLst>
              <a:ext uri="{FF2B5EF4-FFF2-40B4-BE49-F238E27FC236}">
                <a16:creationId xmlns:a16="http://schemas.microsoft.com/office/drawing/2014/main" id="{8FED421C-D127-257D-0162-034D034A4EF4}"/>
              </a:ext>
            </a:extLst>
          </p:cNvPr>
          <p:cNvSpPr>
            <a:spLocks noGrp="1"/>
          </p:cNvSpPr>
          <p:nvPr>
            <p:ph idx="1"/>
          </p:nvPr>
        </p:nvSpPr>
        <p:spPr>
          <a:xfrm>
            <a:off x="838200" y="2056369"/>
            <a:ext cx="10515600" cy="4510686"/>
          </a:xfrm>
        </p:spPr>
        <p:txBody>
          <a:bodyPr>
            <a:noAutofit/>
          </a:bodyPr>
          <a:lstStyle/>
          <a:p>
            <a:pPr algn="l">
              <a:buFont typeface="Wingdings" pitchFamily="2" charset="2"/>
              <a:buChar char="Ø"/>
            </a:pPr>
            <a:r>
              <a:rPr lang="en-US" sz="3500" b="1" dirty="0"/>
              <a:t> What does a statistical test do?</a:t>
            </a:r>
          </a:p>
          <a:p>
            <a:pPr algn="l">
              <a:buFont typeface="Wingdings" pitchFamily="2" charset="2"/>
              <a:buChar char="Ø"/>
            </a:pPr>
            <a:r>
              <a:rPr lang="en-US" sz="3500" b="1" dirty="0"/>
              <a:t> When to perform a statistical test?</a:t>
            </a:r>
          </a:p>
          <a:p>
            <a:pPr algn="l">
              <a:buFont typeface="Wingdings" pitchFamily="2" charset="2"/>
              <a:buChar char="Ø"/>
            </a:pPr>
            <a:r>
              <a:rPr lang="en-US" sz="3500" b="1" dirty="0"/>
              <a:t> Choosing a parametric test</a:t>
            </a:r>
          </a:p>
          <a:p>
            <a:pPr lvl="1">
              <a:buFont typeface="Wingdings" pitchFamily="2" charset="2"/>
              <a:buChar char="§"/>
            </a:pPr>
            <a:r>
              <a:rPr lang="en-US" sz="2700" b="1" dirty="0"/>
              <a:t> Regression</a:t>
            </a:r>
          </a:p>
          <a:p>
            <a:pPr lvl="1">
              <a:buFont typeface="Wingdings" pitchFamily="2" charset="2"/>
              <a:buChar char="§"/>
            </a:pPr>
            <a:r>
              <a:rPr lang="en-US" sz="2700" b="1" dirty="0"/>
              <a:t> Comparison</a:t>
            </a:r>
          </a:p>
          <a:p>
            <a:pPr lvl="1">
              <a:buFont typeface="Wingdings" pitchFamily="2" charset="2"/>
              <a:buChar char="§"/>
            </a:pPr>
            <a:r>
              <a:rPr lang="en-US" sz="2700" b="1" dirty="0"/>
              <a:t> Correlation</a:t>
            </a:r>
          </a:p>
          <a:p>
            <a:pPr>
              <a:buFont typeface="Wingdings" pitchFamily="2" charset="2"/>
              <a:buChar char="Ø"/>
            </a:pPr>
            <a:r>
              <a:rPr lang="en-US" sz="3500" b="1" dirty="0"/>
              <a:t> Choosing a non-parametric test</a:t>
            </a:r>
          </a:p>
          <a:p>
            <a:pPr marL="0" indent="0" algn="l">
              <a:buNone/>
            </a:pPr>
            <a:endParaRPr lang="en-US" sz="3500" b="1" dirty="0"/>
          </a:p>
        </p:txBody>
      </p:sp>
    </p:spTree>
    <p:extLst>
      <p:ext uri="{BB962C8B-B14F-4D97-AF65-F5344CB8AC3E}">
        <p14:creationId xmlns:p14="http://schemas.microsoft.com/office/powerpoint/2010/main" val="24037224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1D8A7-BC63-C68B-945A-865594132D95}"/>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7985F32C-060E-0AFF-0C8B-53F02052809A}"/>
              </a:ext>
            </a:extLst>
          </p:cNvPr>
          <p:cNvSpPr>
            <a:spLocks noGrp="1"/>
          </p:cNvSpPr>
          <p:nvPr>
            <p:ph idx="1"/>
          </p:nvPr>
        </p:nvSpPr>
        <p:spPr/>
        <p:txBody>
          <a:bodyPr>
            <a:normAutofit/>
          </a:bodyPr>
          <a:lstStyle/>
          <a:p>
            <a:pPr marL="0" indent="0">
              <a:buNone/>
            </a:pPr>
            <a:r>
              <a:rPr lang="en-PH" dirty="0"/>
              <a:t>Statistical tests are used in</a:t>
            </a:r>
            <a:r>
              <a:rPr lang="en-PH" b="1" dirty="0">
                <a:solidFill>
                  <a:srgbClr val="0070C0"/>
                </a:solidFill>
              </a:rPr>
              <a:t> hypothesis testing</a:t>
            </a:r>
            <a:r>
              <a:rPr lang="en-PH" dirty="0"/>
              <a:t>. </a:t>
            </a:r>
          </a:p>
          <a:p>
            <a:pPr marL="0" indent="0">
              <a:buNone/>
            </a:pPr>
            <a:endParaRPr lang="en-PH" dirty="0"/>
          </a:p>
          <a:p>
            <a:pPr marL="0" indent="0">
              <a:buNone/>
            </a:pPr>
            <a:r>
              <a:rPr lang="en-PH" dirty="0"/>
              <a:t>They can be used to:</a:t>
            </a:r>
          </a:p>
          <a:p>
            <a:r>
              <a:rPr lang="en-PH" dirty="0"/>
              <a:t>Determine whether a predictor variable has a statistically significant relationship with an outcome variable.</a:t>
            </a:r>
          </a:p>
          <a:p>
            <a:r>
              <a:rPr lang="en-PH" dirty="0"/>
              <a:t>Estimate the difference between two or more groups.</a:t>
            </a:r>
          </a:p>
          <a:p>
            <a:endParaRPr lang="en-US" dirty="0"/>
          </a:p>
        </p:txBody>
      </p:sp>
    </p:spTree>
    <p:extLst>
      <p:ext uri="{BB962C8B-B14F-4D97-AF65-F5344CB8AC3E}">
        <p14:creationId xmlns:p14="http://schemas.microsoft.com/office/powerpoint/2010/main" val="30856031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BE55C-F18A-9FBB-6661-A5040856E6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2E2D45-0962-9528-FDEA-68CC79A3815A}"/>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BB5D92D9-413A-0B21-6158-949A5369AEC8}"/>
              </a:ext>
            </a:extLst>
          </p:cNvPr>
          <p:cNvSpPr>
            <a:spLocks noGrp="1"/>
          </p:cNvSpPr>
          <p:nvPr>
            <p:ph idx="1"/>
          </p:nvPr>
        </p:nvSpPr>
        <p:spPr/>
        <p:txBody>
          <a:bodyPr>
            <a:normAutofit/>
          </a:bodyPr>
          <a:lstStyle/>
          <a:p>
            <a:pPr marL="0" indent="0">
              <a:buNone/>
            </a:pPr>
            <a:r>
              <a:rPr lang="en-PH" dirty="0"/>
              <a:t>Statistical tests assume a null hypothesis of no relationship or no difference between groups. Then they determine whether the observed data fall outside of the range of values predicted by the null hypothesis.</a:t>
            </a:r>
          </a:p>
          <a:p>
            <a:endParaRPr lang="en-US" dirty="0"/>
          </a:p>
        </p:txBody>
      </p:sp>
    </p:spTree>
    <p:extLst>
      <p:ext uri="{BB962C8B-B14F-4D97-AF65-F5344CB8AC3E}">
        <p14:creationId xmlns:p14="http://schemas.microsoft.com/office/powerpoint/2010/main" val="18789812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3C8496-6B55-49D7-0ED9-10499E2B8F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F253FF-B89A-D088-4F3A-B1A86785BAA7}"/>
              </a:ext>
            </a:extLst>
          </p:cNvPr>
          <p:cNvSpPr>
            <a:spLocks noGrp="1"/>
          </p:cNvSpPr>
          <p:nvPr>
            <p:ph type="title"/>
          </p:nvPr>
        </p:nvSpPr>
        <p:spPr/>
        <p:txBody>
          <a:bodyPr/>
          <a:lstStyle/>
          <a:p>
            <a:r>
              <a:rPr lang="en-US" dirty="0"/>
              <a:t>Introduction</a:t>
            </a:r>
          </a:p>
        </p:txBody>
      </p:sp>
      <p:sp>
        <p:nvSpPr>
          <p:cNvPr id="3" name="Content Placeholder 2">
            <a:extLst>
              <a:ext uri="{FF2B5EF4-FFF2-40B4-BE49-F238E27FC236}">
                <a16:creationId xmlns:a16="http://schemas.microsoft.com/office/drawing/2014/main" id="{07CF61B0-BEBC-935A-51C0-9490D1F5AAAC}"/>
              </a:ext>
            </a:extLst>
          </p:cNvPr>
          <p:cNvSpPr>
            <a:spLocks noGrp="1"/>
          </p:cNvSpPr>
          <p:nvPr>
            <p:ph idx="1"/>
          </p:nvPr>
        </p:nvSpPr>
        <p:spPr/>
        <p:txBody>
          <a:bodyPr>
            <a:normAutofit/>
          </a:bodyPr>
          <a:lstStyle/>
          <a:p>
            <a:pPr marL="0" indent="0">
              <a:buNone/>
            </a:pPr>
            <a:r>
              <a:rPr lang="en-PH" dirty="0"/>
              <a:t>If you already know what types of variables you’re dealing with, you can use the flowchart to choose the right statistical test for your data.</a:t>
            </a:r>
          </a:p>
          <a:p>
            <a:endParaRPr lang="en-US" dirty="0"/>
          </a:p>
        </p:txBody>
      </p:sp>
      <p:pic>
        <p:nvPicPr>
          <p:cNvPr id="4" name="Content Placeholder 4" descr="A diagram of a scientific test&#10;&#10;AI-generated content may be incorrect.">
            <a:extLst>
              <a:ext uri="{FF2B5EF4-FFF2-40B4-BE49-F238E27FC236}">
                <a16:creationId xmlns:a16="http://schemas.microsoft.com/office/drawing/2014/main" id="{4090BD88-DE23-E117-9188-C1238CAFDE4C}"/>
              </a:ext>
            </a:extLst>
          </p:cNvPr>
          <p:cNvPicPr>
            <a:picLocks noChangeAspect="1"/>
          </p:cNvPicPr>
          <p:nvPr/>
        </p:nvPicPr>
        <p:blipFill>
          <a:blip r:embed="rId2"/>
          <a:srcRect l="7432" t="16844" r="7538" b="5784"/>
          <a:stretch>
            <a:fillRect/>
          </a:stretch>
        </p:blipFill>
        <p:spPr>
          <a:xfrm>
            <a:off x="3095408" y="3242126"/>
            <a:ext cx="6001184" cy="6480000"/>
          </a:xfrm>
          <a:prstGeom prst="rect">
            <a:avLst/>
          </a:prstGeom>
        </p:spPr>
      </p:pic>
    </p:spTree>
    <p:extLst>
      <p:ext uri="{BB962C8B-B14F-4D97-AF65-F5344CB8AC3E}">
        <p14:creationId xmlns:p14="http://schemas.microsoft.com/office/powerpoint/2010/main" val="22464150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D20EA5C-5416-2D0E-400C-848DC45A59EF}"/>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DB41AC81-B256-9E06-5374-95C1B8AAA5F1}"/>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41420AAB-D67C-4DA3-F9F7-AC1CC4DDFB01}"/>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54567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CB002E78-96CD-2F91-4EB7-5933086D5E14}"/>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71010687-E64D-E682-F7AA-7C27BC8603C2}"/>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6BE4431-42EF-6A02-62CA-6870E3EA40A3}"/>
              </a:ext>
            </a:extLst>
          </p:cNvPr>
          <p:cNvSpPr/>
          <p:nvPr/>
        </p:nvSpPr>
        <p:spPr>
          <a:xfrm>
            <a:off x="3095408" y="943869"/>
            <a:ext cx="6001184"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E773EAC3-AE67-1D69-FF10-D4D4C603EC88}"/>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165DB88B-75CB-A2B3-6A41-0FCDA4176C5F}"/>
              </a:ext>
            </a:extLst>
          </p:cNvPr>
          <p:cNvSpPr/>
          <p:nvPr/>
        </p:nvSpPr>
        <p:spPr>
          <a:xfrm>
            <a:off x="1474797" y="378000"/>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746396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776FE87-FD16-A7EF-2F3D-CB50F4674137}"/>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11FC598F-4BC7-0123-DF51-4FBE475CB6B2}"/>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F1C83019-E83C-D577-A0E4-E8C8DA7D827C}"/>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6F07F2A-F4AF-F9E0-407F-8417851FDB6B}"/>
              </a:ext>
            </a:extLst>
          </p:cNvPr>
          <p:cNvSpPr/>
          <p:nvPr/>
        </p:nvSpPr>
        <p:spPr>
          <a:xfrm>
            <a:off x="6096000" y="943869"/>
            <a:ext cx="3000592"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83C6408A-7088-A662-07BC-D36DDD1C5EDC}"/>
              </a:ext>
            </a:extLst>
          </p:cNvPr>
          <p:cNvSpPr/>
          <p:nvPr/>
        </p:nvSpPr>
        <p:spPr>
          <a:xfrm>
            <a:off x="2860308" y="1732547"/>
            <a:ext cx="3000592" cy="512545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57F94E38-0B5D-F340-BC6A-8EF0CAFA4C06}"/>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09856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A9539BE-4642-5F5E-2028-0270C90E1E83}"/>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7254DE18-995B-980B-2914-D078488A762B}"/>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1C7949F4-366F-ADD8-F380-44D57F13D903}"/>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FA9FF9F4-EC12-6CCB-3CE8-0CB51B71C4DC}"/>
              </a:ext>
            </a:extLst>
          </p:cNvPr>
          <p:cNvSpPr/>
          <p:nvPr/>
        </p:nvSpPr>
        <p:spPr>
          <a:xfrm>
            <a:off x="6096000" y="943869"/>
            <a:ext cx="3000592"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BDC755D-B118-3800-A253-CD7389AB5132}"/>
              </a:ext>
            </a:extLst>
          </p:cNvPr>
          <p:cNvSpPr/>
          <p:nvPr/>
        </p:nvSpPr>
        <p:spPr>
          <a:xfrm>
            <a:off x="2860308" y="2945332"/>
            <a:ext cx="3000592" cy="391266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72EB4EB7-867C-2B5D-C315-86D8190F46C8}"/>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36253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F9CFBE0-7217-6105-716F-FE9D42251A9A}"/>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368F6B71-C40C-658C-48D3-15DF03345AE0}"/>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35A7BAF4-2D8F-35E5-2673-33B58BF8F40D}"/>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E86057A4-DAAA-8359-D97B-6230E25753DB}"/>
              </a:ext>
            </a:extLst>
          </p:cNvPr>
          <p:cNvSpPr/>
          <p:nvPr/>
        </p:nvSpPr>
        <p:spPr>
          <a:xfrm>
            <a:off x="6096000" y="943869"/>
            <a:ext cx="3000592"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8F74C88-DB4D-9D89-77FB-0C34D0104EB2}"/>
              </a:ext>
            </a:extLst>
          </p:cNvPr>
          <p:cNvSpPr/>
          <p:nvPr/>
        </p:nvSpPr>
        <p:spPr>
          <a:xfrm>
            <a:off x="2860308" y="3840480"/>
            <a:ext cx="3000592" cy="30175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998B838-8B1D-C3E6-524F-B30FC2887CC9}"/>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761694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4403BAC-8D02-824E-4DBC-BF7BAB92817E}"/>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E1601A7C-BC6E-9469-78E4-7A4C60D16492}"/>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893F4D40-9A19-2AC9-DFC5-96F46903846E}"/>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6E4B797B-BDA8-F71B-9797-BFE74E3CF027}"/>
              </a:ext>
            </a:extLst>
          </p:cNvPr>
          <p:cNvSpPr/>
          <p:nvPr/>
        </p:nvSpPr>
        <p:spPr>
          <a:xfrm>
            <a:off x="6096000" y="943869"/>
            <a:ext cx="3000592"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4A565F37-1185-F2CB-F421-0797A7CA73A2}"/>
              </a:ext>
            </a:extLst>
          </p:cNvPr>
          <p:cNvSpPr/>
          <p:nvPr/>
        </p:nvSpPr>
        <p:spPr>
          <a:xfrm>
            <a:off x="2860308" y="5053263"/>
            <a:ext cx="3000592" cy="180473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4C4D2470-A61F-B30D-19CE-94AD6EA3544B}"/>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01489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DB4B004-41C6-F0B5-CC1B-04E6651D98F8}"/>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7172D5F8-1351-1C99-4447-F179B2061A5A}"/>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25EE4629-6D6A-FC84-E790-00E130F2790B}"/>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6F316FB-7581-F952-30DB-B971C2C4D6D3}"/>
              </a:ext>
            </a:extLst>
          </p:cNvPr>
          <p:cNvSpPr/>
          <p:nvPr/>
        </p:nvSpPr>
        <p:spPr>
          <a:xfrm>
            <a:off x="6096000" y="943869"/>
            <a:ext cx="3000592" cy="564943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7EB5481C-730E-36D4-1AC0-0C0A7CF67AD0}"/>
              </a:ext>
            </a:extLst>
          </p:cNvPr>
          <p:cNvSpPr/>
          <p:nvPr/>
        </p:nvSpPr>
        <p:spPr>
          <a:xfrm>
            <a:off x="2860308" y="6400800"/>
            <a:ext cx="3000592" cy="4571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B3A6D7B2-F40A-3199-1165-0C174D224317}"/>
              </a:ext>
            </a:extLst>
          </p:cNvPr>
          <p:cNvSpPr/>
          <p:nvPr/>
        </p:nvSpPr>
        <p:spPr>
          <a:xfrm>
            <a:off x="7716612" y="304799"/>
            <a:ext cx="3000592" cy="63907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851402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9C86E35-1BD8-35CE-47E5-C760F20C2F37}"/>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A8F68921-4D43-DD56-7E99-2128429150F0}"/>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EB8944D9-F08A-DA34-53B0-38530B581FBC}"/>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12C431D4-ABE7-9BD8-1F59-482A64419A5F}"/>
              </a:ext>
            </a:extLst>
          </p:cNvPr>
          <p:cNvSpPr/>
          <p:nvPr/>
        </p:nvSpPr>
        <p:spPr>
          <a:xfrm>
            <a:off x="6096000" y="1732547"/>
            <a:ext cx="3000592" cy="486075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1CA53A8D-DB38-30B4-9DBA-E13B0E02AFB8}"/>
              </a:ext>
            </a:extLst>
          </p:cNvPr>
          <p:cNvSpPr/>
          <p:nvPr/>
        </p:nvSpPr>
        <p:spPr>
          <a:xfrm>
            <a:off x="2860308" y="6400800"/>
            <a:ext cx="3000592" cy="4571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25029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72C8B8-9D59-AABA-6128-F2E48786F915}"/>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241950C4-F272-F032-B8FF-1B257829E69F}"/>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FDEA2106-BA23-1CA3-E957-8043339C2CA1}"/>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BD4E4BF2-F843-67F2-0C66-DC046FD01CD0}"/>
              </a:ext>
            </a:extLst>
          </p:cNvPr>
          <p:cNvSpPr/>
          <p:nvPr/>
        </p:nvSpPr>
        <p:spPr>
          <a:xfrm>
            <a:off x="6096000" y="2945331"/>
            <a:ext cx="3000592" cy="364797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5462ACBF-D695-2BF2-D4CB-486232DE4586}"/>
              </a:ext>
            </a:extLst>
          </p:cNvPr>
          <p:cNvSpPr/>
          <p:nvPr/>
        </p:nvSpPr>
        <p:spPr>
          <a:xfrm>
            <a:off x="2860308" y="6400800"/>
            <a:ext cx="3000592" cy="4571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06289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5388A59-E32A-2664-B40B-918F230FDF44}"/>
            </a:ext>
          </a:extLst>
        </p:cNvPr>
        <p:cNvGrpSpPr/>
        <p:nvPr/>
      </p:nvGrpSpPr>
      <p:grpSpPr>
        <a:xfrm>
          <a:off x="0" y="0"/>
          <a:ext cx="0" cy="0"/>
          <a:chOff x="0" y="0"/>
          <a:chExt cx="0" cy="0"/>
        </a:xfrm>
      </p:grpSpPr>
      <p:pic>
        <p:nvPicPr>
          <p:cNvPr id="5" name="Content Placeholder 4" descr="A diagram of a scientific test&#10;&#10;AI-generated content may be incorrect.">
            <a:extLst>
              <a:ext uri="{FF2B5EF4-FFF2-40B4-BE49-F238E27FC236}">
                <a16:creationId xmlns:a16="http://schemas.microsoft.com/office/drawing/2014/main" id="{1245F616-A168-3484-D2F4-ED95489AA3E9}"/>
              </a:ext>
            </a:extLst>
          </p:cNvPr>
          <p:cNvPicPr>
            <a:picLocks noGrp="1" noChangeAspect="1"/>
          </p:cNvPicPr>
          <p:nvPr>
            <p:ph idx="1"/>
          </p:nvPr>
        </p:nvPicPr>
        <p:blipFill>
          <a:blip r:embed="rId2"/>
          <a:srcRect l="7432" t="16844" r="7538" b="5784"/>
          <a:stretch>
            <a:fillRect/>
          </a:stretch>
        </p:blipFill>
        <p:spPr>
          <a:xfrm>
            <a:off x="3095408" y="0"/>
            <a:ext cx="6001184" cy="6480000"/>
          </a:xfrm>
          <a:prstGeom prst="rect">
            <a:avLst/>
          </a:prstGeom>
        </p:spPr>
      </p:pic>
      <p:sp>
        <p:nvSpPr>
          <p:cNvPr id="6" name="Rectangle 5">
            <a:extLst>
              <a:ext uri="{FF2B5EF4-FFF2-40B4-BE49-F238E27FC236}">
                <a16:creationId xmlns:a16="http://schemas.microsoft.com/office/drawing/2014/main" id="{D1CF7AD3-D778-9221-4A7E-541EB6A1B521}"/>
              </a:ext>
            </a:extLst>
          </p:cNvPr>
          <p:cNvSpPr/>
          <p:nvPr/>
        </p:nvSpPr>
        <p:spPr>
          <a:xfrm>
            <a:off x="8182192" y="5565600"/>
            <a:ext cx="914400" cy="9144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035DD4E-A724-CD45-3A70-36D916BFCB2C}"/>
              </a:ext>
            </a:extLst>
          </p:cNvPr>
          <p:cNvSpPr/>
          <p:nvPr/>
        </p:nvSpPr>
        <p:spPr>
          <a:xfrm>
            <a:off x="6096000" y="4254366"/>
            <a:ext cx="3000592" cy="23389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202DCE8B-E446-D97E-5355-60B53EDD78A1}"/>
              </a:ext>
            </a:extLst>
          </p:cNvPr>
          <p:cNvSpPr/>
          <p:nvPr/>
        </p:nvSpPr>
        <p:spPr>
          <a:xfrm>
            <a:off x="2860308" y="6400800"/>
            <a:ext cx="3000592" cy="45719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37640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A6F98-08A0-C75D-B50F-7D6B848CA08A}"/>
              </a:ext>
            </a:extLst>
          </p:cNvPr>
          <p:cNvSpPr>
            <a:spLocks noGrp="1"/>
          </p:cNvSpPr>
          <p:nvPr>
            <p:ph type="title"/>
          </p:nvPr>
        </p:nvSpPr>
        <p:spPr/>
        <p:txBody>
          <a:bodyPr/>
          <a:lstStyle/>
          <a:p>
            <a:r>
              <a:rPr lang="en-US" dirty="0"/>
              <a:t>What does a statistical test do?</a:t>
            </a:r>
          </a:p>
        </p:txBody>
      </p:sp>
      <p:sp>
        <p:nvSpPr>
          <p:cNvPr id="3" name="Content Placeholder 2">
            <a:extLst>
              <a:ext uri="{FF2B5EF4-FFF2-40B4-BE49-F238E27FC236}">
                <a16:creationId xmlns:a16="http://schemas.microsoft.com/office/drawing/2014/main" id="{BCA6E800-1580-890D-9E39-63236F920E65}"/>
              </a:ext>
            </a:extLst>
          </p:cNvPr>
          <p:cNvSpPr>
            <a:spLocks noGrp="1"/>
          </p:cNvSpPr>
          <p:nvPr>
            <p:ph idx="1"/>
          </p:nvPr>
        </p:nvSpPr>
        <p:spPr/>
        <p:txBody>
          <a:bodyPr>
            <a:normAutofit/>
          </a:bodyPr>
          <a:lstStyle/>
          <a:p>
            <a:pPr marL="0" indent="0">
              <a:buNone/>
            </a:pPr>
            <a:r>
              <a:rPr lang="en-PH" dirty="0"/>
              <a:t>Statistical tests work by calculating a </a:t>
            </a:r>
            <a:r>
              <a:rPr lang="en-PH" b="1" dirty="0"/>
              <a:t>test statistic</a:t>
            </a:r>
            <a:r>
              <a:rPr lang="en-PH" dirty="0"/>
              <a:t> – a number that describes how much the relationship between variables in your test differs from the null hypothesis of no relationship.</a:t>
            </a:r>
          </a:p>
          <a:p>
            <a:pPr marL="0" indent="0">
              <a:buNone/>
            </a:pPr>
            <a:endParaRPr lang="en-US" dirty="0"/>
          </a:p>
        </p:txBody>
      </p:sp>
    </p:spTree>
    <p:extLst>
      <p:ext uri="{BB962C8B-B14F-4D97-AF65-F5344CB8AC3E}">
        <p14:creationId xmlns:p14="http://schemas.microsoft.com/office/powerpoint/2010/main" val="20222114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9E91FB-CA16-5E98-A23E-1B8A1C9BCA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772F5-443A-C102-16EE-E3E304C4BDAA}"/>
              </a:ext>
            </a:extLst>
          </p:cNvPr>
          <p:cNvSpPr>
            <a:spLocks noGrp="1"/>
          </p:cNvSpPr>
          <p:nvPr>
            <p:ph type="title"/>
          </p:nvPr>
        </p:nvSpPr>
        <p:spPr/>
        <p:txBody>
          <a:bodyPr/>
          <a:lstStyle/>
          <a:p>
            <a:r>
              <a:rPr lang="en-US" dirty="0"/>
              <a:t>What does a statistical test do?</a:t>
            </a:r>
          </a:p>
        </p:txBody>
      </p:sp>
      <p:sp>
        <p:nvSpPr>
          <p:cNvPr id="3" name="Content Placeholder 2">
            <a:extLst>
              <a:ext uri="{FF2B5EF4-FFF2-40B4-BE49-F238E27FC236}">
                <a16:creationId xmlns:a16="http://schemas.microsoft.com/office/drawing/2014/main" id="{FF4C2599-F3F7-F933-1777-1DCCE7C3F7C4}"/>
              </a:ext>
            </a:extLst>
          </p:cNvPr>
          <p:cNvSpPr>
            <a:spLocks noGrp="1"/>
          </p:cNvSpPr>
          <p:nvPr>
            <p:ph idx="1"/>
          </p:nvPr>
        </p:nvSpPr>
        <p:spPr/>
        <p:txBody>
          <a:bodyPr>
            <a:normAutofit/>
          </a:bodyPr>
          <a:lstStyle/>
          <a:p>
            <a:pPr marL="0" indent="0">
              <a:buNone/>
            </a:pPr>
            <a:r>
              <a:rPr lang="en-PH" dirty="0"/>
              <a:t>It then calculates a </a:t>
            </a:r>
            <a:r>
              <a:rPr lang="en-PH" b="1" i="1" dirty="0"/>
              <a:t>p </a:t>
            </a:r>
            <a:r>
              <a:rPr lang="en-PH" b="1" dirty="0"/>
              <a:t>value</a:t>
            </a:r>
            <a:r>
              <a:rPr lang="en-PH" dirty="0"/>
              <a:t> (probability value). </a:t>
            </a:r>
          </a:p>
          <a:p>
            <a:pPr marL="0" indent="0">
              <a:buNone/>
            </a:pPr>
            <a:endParaRPr lang="en-PH" dirty="0"/>
          </a:p>
          <a:p>
            <a:pPr marL="0" indent="0">
              <a:buNone/>
            </a:pPr>
            <a:r>
              <a:rPr lang="en-PH" dirty="0"/>
              <a:t>The </a:t>
            </a:r>
            <a:r>
              <a:rPr lang="en-PH" i="1" dirty="0"/>
              <a:t>p</a:t>
            </a:r>
            <a:r>
              <a:rPr lang="en-PH" dirty="0"/>
              <a:t>-value estimates how likely it is that you would see the difference described by the test statistic if the null hypothesis of no relationship were true.</a:t>
            </a:r>
          </a:p>
          <a:p>
            <a:pPr marL="0" indent="0">
              <a:buNone/>
            </a:pPr>
            <a:endParaRPr lang="en-US" dirty="0"/>
          </a:p>
        </p:txBody>
      </p:sp>
    </p:spTree>
    <p:extLst>
      <p:ext uri="{BB962C8B-B14F-4D97-AF65-F5344CB8AC3E}">
        <p14:creationId xmlns:p14="http://schemas.microsoft.com/office/powerpoint/2010/main" val="246236659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05B7C-246A-2504-D24A-5CFB47228E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80D373-223E-869B-CA26-4CFB82035D19}"/>
              </a:ext>
            </a:extLst>
          </p:cNvPr>
          <p:cNvSpPr>
            <a:spLocks noGrp="1"/>
          </p:cNvSpPr>
          <p:nvPr>
            <p:ph type="title"/>
          </p:nvPr>
        </p:nvSpPr>
        <p:spPr/>
        <p:txBody>
          <a:bodyPr/>
          <a:lstStyle/>
          <a:p>
            <a:r>
              <a:rPr lang="en-US" dirty="0"/>
              <a:t>What does a statistical test do?</a:t>
            </a:r>
          </a:p>
        </p:txBody>
      </p:sp>
      <p:sp>
        <p:nvSpPr>
          <p:cNvPr id="3" name="Content Placeholder 2">
            <a:extLst>
              <a:ext uri="{FF2B5EF4-FFF2-40B4-BE49-F238E27FC236}">
                <a16:creationId xmlns:a16="http://schemas.microsoft.com/office/drawing/2014/main" id="{731A0ED9-0C2A-D141-1757-234DB4B042D1}"/>
              </a:ext>
            </a:extLst>
          </p:cNvPr>
          <p:cNvSpPr>
            <a:spLocks noGrp="1"/>
          </p:cNvSpPr>
          <p:nvPr>
            <p:ph idx="1"/>
          </p:nvPr>
        </p:nvSpPr>
        <p:spPr/>
        <p:txBody>
          <a:bodyPr>
            <a:normAutofit/>
          </a:bodyPr>
          <a:lstStyle/>
          <a:p>
            <a:pPr marL="0" indent="0">
              <a:buNone/>
            </a:pPr>
            <a:r>
              <a:rPr lang="en-PH" dirty="0"/>
              <a:t>If the value of the test statistic is more extreme than the statistic calculated from the null hypothesis, then you can infer a </a:t>
            </a:r>
            <a:r>
              <a:rPr lang="en-PH" b="1" dirty="0"/>
              <a:t>statistically significant relationship</a:t>
            </a:r>
            <a:r>
              <a:rPr lang="en-PH" dirty="0"/>
              <a:t> between the predictor and outcome variables.</a:t>
            </a:r>
          </a:p>
          <a:p>
            <a:pPr marL="0" indent="0">
              <a:buNone/>
            </a:pPr>
            <a:endParaRPr lang="en-US" dirty="0"/>
          </a:p>
        </p:txBody>
      </p:sp>
    </p:spTree>
    <p:extLst>
      <p:ext uri="{BB962C8B-B14F-4D97-AF65-F5344CB8AC3E}">
        <p14:creationId xmlns:p14="http://schemas.microsoft.com/office/powerpoint/2010/main" val="25453148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26DDF-BE21-7219-BC07-C21DD7861B7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D3CC1B-B705-1F72-E88E-0FF878CD09BB}"/>
              </a:ext>
            </a:extLst>
          </p:cNvPr>
          <p:cNvSpPr>
            <a:spLocks noGrp="1"/>
          </p:cNvSpPr>
          <p:nvPr>
            <p:ph type="title"/>
          </p:nvPr>
        </p:nvSpPr>
        <p:spPr/>
        <p:txBody>
          <a:bodyPr/>
          <a:lstStyle/>
          <a:p>
            <a:r>
              <a:rPr lang="en-US" dirty="0"/>
              <a:t>What does a statistical test do?</a:t>
            </a:r>
          </a:p>
        </p:txBody>
      </p:sp>
      <p:sp>
        <p:nvSpPr>
          <p:cNvPr id="3" name="Content Placeholder 2">
            <a:extLst>
              <a:ext uri="{FF2B5EF4-FFF2-40B4-BE49-F238E27FC236}">
                <a16:creationId xmlns:a16="http://schemas.microsoft.com/office/drawing/2014/main" id="{C8063826-7E8B-EB3C-5E8D-6C542E990EE4}"/>
              </a:ext>
            </a:extLst>
          </p:cNvPr>
          <p:cNvSpPr>
            <a:spLocks noGrp="1"/>
          </p:cNvSpPr>
          <p:nvPr>
            <p:ph idx="1"/>
          </p:nvPr>
        </p:nvSpPr>
        <p:spPr/>
        <p:txBody>
          <a:bodyPr>
            <a:normAutofit/>
          </a:bodyPr>
          <a:lstStyle/>
          <a:p>
            <a:pPr marL="0" indent="0">
              <a:buNone/>
            </a:pPr>
            <a:r>
              <a:rPr lang="en-PH" dirty="0"/>
              <a:t>If the value of the test statistic is less extreme than the one calculated from the null hypothesis, then you can infer </a:t>
            </a:r>
            <a:r>
              <a:rPr lang="en-PH" b="1" dirty="0"/>
              <a:t>no statistically significant relationship</a:t>
            </a:r>
            <a:r>
              <a:rPr lang="en-PH" dirty="0"/>
              <a:t> between the predictor and outcome variables.</a:t>
            </a:r>
          </a:p>
          <a:p>
            <a:pPr marL="0" indent="0">
              <a:buNone/>
            </a:pPr>
            <a:endParaRPr lang="en-US" dirty="0"/>
          </a:p>
        </p:txBody>
      </p:sp>
    </p:spTree>
    <p:extLst>
      <p:ext uri="{BB962C8B-B14F-4D97-AF65-F5344CB8AC3E}">
        <p14:creationId xmlns:p14="http://schemas.microsoft.com/office/powerpoint/2010/main" val="27533995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F2157-021B-6031-52E2-92BBB7E52367}"/>
              </a:ext>
            </a:extLst>
          </p:cNvPr>
          <p:cNvSpPr>
            <a:spLocks noGrp="1"/>
          </p:cNvSpPr>
          <p:nvPr>
            <p:ph type="title"/>
          </p:nvPr>
        </p:nvSpPr>
        <p:spPr/>
        <p:txBody>
          <a:bodyPr/>
          <a:lstStyle/>
          <a:p>
            <a:r>
              <a:rPr lang="en-US" dirty="0"/>
              <a:t>When to perform a statistical test?</a:t>
            </a:r>
          </a:p>
        </p:txBody>
      </p:sp>
      <p:sp>
        <p:nvSpPr>
          <p:cNvPr id="3" name="Content Placeholder 2">
            <a:extLst>
              <a:ext uri="{FF2B5EF4-FFF2-40B4-BE49-F238E27FC236}">
                <a16:creationId xmlns:a16="http://schemas.microsoft.com/office/drawing/2014/main" id="{04CA7F69-9772-1D37-C77B-D78F5AF3A58B}"/>
              </a:ext>
            </a:extLst>
          </p:cNvPr>
          <p:cNvSpPr>
            <a:spLocks noGrp="1"/>
          </p:cNvSpPr>
          <p:nvPr>
            <p:ph idx="1"/>
          </p:nvPr>
        </p:nvSpPr>
        <p:spPr/>
        <p:txBody>
          <a:bodyPr/>
          <a:lstStyle/>
          <a:p>
            <a:pPr marL="0" indent="0">
              <a:buNone/>
            </a:pPr>
            <a:r>
              <a:rPr lang="en-PH" dirty="0"/>
              <a:t>You can perform statistical tests on data that have been collected in a statistically valid manner – either through an </a:t>
            </a:r>
            <a:r>
              <a:rPr lang="en-PH" b="1" dirty="0"/>
              <a:t>experiment</a:t>
            </a:r>
            <a:r>
              <a:rPr lang="en-PH" dirty="0"/>
              <a:t>, or through observations made using </a:t>
            </a:r>
            <a:r>
              <a:rPr lang="en-PH" b="1" dirty="0"/>
              <a:t>probability sampling methods</a:t>
            </a:r>
            <a:r>
              <a:rPr lang="en-PH" dirty="0"/>
              <a:t>.</a:t>
            </a:r>
          </a:p>
          <a:p>
            <a:pPr marL="0" indent="0">
              <a:buNone/>
            </a:pPr>
            <a:endParaRPr lang="en-PH" dirty="0"/>
          </a:p>
          <a:p>
            <a:pPr marL="0" indent="0">
              <a:buNone/>
            </a:pPr>
            <a:r>
              <a:rPr lang="en-PH" dirty="0"/>
              <a:t>For a statistical test to be </a:t>
            </a:r>
            <a:r>
              <a:rPr lang="en-PH" b="1" dirty="0"/>
              <a:t>valid</a:t>
            </a:r>
            <a:r>
              <a:rPr lang="en-PH" dirty="0"/>
              <a:t>, your </a:t>
            </a:r>
            <a:r>
              <a:rPr lang="en-PH" b="1" dirty="0"/>
              <a:t>sample size </a:t>
            </a:r>
            <a:r>
              <a:rPr lang="en-PH" dirty="0"/>
              <a:t>needs to be large enough to approximate the true distribution of the population being studied.</a:t>
            </a:r>
          </a:p>
          <a:p>
            <a:endParaRPr lang="en-US" dirty="0"/>
          </a:p>
        </p:txBody>
      </p:sp>
    </p:spTree>
    <p:extLst>
      <p:ext uri="{BB962C8B-B14F-4D97-AF65-F5344CB8AC3E}">
        <p14:creationId xmlns:p14="http://schemas.microsoft.com/office/powerpoint/2010/main" val="11547171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533589-4C98-C50A-46F5-DAF2A2E97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50FB96-84A2-3BB9-AC4E-6129E4177B3C}"/>
              </a:ext>
            </a:extLst>
          </p:cNvPr>
          <p:cNvSpPr>
            <a:spLocks noGrp="1"/>
          </p:cNvSpPr>
          <p:nvPr>
            <p:ph type="title"/>
          </p:nvPr>
        </p:nvSpPr>
        <p:spPr/>
        <p:txBody>
          <a:bodyPr/>
          <a:lstStyle/>
          <a:p>
            <a:r>
              <a:rPr lang="en-US" dirty="0"/>
              <a:t>When to perform a statistical test?</a:t>
            </a:r>
          </a:p>
        </p:txBody>
      </p:sp>
      <p:sp>
        <p:nvSpPr>
          <p:cNvPr id="3" name="Content Placeholder 2">
            <a:extLst>
              <a:ext uri="{FF2B5EF4-FFF2-40B4-BE49-F238E27FC236}">
                <a16:creationId xmlns:a16="http://schemas.microsoft.com/office/drawing/2014/main" id="{C19D23FD-5498-8534-796B-F1D960141FAD}"/>
              </a:ext>
            </a:extLst>
          </p:cNvPr>
          <p:cNvSpPr>
            <a:spLocks noGrp="1"/>
          </p:cNvSpPr>
          <p:nvPr>
            <p:ph idx="1"/>
          </p:nvPr>
        </p:nvSpPr>
        <p:spPr/>
        <p:txBody>
          <a:bodyPr/>
          <a:lstStyle/>
          <a:p>
            <a:pPr marL="0" indent="0">
              <a:buNone/>
            </a:pPr>
            <a:r>
              <a:rPr lang="en-PH" dirty="0"/>
              <a:t>To determine which statistical test to use, you need to know:</a:t>
            </a:r>
          </a:p>
          <a:p>
            <a:pPr marL="0" indent="0">
              <a:buNone/>
            </a:pPr>
            <a:endParaRPr lang="en-PH" dirty="0"/>
          </a:p>
          <a:p>
            <a:r>
              <a:rPr lang="en-PH" dirty="0"/>
              <a:t>whether your data meets certain assumptions.</a:t>
            </a:r>
          </a:p>
          <a:p>
            <a:r>
              <a:rPr lang="en-PH" dirty="0"/>
              <a:t>the types of variables that you’re dealing with.</a:t>
            </a:r>
          </a:p>
        </p:txBody>
      </p:sp>
    </p:spTree>
    <p:extLst>
      <p:ext uri="{BB962C8B-B14F-4D97-AF65-F5344CB8AC3E}">
        <p14:creationId xmlns:p14="http://schemas.microsoft.com/office/powerpoint/2010/main" val="7763441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30DB6-F1F5-E6B0-2ADF-CBED1A793454}"/>
              </a:ext>
            </a:extLst>
          </p:cNvPr>
          <p:cNvSpPr>
            <a:spLocks noGrp="1"/>
          </p:cNvSpPr>
          <p:nvPr>
            <p:ph type="title"/>
          </p:nvPr>
        </p:nvSpPr>
        <p:spPr/>
        <p:txBody>
          <a:bodyPr/>
          <a:lstStyle/>
          <a:p>
            <a:r>
              <a:rPr lang="en-US" dirty="0"/>
              <a:t>Statistical Assumptions</a:t>
            </a:r>
          </a:p>
        </p:txBody>
      </p:sp>
      <p:sp>
        <p:nvSpPr>
          <p:cNvPr id="3" name="Content Placeholder 2">
            <a:extLst>
              <a:ext uri="{FF2B5EF4-FFF2-40B4-BE49-F238E27FC236}">
                <a16:creationId xmlns:a16="http://schemas.microsoft.com/office/drawing/2014/main" id="{BD1F9652-628E-922E-7AC2-50D036672AA8}"/>
              </a:ext>
            </a:extLst>
          </p:cNvPr>
          <p:cNvSpPr>
            <a:spLocks noGrp="1"/>
          </p:cNvSpPr>
          <p:nvPr>
            <p:ph idx="1"/>
          </p:nvPr>
        </p:nvSpPr>
        <p:spPr/>
        <p:txBody>
          <a:bodyPr/>
          <a:lstStyle/>
          <a:p>
            <a:pPr marL="514350" indent="-514350">
              <a:buFont typeface="+mj-lt"/>
              <a:buAutoNum type="arabicPeriod"/>
            </a:pPr>
            <a:r>
              <a:rPr lang="en-PH" b="1" dirty="0"/>
              <a:t>Independence of observations</a:t>
            </a:r>
            <a:r>
              <a:rPr lang="en-PH" dirty="0"/>
              <a:t> (a.k.a. no autocorrelation): The observations/variables you include in your test are not related (for example, multiple measurements of a single test subject are not independent, while measurements of multiple different test subjects are independent).</a:t>
            </a:r>
          </a:p>
          <a:p>
            <a:pPr marL="514350" indent="-514350">
              <a:buFont typeface="+mj-lt"/>
              <a:buAutoNum type="arabicPeriod"/>
            </a:pPr>
            <a:r>
              <a:rPr lang="en-PH" b="1" dirty="0"/>
              <a:t>Homogeneity of variance</a:t>
            </a:r>
            <a:r>
              <a:rPr lang="en-PH" dirty="0"/>
              <a:t>: the variance within each group being compared is similar among all groups. If one group has much more variation than others, it will limit the test’s effectiveness.</a:t>
            </a:r>
          </a:p>
          <a:p>
            <a:pPr marL="514350" indent="-514350">
              <a:buFont typeface="+mj-lt"/>
              <a:buAutoNum type="arabicPeriod"/>
            </a:pPr>
            <a:r>
              <a:rPr lang="en-PH" b="1" dirty="0"/>
              <a:t>Normality of data</a:t>
            </a:r>
            <a:r>
              <a:rPr lang="en-PH" dirty="0"/>
              <a:t>: the data follows a normal distribution (a.k.a. a bell curve). This assumption applies only to quantitative data.</a:t>
            </a:r>
          </a:p>
          <a:p>
            <a:pPr marL="514350" indent="-514350">
              <a:buFont typeface="+mj-lt"/>
              <a:buAutoNum type="arabicPeriod"/>
            </a:pPr>
            <a:endParaRPr lang="en-US" dirty="0"/>
          </a:p>
        </p:txBody>
      </p:sp>
    </p:spTree>
    <p:extLst>
      <p:ext uri="{BB962C8B-B14F-4D97-AF65-F5344CB8AC3E}">
        <p14:creationId xmlns:p14="http://schemas.microsoft.com/office/powerpoint/2010/main" val="311306604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7D13F-2FF7-53E7-5F34-EB115F5C61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A6A7DE-427F-457F-5189-8B6392325F55}"/>
              </a:ext>
            </a:extLst>
          </p:cNvPr>
          <p:cNvSpPr>
            <a:spLocks noGrp="1"/>
          </p:cNvSpPr>
          <p:nvPr>
            <p:ph type="title"/>
          </p:nvPr>
        </p:nvSpPr>
        <p:spPr/>
        <p:txBody>
          <a:bodyPr/>
          <a:lstStyle/>
          <a:p>
            <a:r>
              <a:rPr lang="en-US" dirty="0"/>
              <a:t>Statistical Assumptions</a:t>
            </a:r>
          </a:p>
        </p:txBody>
      </p:sp>
      <p:sp>
        <p:nvSpPr>
          <p:cNvPr id="3" name="Content Placeholder 2">
            <a:extLst>
              <a:ext uri="{FF2B5EF4-FFF2-40B4-BE49-F238E27FC236}">
                <a16:creationId xmlns:a16="http://schemas.microsoft.com/office/drawing/2014/main" id="{5EA01E82-1B3A-7B0D-42F3-3EE8EB02E7AE}"/>
              </a:ext>
            </a:extLst>
          </p:cNvPr>
          <p:cNvSpPr>
            <a:spLocks noGrp="1"/>
          </p:cNvSpPr>
          <p:nvPr>
            <p:ph idx="1"/>
          </p:nvPr>
        </p:nvSpPr>
        <p:spPr/>
        <p:txBody>
          <a:bodyPr/>
          <a:lstStyle/>
          <a:p>
            <a:pPr marL="0" indent="0">
              <a:buNone/>
            </a:pPr>
            <a:r>
              <a:rPr lang="en-PH" dirty="0"/>
              <a:t>If your data do not meet the assumptions of normality or homogeneity of variance, you may be able to perform a </a:t>
            </a:r>
            <a:r>
              <a:rPr lang="en-PH" b="1" dirty="0"/>
              <a:t>nonparametric statistical test</a:t>
            </a:r>
            <a:r>
              <a:rPr lang="en-PH" dirty="0"/>
              <a:t>, which allows you to make comparisons without any assumptions about the data distribution.</a:t>
            </a:r>
          </a:p>
          <a:p>
            <a:pPr marL="514350" indent="-514350">
              <a:buFont typeface="+mj-lt"/>
              <a:buAutoNum type="arabicPeriod"/>
            </a:pPr>
            <a:endParaRPr lang="en-PH" dirty="0"/>
          </a:p>
          <a:p>
            <a:pPr marL="0" indent="0">
              <a:buNone/>
            </a:pPr>
            <a:r>
              <a:rPr lang="en-PH" dirty="0"/>
              <a:t>If your data do not meet the assumption of independence of observations, you may be able to use a test that accounts for structure in your data (repeated-measures tests or tests that include blocking variables).</a:t>
            </a:r>
            <a:endParaRPr lang="en-US" dirty="0"/>
          </a:p>
        </p:txBody>
      </p:sp>
    </p:spTree>
    <p:extLst>
      <p:ext uri="{BB962C8B-B14F-4D97-AF65-F5344CB8AC3E}">
        <p14:creationId xmlns:p14="http://schemas.microsoft.com/office/powerpoint/2010/main" val="8058967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8C99-4010-ABB2-4DC7-A5DDE4513814}"/>
              </a:ext>
            </a:extLst>
          </p:cNvPr>
          <p:cNvSpPr>
            <a:spLocks noGrp="1"/>
          </p:cNvSpPr>
          <p:nvPr>
            <p:ph type="title"/>
          </p:nvPr>
        </p:nvSpPr>
        <p:spPr/>
        <p:txBody>
          <a:bodyPr/>
          <a:lstStyle/>
          <a:p>
            <a:r>
              <a:rPr lang="en-US" dirty="0"/>
              <a:t>Types of variables</a:t>
            </a:r>
          </a:p>
        </p:txBody>
      </p:sp>
      <p:sp>
        <p:nvSpPr>
          <p:cNvPr id="3" name="Content Placeholder 2">
            <a:extLst>
              <a:ext uri="{FF2B5EF4-FFF2-40B4-BE49-F238E27FC236}">
                <a16:creationId xmlns:a16="http://schemas.microsoft.com/office/drawing/2014/main" id="{9BC864DF-89D8-AEC8-F75F-2AC1E5134B38}"/>
              </a:ext>
            </a:extLst>
          </p:cNvPr>
          <p:cNvSpPr>
            <a:spLocks noGrp="1"/>
          </p:cNvSpPr>
          <p:nvPr>
            <p:ph idx="1"/>
          </p:nvPr>
        </p:nvSpPr>
        <p:spPr/>
        <p:txBody>
          <a:bodyPr/>
          <a:lstStyle/>
          <a:p>
            <a:pPr marL="0" indent="0">
              <a:buNone/>
            </a:pPr>
            <a:r>
              <a:rPr lang="en-PH" dirty="0"/>
              <a:t>The types of variables you have usually determine what type of statistical test you can use</a:t>
            </a:r>
            <a:endParaRPr lang="en-US" dirty="0"/>
          </a:p>
        </p:txBody>
      </p:sp>
    </p:spTree>
    <p:extLst>
      <p:ext uri="{BB962C8B-B14F-4D97-AF65-F5344CB8AC3E}">
        <p14:creationId xmlns:p14="http://schemas.microsoft.com/office/powerpoint/2010/main" val="40693376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D641C0-F90C-8CF3-98E7-DB9E73D61A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B51B3B2-B196-665D-88F4-5453DD659494}"/>
              </a:ext>
            </a:extLst>
          </p:cNvPr>
          <p:cNvSpPr>
            <a:spLocks noGrp="1"/>
          </p:cNvSpPr>
          <p:nvPr>
            <p:ph type="title"/>
          </p:nvPr>
        </p:nvSpPr>
        <p:spPr/>
        <p:txBody>
          <a:bodyPr/>
          <a:lstStyle/>
          <a:p>
            <a:r>
              <a:rPr lang="en-US" dirty="0"/>
              <a:t>Types of variables</a:t>
            </a:r>
          </a:p>
        </p:txBody>
      </p:sp>
      <p:sp>
        <p:nvSpPr>
          <p:cNvPr id="3" name="Content Placeholder 2">
            <a:extLst>
              <a:ext uri="{FF2B5EF4-FFF2-40B4-BE49-F238E27FC236}">
                <a16:creationId xmlns:a16="http://schemas.microsoft.com/office/drawing/2014/main" id="{0A2BF5F5-6D8B-EF2B-2F4F-0801D3040BD7}"/>
              </a:ext>
            </a:extLst>
          </p:cNvPr>
          <p:cNvSpPr>
            <a:spLocks noGrp="1"/>
          </p:cNvSpPr>
          <p:nvPr>
            <p:ph idx="1"/>
          </p:nvPr>
        </p:nvSpPr>
        <p:spPr/>
        <p:txBody>
          <a:bodyPr>
            <a:normAutofit lnSpcReduction="10000"/>
          </a:bodyPr>
          <a:lstStyle/>
          <a:p>
            <a:pPr marL="0" indent="0">
              <a:buNone/>
            </a:pPr>
            <a:r>
              <a:rPr lang="en-PH" b="1" dirty="0"/>
              <a:t>Quantitative variables</a:t>
            </a:r>
            <a:r>
              <a:rPr lang="en-PH" dirty="0"/>
              <a:t> represent amounts of things. Types of quantitative variables include:</a:t>
            </a:r>
          </a:p>
          <a:p>
            <a:pPr marL="914400" lvl="1" indent="-457200">
              <a:buFont typeface="+mj-lt"/>
              <a:buAutoNum type="arabicPeriod"/>
            </a:pPr>
            <a:r>
              <a:rPr lang="en-PH" b="1" dirty="0"/>
              <a:t>Continuous</a:t>
            </a:r>
            <a:r>
              <a:rPr lang="en-PH" dirty="0"/>
              <a:t> (aka ratio variables): represent measures and can usually be divided into units smaller than one (e.g. 0.75 grams).</a:t>
            </a:r>
          </a:p>
          <a:p>
            <a:pPr marL="914400" lvl="1" indent="-457200">
              <a:buFont typeface="+mj-lt"/>
              <a:buAutoNum type="arabicPeriod"/>
            </a:pPr>
            <a:r>
              <a:rPr lang="en-PH" b="1" dirty="0"/>
              <a:t>Discrete</a:t>
            </a:r>
            <a:r>
              <a:rPr lang="en-PH" dirty="0"/>
              <a:t> (aka integer variables): represent counts and usually can’t be divided into units smaller than one (e.g. 1 tree).</a:t>
            </a:r>
          </a:p>
          <a:p>
            <a:pPr lvl="1"/>
            <a:endParaRPr lang="en-PH" dirty="0"/>
          </a:p>
          <a:p>
            <a:pPr marL="0" indent="0">
              <a:buNone/>
            </a:pPr>
            <a:r>
              <a:rPr lang="en-PH" b="1" dirty="0"/>
              <a:t>Categorical variables</a:t>
            </a:r>
            <a:r>
              <a:rPr lang="en-PH" dirty="0"/>
              <a:t> represent groupings of things. Types of categorical variables include:</a:t>
            </a:r>
          </a:p>
          <a:p>
            <a:pPr marL="914400" lvl="1" indent="-457200">
              <a:buFont typeface="+mj-lt"/>
              <a:buAutoNum type="arabicPeriod"/>
            </a:pPr>
            <a:r>
              <a:rPr lang="en-PH" b="1" dirty="0"/>
              <a:t>Ordinal</a:t>
            </a:r>
            <a:r>
              <a:rPr lang="en-PH" dirty="0"/>
              <a:t>: represent data with an order (e.g. rankings).</a:t>
            </a:r>
          </a:p>
          <a:p>
            <a:pPr marL="914400" lvl="1" indent="-457200">
              <a:buFont typeface="+mj-lt"/>
              <a:buAutoNum type="arabicPeriod"/>
            </a:pPr>
            <a:r>
              <a:rPr lang="en-PH" b="1" dirty="0"/>
              <a:t>Nominal</a:t>
            </a:r>
            <a:r>
              <a:rPr lang="en-PH" dirty="0"/>
              <a:t>: represent group names (e.g. brands or species names).</a:t>
            </a:r>
          </a:p>
          <a:p>
            <a:pPr marL="914400" lvl="1" indent="-457200">
              <a:buFont typeface="+mj-lt"/>
              <a:buAutoNum type="arabicPeriod"/>
            </a:pPr>
            <a:r>
              <a:rPr lang="en-PH" b="1" dirty="0"/>
              <a:t>Binary</a:t>
            </a:r>
            <a:r>
              <a:rPr lang="en-PH" dirty="0"/>
              <a:t>: represent data with a yes/no or 1/0 outcome (e.g. win or lose).</a:t>
            </a:r>
          </a:p>
        </p:txBody>
      </p:sp>
    </p:spTree>
    <p:extLst>
      <p:ext uri="{BB962C8B-B14F-4D97-AF65-F5344CB8AC3E}">
        <p14:creationId xmlns:p14="http://schemas.microsoft.com/office/powerpoint/2010/main" val="1548214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69C49-5700-94B3-F1E8-D528B2DAE35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96C158-D3E9-E21C-C75D-CF17B871EC33}"/>
              </a:ext>
            </a:extLst>
          </p:cNvPr>
          <p:cNvSpPr>
            <a:spLocks noGrp="1"/>
          </p:cNvSpPr>
          <p:nvPr>
            <p:ph type="title"/>
          </p:nvPr>
        </p:nvSpPr>
        <p:spPr/>
        <p:txBody>
          <a:bodyPr/>
          <a:lstStyle/>
          <a:p>
            <a:r>
              <a:rPr lang="en-US" dirty="0"/>
              <a:t>Types of variables</a:t>
            </a:r>
          </a:p>
        </p:txBody>
      </p:sp>
      <p:sp>
        <p:nvSpPr>
          <p:cNvPr id="3" name="Content Placeholder 2">
            <a:extLst>
              <a:ext uri="{FF2B5EF4-FFF2-40B4-BE49-F238E27FC236}">
                <a16:creationId xmlns:a16="http://schemas.microsoft.com/office/drawing/2014/main" id="{A8AF0698-29BC-B22E-4FBA-44EEE8568830}"/>
              </a:ext>
            </a:extLst>
          </p:cNvPr>
          <p:cNvSpPr>
            <a:spLocks noGrp="1"/>
          </p:cNvSpPr>
          <p:nvPr>
            <p:ph idx="1"/>
          </p:nvPr>
        </p:nvSpPr>
        <p:spPr/>
        <p:txBody>
          <a:bodyPr>
            <a:normAutofit/>
          </a:bodyPr>
          <a:lstStyle/>
          <a:p>
            <a:pPr marL="0" indent="0">
              <a:buNone/>
            </a:pPr>
            <a:r>
              <a:rPr lang="en-PH" dirty="0"/>
              <a:t>Choose the test that fits the types of predictor and outcome variables you have collected (if you are doing an experiment, these are the </a:t>
            </a:r>
            <a:r>
              <a:rPr lang="en-PH" b="1" dirty="0"/>
              <a:t>independent and dependent variables</a:t>
            </a:r>
            <a:r>
              <a:rPr lang="en-PH" dirty="0"/>
              <a:t>).</a:t>
            </a:r>
          </a:p>
          <a:p>
            <a:pPr marL="0" indent="0">
              <a:buNone/>
            </a:pPr>
            <a:endParaRPr lang="en-PH" dirty="0"/>
          </a:p>
          <a:p>
            <a:pPr marL="0" indent="0">
              <a:buNone/>
            </a:pPr>
            <a:r>
              <a:rPr lang="en-PH" dirty="0"/>
              <a:t>Consult the tables below to see which test best matches your variables.</a:t>
            </a:r>
          </a:p>
        </p:txBody>
      </p:sp>
    </p:spTree>
    <p:extLst>
      <p:ext uri="{BB962C8B-B14F-4D97-AF65-F5344CB8AC3E}">
        <p14:creationId xmlns:p14="http://schemas.microsoft.com/office/powerpoint/2010/main" val="225256705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ADCFFA-9F4F-07F2-D430-F7A8A54E76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7C2086-B250-7498-A49D-A75469555366}"/>
              </a:ext>
            </a:extLst>
          </p:cNvPr>
          <p:cNvSpPr>
            <a:spLocks noGrp="1"/>
          </p:cNvSpPr>
          <p:nvPr>
            <p:ph type="title"/>
          </p:nvPr>
        </p:nvSpPr>
        <p:spPr/>
        <p:txBody>
          <a:bodyPr/>
          <a:lstStyle/>
          <a:p>
            <a:r>
              <a:rPr lang="en-PH" dirty="0"/>
              <a:t>Choosing a parametric test: regression, comparison, or correlation</a:t>
            </a:r>
          </a:p>
        </p:txBody>
      </p:sp>
      <p:sp>
        <p:nvSpPr>
          <p:cNvPr id="3" name="Content Placeholder 2">
            <a:extLst>
              <a:ext uri="{FF2B5EF4-FFF2-40B4-BE49-F238E27FC236}">
                <a16:creationId xmlns:a16="http://schemas.microsoft.com/office/drawing/2014/main" id="{760ABCF2-9D60-D319-2963-F3107D923C10}"/>
              </a:ext>
            </a:extLst>
          </p:cNvPr>
          <p:cNvSpPr>
            <a:spLocks noGrp="1"/>
          </p:cNvSpPr>
          <p:nvPr>
            <p:ph idx="1"/>
          </p:nvPr>
        </p:nvSpPr>
        <p:spPr/>
        <p:txBody>
          <a:bodyPr>
            <a:normAutofit/>
          </a:bodyPr>
          <a:lstStyle/>
          <a:p>
            <a:pPr marL="0" indent="0">
              <a:buNone/>
            </a:pPr>
            <a:r>
              <a:rPr lang="en-PH" dirty="0"/>
              <a:t>Parametric tests usually have stricter requirements than nonparametric tests, and are able to make stronger inferences from the data. They can only be conducted with data that adheres to the common assumptions of statistical tests.</a:t>
            </a:r>
          </a:p>
          <a:p>
            <a:pPr marL="0" indent="0">
              <a:buNone/>
            </a:pPr>
            <a:endParaRPr lang="en-PH" dirty="0"/>
          </a:p>
          <a:p>
            <a:pPr marL="0" indent="0">
              <a:buNone/>
            </a:pPr>
            <a:r>
              <a:rPr lang="en-PH" dirty="0"/>
              <a:t>The most common types of parametric test include regression tests, comparison tests, and correlation tests.</a:t>
            </a:r>
          </a:p>
          <a:p>
            <a:pPr marL="0" indent="0">
              <a:buNone/>
            </a:pPr>
            <a:br>
              <a:rPr lang="en-PH" dirty="0"/>
            </a:br>
            <a:endParaRPr lang="en-PH" dirty="0"/>
          </a:p>
        </p:txBody>
      </p:sp>
    </p:spTree>
    <p:extLst>
      <p:ext uri="{BB962C8B-B14F-4D97-AF65-F5344CB8AC3E}">
        <p14:creationId xmlns:p14="http://schemas.microsoft.com/office/powerpoint/2010/main" val="1151656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D93392-4B4B-6968-138F-95E6718CFA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914486-D334-38E0-50EF-307F0774AE21}"/>
              </a:ext>
            </a:extLst>
          </p:cNvPr>
          <p:cNvSpPr>
            <a:spLocks noGrp="1"/>
          </p:cNvSpPr>
          <p:nvPr>
            <p:ph type="title"/>
          </p:nvPr>
        </p:nvSpPr>
        <p:spPr/>
        <p:txBody>
          <a:bodyPr/>
          <a:lstStyle/>
          <a:p>
            <a:r>
              <a:rPr lang="en-PH" dirty="0"/>
              <a:t>Regression tests</a:t>
            </a:r>
          </a:p>
        </p:txBody>
      </p:sp>
      <p:sp>
        <p:nvSpPr>
          <p:cNvPr id="3" name="Content Placeholder 2">
            <a:extLst>
              <a:ext uri="{FF2B5EF4-FFF2-40B4-BE49-F238E27FC236}">
                <a16:creationId xmlns:a16="http://schemas.microsoft.com/office/drawing/2014/main" id="{89B80EF9-F5A4-A9C5-BA39-DC88CF5FA803}"/>
              </a:ext>
            </a:extLst>
          </p:cNvPr>
          <p:cNvSpPr>
            <a:spLocks noGrp="1"/>
          </p:cNvSpPr>
          <p:nvPr>
            <p:ph idx="1"/>
          </p:nvPr>
        </p:nvSpPr>
        <p:spPr/>
        <p:txBody>
          <a:bodyPr>
            <a:normAutofit/>
          </a:bodyPr>
          <a:lstStyle/>
          <a:p>
            <a:pPr marL="0" indent="0">
              <a:buNone/>
            </a:pPr>
            <a:r>
              <a:rPr lang="en-PH" dirty="0"/>
              <a:t>Regression tests look for</a:t>
            </a:r>
            <a:r>
              <a:rPr lang="en-PH" b="1" dirty="0">
                <a:hlinkClick r:id="rId2"/>
              </a:rPr>
              <a:t> </a:t>
            </a:r>
            <a:r>
              <a:rPr lang="en-PH" b="1" dirty="0"/>
              <a:t>cause-and-effect relationships</a:t>
            </a:r>
            <a:r>
              <a:rPr lang="en-PH" dirty="0"/>
              <a:t>. They can be used to estimate the effect of one or more continuous variables on another variable.</a:t>
            </a:r>
          </a:p>
        </p:txBody>
      </p:sp>
    </p:spTree>
    <p:extLst>
      <p:ext uri="{BB962C8B-B14F-4D97-AF65-F5344CB8AC3E}">
        <p14:creationId xmlns:p14="http://schemas.microsoft.com/office/powerpoint/2010/main" val="14254456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8BD5B8-6CB8-AB8B-0354-7B2652B3732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75C37E-2C64-A77D-04FD-FF53F20F3691}"/>
              </a:ext>
            </a:extLst>
          </p:cNvPr>
          <p:cNvSpPr>
            <a:spLocks noGrp="1"/>
          </p:cNvSpPr>
          <p:nvPr>
            <p:ph type="title"/>
          </p:nvPr>
        </p:nvSpPr>
        <p:spPr/>
        <p:txBody>
          <a:bodyPr/>
          <a:lstStyle/>
          <a:p>
            <a:r>
              <a:rPr lang="en-PH" dirty="0"/>
              <a:t>Regression tests</a:t>
            </a:r>
          </a:p>
        </p:txBody>
      </p:sp>
      <p:graphicFrame>
        <p:nvGraphicFramePr>
          <p:cNvPr id="6" name="Table 5">
            <a:extLst>
              <a:ext uri="{FF2B5EF4-FFF2-40B4-BE49-F238E27FC236}">
                <a16:creationId xmlns:a16="http://schemas.microsoft.com/office/drawing/2014/main" id="{78458051-E391-970B-A4D5-15423E9E154F}"/>
              </a:ext>
            </a:extLst>
          </p:cNvPr>
          <p:cNvGraphicFramePr>
            <a:graphicFrameLocks noGrp="1"/>
          </p:cNvGraphicFramePr>
          <p:nvPr>
            <p:extLst>
              <p:ext uri="{D42A27DB-BD31-4B8C-83A1-F6EECF244321}">
                <p14:modId xmlns:p14="http://schemas.microsoft.com/office/powerpoint/2010/main" val="3840829506"/>
              </p:ext>
            </p:extLst>
          </p:nvPr>
        </p:nvGraphicFramePr>
        <p:xfrm>
          <a:off x="355988" y="2595748"/>
          <a:ext cx="11480024" cy="2320513"/>
        </p:xfrm>
        <a:graphic>
          <a:graphicData uri="http://schemas.openxmlformats.org/drawingml/2006/table">
            <a:tbl>
              <a:tblPr>
                <a:tableStyleId>{5940675A-B579-460E-94D1-54222C63F5DA}</a:tableStyleId>
              </a:tblPr>
              <a:tblGrid>
                <a:gridCol w="2870006">
                  <a:extLst>
                    <a:ext uri="{9D8B030D-6E8A-4147-A177-3AD203B41FA5}">
                      <a16:colId xmlns:a16="http://schemas.microsoft.com/office/drawing/2014/main" val="3249664648"/>
                    </a:ext>
                  </a:extLst>
                </a:gridCol>
                <a:gridCol w="2870006">
                  <a:extLst>
                    <a:ext uri="{9D8B030D-6E8A-4147-A177-3AD203B41FA5}">
                      <a16:colId xmlns:a16="http://schemas.microsoft.com/office/drawing/2014/main" val="3850720833"/>
                    </a:ext>
                  </a:extLst>
                </a:gridCol>
                <a:gridCol w="2870006">
                  <a:extLst>
                    <a:ext uri="{9D8B030D-6E8A-4147-A177-3AD203B41FA5}">
                      <a16:colId xmlns:a16="http://schemas.microsoft.com/office/drawing/2014/main" val="4008721147"/>
                    </a:ext>
                  </a:extLst>
                </a:gridCol>
                <a:gridCol w="2870006">
                  <a:extLst>
                    <a:ext uri="{9D8B030D-6E8A-4147-A177-3AD203B41FA5}">
                      <a16:colId xmlns:a16="http://schemas.microsoft.com/office/drawing/2014/main" val="1128208171"/>
                    </a:ext>
                  </a:extLst>
                </a:gridCol>
              </a:tblGrid>
              <a:tr h="399631">
                <a:tc>
                  <a:txBody>
                    <a:bodyPr/>
                    <a:lstStyle/>
                    <a:p>
                      <a:pPr algn="ctr" fontAlgn="t">
                        <a:buNone/>
                      </a:pPr>
                      <a:endParaRPr lang="en-PH" sz="1400" dirty="0">
                        <a:solidFill>
                          <a:schemeClr val="tx1"/>
                        </a:solidFill>
                        <a:effectLst/>
                      </a:endParaRPr>
                    </a:p>
                  </a:txBody>
                  <a:tcPr marL="71333" marR="71333" marT="35667" marB="35667" anchor="ctr"/>
                </a:tc>
                <a:tc>
                  <a:txBody>
                    <a:bodyPr/>
                    <a:lstStyle/>
                    <a:p>
                      <a:pPr algn="ctr" fontAlgn="t">
                        <a:buNone/>
                      </a:pPr>
                      <a:r>
                        <a:rPr lang="en-PH" sz="1400" b="1" dirty="0">
                          <a:solidFill>
                            <a:schemeClr val="bg1"/>
                          </a:solidFill>
                          <a:effectLst/>
                        </a:rPr>
                        <a:t>Predictor variable</a:t>
                      </a:r>
                    </a:p>
                  </a:txBody>
                  <a:tcPr marL="71333" marR="71333" marT="35667" marB="35667" anchor="ctr">
                    <a:solidFill>
                      <a:schemeClr val="tx1"/>
                    </a:solidFill>
                  </a:tcPr>
                </a:tc>
                <a:tc>
                  <a:txBody>
                    <a:bodyPr/>
                    <a:lstStyle/>
                    <a:p>
                      <a:pPr algn="ctr" fontAlgn="t">
                        <a:buNone/>
                      </a:pPr>
                      <a:r>
                        <a:rPr lang="en-PH" sz="1400" b="1" dirty="0">
                          <a:solidFill>
                            <a:schemeClr val="bg1"/>
                          </a:solidFill>
                          <a:effectLst/>
                        </a:rPr>
                        <a:t>Outcome variable</a:t>
                      </a:r>
                    </a:p>
                  </a:txBody>
                  <a:tcPr marL="71333" marR="71333" marT="35667" marB="35667" anchor="ctr">
                    <a:solidFill>
                      <a:schemeClr val="tx1"/>
                    </a:solidFill>
                  </a:tcPr>
                </a:tc>
                <a:tc>
                  <a:txBody>
                    <a:bodyPr/>
                    <a:lstStyle/>
                    <a:p>
                      <a:pPr algn="ctr" fontAlgn="t">
                        <a:buNone/>
                      </a:pPr>
                      <a:r>
                        <a:rPr lang="en-PH" sz="1400" b="1" dirty="0">
                          <a:solidFill>
                            <a:schemeClr val="bg1"/>
                          </a:solidFill>
                          <a:effectLst/>
                        </a:rPr>
                        <a:t>Research question example</a:t>
                      </a:r>
                    </a:p>
                  </a:txBody>
                  <a:tcPr marL="71333" marR="71333" marT="35667" marB="35667" anchor="ctr">
                    <a:solidFill>
                      <a:schemeClr val="tx1"/>
                    </a:solidFill>
                  </a:tcPr>
                </a:tc>
                <a:extLst>
                  <a:ext uri="{0D108BD9-81ED-4DB2-BD59-A6C34878D82A}">
                    <a16:rowId xmlns:a16="http://schemas.microsoft.com/office/drawing/2014/main" val="1072165784"/>
                  </a:ext>
                </a:extLst>
              </a:tr>
              <a:tr h="592013">
                <a:tc>
                  <a:txBody>
                    <a:bodyPr/>
                    <a:lstStyle/>
                    <a:p>
                      <a:pPr algn="ctr" fontAlgn="t">
                        <a:buNone/>
                      </a:pPr>
                      <a:r>
                        <a:rPr lang="en-PH" sz="1400" b="1" u="none" strike="noStrike" dirty="0">
                          <a:solidFill>
                            <a:schemeClr val="bg1"/>
                          </a:solidFill>
                          <a:effectLst/>
                        </a:rPr>
                        <a:t>Simple linear regression</a:t>
                      </a:r>
                      <a:endParaRPr lang="en-PH" sz="1400" b="1" dirty="0">
                        <a:solidFill>
                          <a:schemeClr val="bg1"/>
                        </a:solidFill>
                        <a:effectLst/>
                      </a:endParaRPr>
                    </a:p>
                  </a:txBody>
                  <a:tcPr marL="71333" marR="71333" marT="35667" marB="35667" anchor="ctr">
                    <a:solidFill>
                      <a:schemeClr val="tx1"/>
                    </a:solidFill>
                  </a:tcPr>
                </a:tc>
                <a:tc>
                  <a:txBody>
                    <a:bodyPr/>
                    <a:lstStyle/>
                    <a:p>
                      <a:pPr algn="ctr" fontAlgn="t">
                        <a:buFont typeface="Arial" panose="020B0604020202020204" pitchFamily="34" charset="0"/>
                        <a:buNone/>
                      </a:pPr>
                      <a:r>
                        <a:rPr lang="en-PH" sz="1400" dirty="0">
                          <a:effectLst/>
                        </a:rPr>
                        <a:t> Continuous</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One predictor</a:t>
                      </a:r>
                    </a:p>
                  </a:txBody>
                  <a:tcPr marL="71333" marR="71333" marT="35667" marB="35667" anchor="ctr"/>
                </a:tc>
                <a:tc>
                  <a:txBody>
                    <a:bodyPr/>
                    <a:lstStyle/>
                    <a:p>
                      <a:pPr algn="ctr" fontAlgn="t">
                        <a:buFont typeface="Arial" panose="020B0604020202020204" pitchFamily="34" charset="0"/>
                        <a:buNone/>
                      </a:pPr>
                      <a:r>
                        <a:rPr lang="en-PH" sz="1400" dirty="0">
                          <a:effectLst/>
                        </a:rPr>
                        <a:t> Continuous</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One outcome</a:t>
                      </a:r>
                    </a:p>
                  </a:txBody>
                  <a:tcPr marL="71333" marR="71333" marT="35667" marB="35667" anchor="ctr"/>
                </a:tc>
                <a:tc>
                  <a:txBody>
                    <a:bodyPr/>
                    <a:lstStyle/>
                    <a:p>
                      <a:pPr algn="ctr" fontAlgn="t">
                        <a:buNone/>
                      </a:pPr>
                      <a:r>
                        <a:rPr lang="en-PH" sz="1400" dirty="0">
                          <a:effectLst/>
                        </a:rPr>
                        <a:t>What is the effect of income on longevity?</a:t>
                      </a:r>
                    </a:p>
                  </a:txBody>
                  <a:tcPr marL="71333" marR="71333" marT="35667" marB="35667"/>
                </a:tc>
                <a:extLst>
                  <a:ext uri="{0D108BD9-81ED-4DB2-BD59-A6C34878D82A}">
                    <a16:rowId xmlns:a16="http://schemas.microsoft.com/office/drawing/2014/main" val="2289391927"/>
                  </a:ext>
                </a:extLst>
              </a:tr>
              <a:tr h="592013">
                <a:tc>
                  <a:txBody>
                    <a:bodyPr/>
                    <a:lstStyle/>
                    <a:p>
                      <a:pPr algn="ctr" fontAlgn="t">
                        <a:buNone/>
                      </a:pPr>
                      <a:r>
                        <a:rPr lang="en-PH" sz="1400" b="1" u="none" strike="noStrike" dirty="0">
                          <a:solidFill>
                            <a:schemeClr val="bg1"/>
                          </a:solidFill>
                          <a:effectLst/>
                        </a:rPr>
                        <a:t>Multiple linear regression</a:t>
                      </a:r>
                      <a:endParaRPr lang="en-PH" sz="1400" b="1" dirty="0">
                        <a:solidFill>
                          <a:schemeClr val="bg1"/>
                        </a:solidFill>
                        <a:effectLst/>
                      </a:endParaRPr>
                    </a:p>
                  </a:txBody>
                  <a:tcPr marL="71333" marR="71333" marT="35667" marB="35667" anchor="ctr">
                    <a:solidFill>
                      <a:schemeClr val="tx1"/>
                    </a:solidFill>
                  </a:tcPr>
                </a:tc>
                <a:tc>
                  <a:txBody>
                    <a:bodyPr/>
                    <a:lstStyle/>
                    <a:p>
                      <a:pPr algn="ctr" fontAlgn="t">
                        <a:buFont typeface="Arial" panose="020B0604020202020204" pitchFamily="34" charset="0"/>
                        <a:buNone/>
                      </a:pPr>
                      <a:r>
                        <a:rPr lang="en-PH" sz="1400" dirty="0">
                          <a:effectLst/>
                        </a:rPr>
                        <a:t> Continuous</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One or more predictors</a:t>
                      </a:r>
                    </a:p>
                  </a:txBody>
                  <a:tcPr marL="71333" marR="71333" marT="35667" marB="35667" anchor="ctr"/>
                </a:tc>
                <a:tc>
                  <a:txBody>
                    <a:bodyPr/>
                    <a:lstStyle/>
                    <a:p>
                      <a:pPr algn="ctr" fontAlgn="t">
                        <a:buFont typeface="Arial" panose="020B0604020202020204" pitchFamily="34" charset="0"/>
                        <a:buNone/>
                      </a:pPr>
                      <a:r>
                        <a:rPr lang="en-PH" sz="1400" dirty="0">
                          <a:effectLst/>
                        </a:rPr>
                        <a:t> Continuous</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One outcome</a:t>
                      </a:r>
                    </a:p>
                  </a:txBody>
                  <a:tcPr marL="71333" marR="71333" marT="35667" marB="35667" anchor="ctr"/>
                </a:tc>
                <a:tc>
                  <a:txBody>
                    <a:bodyPr/>
                    <a:lstStyle/>
                    <a:p>
                      <a:pPr algn="ctr" fontAlgn="t">
                        <a:buNone/>
                      </a:pPr>
                      <a:r>
                        <a:rPr lang="en-PH" sz="1400" dirty="0">
                          <a:effectLst/>
                        </a:rPr>
                        <a:t>What is the effect of income and minutes of exercise per day on longevity?</a:t>
                      </a:r>
                    </a:p>
                  </a:txBody>
                  <a:tcPr marL="71333" marR="71333" marT="35667" marB="35667"/>
                </a:tc>
                <a:extLst>
                  <a:ext uri="{0D108BD9-81ED-4DB2-BD59-A6C34878D82A}">
                    <a16:rowId xmlns:a16="http://schemas.microsoft.com/office/drawing/2014/main" val="1652433708"/>
                  </a:ext>
                </a:extLst>
              </a:tr>
              <a:tr h="0">
                <a:tc>
                  <a:txBody>
                    <a:bodyPr/>
                    <a:lstStyle/>
                    <a:p>
                      <a:pPr algn="ctr" fontAlgn="t">
                        <a:buNone/>
                      </a:pPr>
                      <a:r>
                        <a:rPr lang="en-PH" sz="1400" b="1" dirty="0">
                          <a:solidFill>
                            <a:schemeClr val="bg1"/>
                          </a:solidFill>
                          <a:effectLst/>
                        </a:rPr>
                        <a:t>Logistic regression</a:t>
                      </a:r>
                    </a:p>
                  </a:txBody>
                  <a:tcPr marL="71333" marR="71333" marT="35667" marB="35667" anchor="ctr">
                    <a:solidFill>
                      <a:schemeClr val="tx1"/>
                    </a:solidFill>
                  </a:tcPr>
                </a:tc>
                <a:tc>
                  <a:txBody>
                    <a:bodyPr/>
                    <a:lstStyle/>
                    <a:p>
                      <a:pPr algn="ctr" fontAlgn="t">
                        <a:buFont typeface="Arial" panose="020B0604020202020204" pitchFamily="34" charset="0"/>
                        <a:buNone/>
                      </a:pPr>
                      <a:r>
                        <a:rPr lang="en-PH" sz="1400" dirty="0">
                          <a:effectLst/>
                        </a:rPr>
                        <a:t> Continuous</a:t>
                      </a:r>
                    </a:p>
                  </a:txBody>
                  <a:tcPr marL="71333" marR="71333" marT="35667" marB="35667" anchor="ctr"/>
                </a:tc>
                <a:tc>
                  <a:txBody>
                    <a:bodyPr/>
                    <a:lstStyle/>
                    <a:p>
                      <a:pPr marL="0" indent="0" algn="ctr" fontAlgn="t">
                        <a:buFont typeface="Arial" panose="020B0604020202020204" pitchFamily="34" charset="0"/>
                        <a:buNone/>
                      </a:pPr>
                      <a:r>
                        <a:rPr lang="en-PH" sz="1400" dirty="0">
                          <a:effectLst/>
                        </a:rPr>
                        <a:t>Binary</a:t>
                      </a:r>
                    </a:p>
                  </a:txBody>
                  <a:tcPr marL="71333" marR="71333" marT="35667" marB="35667" anchor="ctr"/>
                </a:tc>
                <a:tc>
                  <a:txBody>
                    <a:bodyPr/>
                    <a:lstStyle/>
                    <a:p>
                      <a:pPr algn="ctr" fontAlgn="t">
                        <a:buNone/>
                      </a:pPr>
                      <a:r>
                        <a:rPr lang="en-PH" sz="1400" dirty="0">
                          <a:effectLst/>
                        </a:rPr>
                        <a:t>What is the effect of drug dosage on the survival of a test subject?</a:t>
                      </a:r>
                    </a:p>
                  </a:txBody>
                  <a:tcPr marL="71333" marR="71333" marT="35667" marB="35667"/>
                </a:tc>
                <a:extLst>
                  <a:ext uri="{0D108BD9-81ED-4DB2-BD59-A6C34878D82A}">
                    <a16:rowId xmlns:a16="http://schemas.microsoft.com/office/drawing/2014/main" val="1615483350"/>
                  </a:ext>
                </a:extLst>
              </a:tr>
            </a:tbl>
          </a:graphicData>
        </a:graphic>
      </p:graphicFrame>
    </p:spTree>
    <p:extLst>
      <p:ext uri="{BB962C8B-B14F-4D97-AF65-F5344CB8AC3E}">
        <p14:creationId xmlns:p14="http://schemas.microsoft.com/office/powerpoint/2010/main" val="17553965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19D403-22B6-59CA-B828-FA8D1A11F211}"/>
              </a:ext>
            </a:extLst>
          </p:cNvPr>
          <p:cNvSpPr>
            <a:spLocks noGrp="1"/>
          </p:cNvSpPr>
          <p:nvPr>
            <p:ph type="title"/>
          </p:nvPr>
        </p:nvSpPr>
        <p:spPr/>
        <p:txBody>
          <a:bodyPr/>
          <a:lstStyle/>
          <a:p>
            <a:r>
              <a:rPr lang="en-US" dirty="0"/>
              <a:t>Comparison Tests</a:t>
            </a:r>
          </a:p>
        </p:txBody>
      </p:sp>
      <p:sp>
        <p:nvSpPr>
          <p:cNvPr id="3" name="Content Placeholder 2">
            <a:extLst>
              <a:ext uri="{FF2B5EF4-FFF2-40B4-BE49-F238E27FC236}">
                <a16:creationId xmlns:a16="http://schemas.microsoft.com/office/drawing/2014/main" id="{F0050BB4-A3C6-D8F8-2CF0-A949FAFE6AD6}"/>
              </a:ext>
            </a:extLst>
          </p:cNvPr>
          <p:cNvSpPr>
            <a:spLocks noGrp="1"/>
          </p:cNvSpPr>
          <p:nvPr>
            <p:ph idx="1"/>
          </p:nvPr>
        </p:nvSpPr>
        <p:spPr/>
        <p:txBody>
          <a:bodyPr/>
          <a:lstStyle/>
          <a:p>
            <a:pPr marL="0" indent="0">
              <a:buNone/>
            </a:pPr>
            <a:r>
              <a:rPr lang="en-PH" dirty="0"/>
              <a:t>Comparison tests look for </a:t>
            </a:r>
            <a:r>
              <a:rPr lang="en-PH" b="1" dirty="0"/>
              <a:t>differences among group means</a:t>
            </a:r>
            <a:r>
              <a:rPr lang="en-PH" dirty="0"/>
              <a:t>. They can be used to test the effect of a categorical variable on the </a:t>
            </a:r>
            <a:r>
              <a:rPr lang="en-PH" b="1" dirty="0"/>
              <a:t>mean value</a:t>
            </a:r>
            <a:r>
              <a:rPr lang="en-PH" dirty="0"/>
              <a:t> of some other characteristic.</a:t>
            </a:r>
          </a:p>
          <a:p>
            <a:pPr marL="0" indent="0">
              <a:buNone/>
            </a:pPr>
            <a:endParaRPr lang="en-PH" dirty="0"/>
          </a:p>
          <a:p>
            <a:pPr marL="0" indent="0">
              <a:buNone/>
            </a:pPr>
            <a:r>
              <a:rPr lang="en-PH" dirty="0"/>
              <a:t>T-tests are used when comparing the means of precisely two groups (e.g., the average heights of men and women). </a:t>
            </a:r>
            <a:r>
              <a:rPr lang="en-PH" b="1" dirty="0"/>
              <a:t>ANOVA</a:t>
            </a:r>
            <a:r>
              <a:rPr lang="en-PH" dirty="0"/>
              <a:t> and </a:t>
            </a:r>
            <a:r>
              <a:rPr lang="en-PH" b="1" dirty="0"/>
              <a:t>MANOVA</a:t>
            </a:r>
            <a:r>
              <a:rPr lang="en-PH" dirty="0"/>
              <a:t> tests are used when comparing the </a:t>
            </a:r>
            <a:r>
              <a:rPr lang="en-PH" b="1" dirty="0"/>
              <a:t>means</a:t>
            </a:r>
            <a:r>
              <a:rPr lang="en-PH" dirty="0"/>
              <a:t> of more than two groups (e.g., the average heights of children, teenagers, and adults).</a:t>
            </a:r>
          </a:p>
          <a:p>
            <a:pPr marL="0" indent="0">
              <a:buNone/>
            </a:pPr>
            <a:endParaRPr lang="en-US" dirty="0"/>
          </a:p>
        </p:txBody>
      </p:sp>
    </p:spTree>
    <p:extLst>
      <p:ext uri="{BB962C8B-B14F-4D97-AF65-F5344CB8AC3E}">
        <p14:creationId xmlns:p14="http://schemas.microsoft.com/office/powerpoint/2010/main" val="18445639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F5B5BE-311F-2A7B-FD5A-8CB14658A6A4}"/>
              </a:ext>
            </a:extLst>
          </p:cNvPr>
          <p:cNvSpPr>
            <a:spLocks noGrp="1"/>
          </p:cNvSpPr>
          <p:nvPr>
            <p:ph type="title"/>
          </p:nvPr>
        </p:nvSpPr>
        <p:spPr/>
        <p:txBody>
          <a:bodyPr/>
          <a:lstStyle/>
          <a:p>
            <a:r>
              <a:rPr lang="en-US" dirty="0"/>
              <a:t>Comparison Tests</a:t>
            </a:r>
          </a:p>
        </p:txBody>
      </p:sp>
      <p:graphicFrame>
        <p:nvGraphicFramePr>
          <p:cNvPr id="4" name="Table 3">
            <a:extLst>
              <a:ext uri="{FF2B5EF4-FFF2-40B4-BE49-F238E27FC236}">
                <a16:creationId xmlns:a16="http://schemas.microsoft.com/office/drawing/2014/main" id="{0DA0F9E4-34BE-AB82-602E-5D1F2F072FE0}"/>
              </a:ext>
            </a:extLst>
          </p:cNvPr>
          <p:cNvGraphicFramePr>
            <a:graphicFrameLocks noGrp="1"/>
          </p:cNvGraphicFramePr>
          <p:nvPr>
            <p:extLst>
              <p:ext uri="{D42A27DB-BD31-4B8C-83A1-F6EECF244321}">
                <p14:modId xmlns:p14="http://schemas.microsoft.com/office/powerpoint/2010/main" val="3313799349"/>
              </p:ext>
            </p:extLst>
          </p:nvPr>
        </p:nvGraphicFramePr>
        <p:xfrm>
          <a:off x="744564" y="2151932"/>
          <a:ext cx="10702872" cy="3752479"/>
        </p:xfrm>
        <a:graphic>
          <a:graphicData uri="http://schemas.openxmlformats.org/drawingml/2006/table">
            <a:tbl>
              <a:tblPr>
                <a:tableStyleId>{5940675A-B579-460E-94D1-54222C63F5DA}</a:tableStyleId>
              </a:tblPr>
              <a:tblGrid>
                <a:gridCol w="2675718">
                  <a:extLst>
                    <a:ext uri="{9D8B030D-6E8A-4147-A177-3AD203B41FA5}">
                      <a16:colId xmlns:a16="http://schemas.microsoft.com/office/drawing/2014/main" val="1213873074"/>
                    </a:ext>
                  </a:extLst>
                </a:gridCol>
                <a:gridCol w="2675718">
                  <a:extLst>
                    <a:ext uri="{9D8B030D-6E8A-4147-A177-3AD203B41FA5}">
                      <a16:colId xmlns:a16="http://schemas.microsoft.com/office/drawing/2014/main" val="1667199947"/>
                    </a:ext>
                  </a:extLst>
                </a:gridCol>
                <a:gridCol w="2675718">
                  <a:extLst>
                    <a:ext uri="{9D8B030D-6E8A-4147-A177-3AD203B41FA5}">
                      <a16:colId xmlns:a16="http://schemas.microsoft.com/office/drawing/2014/main" val="169710185"/>
                    </a:ext>
                  </a:extLst>
                </a:gridCol>
                <a:gridCol w="2675718">
                  <a:extLst>
                    <a:ext uri="{9D8B030D-6E8A-4147-A177-3AD203B41FA5}">
                      <a16:colId xmlns:a16="http://schemas.microsoft.com/office/drawing/2014/main" val="2613600162"/>
                    </a:ext>
                  </a:extLst>
                </a:gridCol>
              </a:tblGrid>
              <a:tr h="293162">
                <a:tc>
                  <a:txBody>
                    <a:bodyPr/>
                    <a:lstStyle/>
                    <a:p>
                      <a:pPr algn="ctr" fontAlgn="t">
                        <a:buNone/>
                      </a:pPr>
                      <a:endParaRPr lang="en-PH" sz="1400" dirty="0">
                        <a:effectLst/>
                      </a:endParaRPr>
                    </a:p>
                  </a:txBody>
                  <a:tcPr marL="33995" marR="33995" marT="16997" marB="16997"/>
                </a:tc>
                <a:tc>
                  <a:txBody>
                    <a:bodyPr/>
                    <a:lstStyle/>
                    <a:p>
                      <a:pPr algn="ctr" fontAlgn="t">
                        <a:buNone/>
                      </a:pPr>
                      <a:r>
                        <a:rPr lang="en-PH" sz="1400" b="1">
                          <a:solidFill>
                            <a:schemeClr val="bg1"/>
                          </a:solidFill>
                          <a:effectLst/>
                        </a:rPr>
                        <a:t>Predictor variable</a:t>
                      </a:r>
                    </a:p>
                  </a:txBody>
                  <a:tcPr marL="33995" marR="33995" marT="16997" marB="16997">
                    <a:solidFill>
                      <a:schemeClr val="tx1"/>
                    </a:solidFill>
                  </a:tcPr>
                </a:tc>
                <a:tc>
                  <a:txBody>
                    <a:bodyPr/>
                    <a:lstStyle/>
                    <a:p>
                      <a:pPr algn="ctr" fontAlgn="t">
                        <a:buNone/>
                      </a:pPr>
                      <a:r>
                        <a:rPr lang="en-PH" sz="1400" b="1">
                          <a:solidFill>
                            <a:schemeClr val="bg1"/>
                          </a:solidFill>
                          <a:effectLst/>
                        </a:rPr>
                        <a:t>Outcome variable</a:t>
                      </a:r>
                    </a:p>
                  </a:txBody>
                  <a:tcPr marL="33995" marR="33995" marT="16997" marB="16997">
                    <a:solidFill>
                      <a:schemeClr val="tx1"/>
                    </a:solidFill>
                  </a:tcPr>
                </a:tc>
                <a:tc>
                  <a:txBody>
                    <a:bodyPr/>
                    <a:lstStyle/>
                    <a:p>
                      <a:pPr algn="ctr" fontAlgn="t">
                        <a:buNone/>
                      </a:pPr>
                      <a:r>
                        <a:rPr lang="en-PH" sz="1400" b="1" dirty="0">
                          <a:solidFill>
                            <a:schemeClr val="bg1"/>
                          </a:solidFill>
                          <a:effectLst/>
                        </a:rPr>
                        <a:t>Research question example</a:t>
                      </a:r>
                    </a:p>
                  </a:txBody>
                  <a:tcPr marL="33995" marR="33995" marT="16997" marB="16997">
                    <a:solidFill>
                      <a:schemeClr val="tx1"/>
                    </a:solidFill>
                  </a:tcPr>
                </a:tc>
                <a:extLst>
                  <a:ext uri="{0D108BD9-81ED-4DB2-BD59-A6C34878D82A}">
                    <a16:rowId xmlns:a16="http://schemas.microsoft.com/office/drawing/2014/main" val="4143746653"/>
                  </a:ext>
                </a:extLst>
              </a:tr>
              <a:tr h="996752">
                <a:tc>
                  <a:txBody>
                    <a:bodyPr/>
                    <a:lstStyle/>
                    <a:p>
                      <a:pPr algn="ctr" fontAlgn="t">
                        <a:buNone/>
                      </a:pPr>
                      <a:r>
                        <a:rPr lang="en-PH" sz="1400" b="1">
                          <a:solidFill>
                            <a:schemeClr val="bg1"/>
                          </a:solidFill>
                          <a:effectLst/>
                        </a:rPr>
                        <a:t>Paired t-test</a:t>
                      </a:r>
                    </a:p>
                  </a:txBody>
                  <a:tcPr marL="33995" marR="33995" marT="16997" marB="16997" anchor="ctr">
                    <a:solidFill>
                      <a:schemeClr val="tx1"/>
                    </a:solidFill>
                  </a:tcPr>
                </a:tc>
                <a:tc>
                  <a:txBody>
                    <a:bodyPr/>
                    <a:lstStyle/>
                    <a:p>
                      <a:pPr algn="ctr" fontAlgn="t">
                        <a:buFont typeface="Arial" panose="020B0604020202020204" pitchFamily="34" charset="0"/>
                        <a:buNone/>
                      </a:pPr>
                      <a:r>
                        <a:rPr lang="en-PH" sz="1400" dirty="0">
                          <a:effectLst/>
                        </a:rPr>
                        <a:t>Categorical</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1 predictor</a:t>
                      </a:r>
                    </a:p>
                  </a:txBody>
                  <a:tcPr marL="33995" marR="33995" marT="16997" marB="16997"/>
                </a:tc>
                <a:tc>
                  <a:txBody>
                    <a:bodyPr/>
                    <a:lstStyle/>
                    <a:p>
                      <a:pPr algn="ctr" fontAlgn="t">
                        <a:buFont typeface="Arial" panose="020B0604020202020204" pitchFamily="34" charset="0"/>
                        <a:buNone/>
                      </a:pPr>
                      <a:r>
                        <a:rPr lang="en-PH" sz="1400" dirty="0">
                          <a:effectLst/>
                        </a:rPr>
                        <a:t> Quantitative</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Groups come from the </a:t>
                      </a:r>
                    </a:p>
                    <a:p>
                      <a:pPr algn="ctr" fontAlgn="t">
                        <a:buFont typeface="Arial" panose="020B0604020202020204" pitchFamily="34" charset="0"/>
                        <a:buNone/>
                      </a:pPr>
                      <a:r>
                        <a:rPr lang="en-PH" sz="1400" dirty="0">
                          <a:effectLst/>
                        </a:rPr>
                        <a:t>same population</a:t>
                      </a:r>
                    </a:p>
                  </a:txBody>
                  <a:tcPr marL="33995" marR="33995" marT="16997" marB="16997"/>
                </a:tc>
                <a:tc>
                  <a:txBody>
                    <a:bodyPr/>
                    <a:lstStyle/>
                    <a:p>
                      <a:pPr algn="ctr" fontAlgn="t">
                        <a:buNone/>
                      </a:pPr>
                      <a:r>
                        <a:rPr lang="en-PH" sz="1400">
                          <a:effectLst/>
                        </a:rPr>
                        <a:t>What is the effect of two different test prep programs on the average exam scores for students from the same class?</a:t>
                      </a:r>
                    </a:p>
                  </a:txBody>
                  <a:tcPr marL="33995" marR="33995" marT="16997" marB="16997"/>
                </a:tc>
                <a:extLst>
                  <a:ext uri="{0D108BD9-81ED-4DB2-BD59-A6C34878D82A}">
                    <a16:rowId xmlns:a16="http://schemas.microsoft.com/office/drawing/2014/main" val="1219923927"/>
                  </a:ext>
                </a:extLst>
              </a:tr>
              <a:tr h="820855">
                <a:tc>
                  <a:txBody>
                    <a:bodyPr/>
                    <a:lstStyle/>
                    <a:p>
                      <a:pPr algn="ctr" fontAlgn="t">
                        <a:buNone/>
                      </a:pPr>
                      <a:r>
                        <a:rPr lang="en-PH" sz="1400" b="1">
                          <a:solidFill>
                            <a:schemeClr val="bg1"/>
                          </a:solidFill>
                          <a:effectLst/>
                        </a:rPr>
                        <a:t>Independent t-test</a:t>
                      </a:r>
                    </a:p>
                  </a:txBody>
                  <a:tcPr marL="33995" marR="33995" marT="16997" marB="16997" anchor="ctr">
                    <a:solidFill>
                      <a:schemeClr val="tx1"/>
                    </a:solidFill>
                  </a:tcPr>
                </a:tc>
                <a:tc>
                  <a:txBody>
                    <a:bodyPr/>
                    <a:lstStyle/>
                    <a:p>
                      <a:pPr algn="ctr" fontAlgn="t">
                        <a:buFont typeface="Arial" panose="020B0604020202020204" pitchFamily="34" charset="0"/>
                        <a:buNone/>
                      </a:pPr>
                      <a:r>
                        <a:rPr lang="en-PH" sz="1400" dirty="0">
                          <a:effectLst/>
                        </a:rPr>
                        <a:t>Categorical</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1 predictor</a:t>
                      </a:r>
                    </a:p>
                  </a:txBody>
                  <a:tcPr marL="33995" marR="33995" marT="16997" marB="16997"/>
                </a:tc>
                <a:tc>
                  <a:txBody>
                    <a:bodyPr/>
                    <a:lstStyle/>
                    <a:p>
                      <a:pPr algn="ctr" fontAlgn="t">
                        <a:buFont typeface="Arial" panose="020B0604020202020204" pitchFamily="34" charset="0"/>
                        <a:buNone/>
                      </a:pPr>
                      <a:r>
                        <a:rPr lang="en-PH" sz="1400" dirty="0">
                          <a:effectLst/>
                        </a:rPr>
                        <a:t> Quantitative</a:t>
                      </a:r>
                    </a:p>
                    <a:p>
                      <a:pPr algn="ctr" fontAlgn="t">
                        <a:buFont typeface="Arial" panose="020B0604020202020204" pitchFamily="34" charset="0"/>
                        <a:buNone/>
                      </a:pPr>
                      <a:r>
                        <a:rPr lang="en-PH" sz="1400" dirty="0">
                          <a:effectLst/>
                        </a:rPr>
                        <a:t> groups come from different populations</a:t>
                      </a:r>
                    </a:p>
                  </a:txBody>
                  <a:tcPr marL="33995" marR="33995" marT="16997" marB="16997"/>
                </a:tc>
                <a:tc>
                  <a:txBody>
                    <a:bodyPr/>
                    <a:lstStyle/>
                    <a:p>
                      <a:pPr algn="ctr" fontAlgn="t">
                        <a:buNone/>
                      </a:pPr>
                      <a:r>
                        <a:rPr lang="en-PH" sz="1400" dirty="0">
                          <a:effectLst/>
                        </a:rPr>
                        <a:t>What is the difference in average exam scores for students from two different schools?</a:t>
                      </a:r>
                    </a:p>
                  </a:txBody>
                  <a:tcPr marL="33995" marR="33995" marT="16997" marB="16997"/>
                </a:tc>
                <a:extLst>
                  <a:ext uri="{0D108BD9-81ED-4DB2-BD59-A6C34878D82A}">
                    <a16:rowId xmlns:a16="http://schemas.microsoft.com/office/drawing/2014/main" val="860564002"/>
                  </a:ext>
                </a:extLst>
              </a:tr>
              <a:tr h="908804">
                <a:tc>
                  <a:txBody>
                    <a:bodyPr/>
                    <a:lstStyle/>
                    <a:p>
                      <a:pPr algn="ctr" fontAlgn="t">
                        <a:buNone/>
                      </a:pPr>
                      <a:r>
                        <a:rPr lang="en-PH" sz="1400" b="1">
                          <a:solidFill>
                            <a:schemeClr val="bg1"/>
                          </a:solidFill>
                          <a:effectLst/>
                        </a:rPr>
                        <a:t>ANOVA</a:t>
                      </a:r>
                    </a:p>
                  </a:txBody>
                  <a:tcPr marL="33995" marR="33995" marT="16997" marB="16997" anchor="ctr">
                    <a:solidFill>
                      <a:schemeClr val="tx1"/>
                    </a:solidFill>
                  </a:tcPr>
                </a:tc>
                <a:tc>
                  <a:txBody>
                    <a:bodyPr/>
                    <a:lstStyle/>
                    <a:p>
                      <a:pPr algn="ctr" fontAlgn="t">
                        <a:buFont typeface="Arial" panose="020B0604020202020204" pitchFamily="34" charset="0"/>
                        <a:buNone/>
                      </a:pPr>
                      <a:r>
                        <a:rPr lang="en-PH" sz="1400" dirty="0">
                          <a:effectLst/>
                        </a:rPr>
                        <a:t>Categorical</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1 or more predictor</a:t>
                      </a:r>
                    </a:p>
                  </a:txBody>
                  <a:tcPr marL="33995" marR="33995" marT="16997" marB="16997"/>
                </a:tc>
                <a:tc>
                  <a:txBody>
                    <a:bodyPr/>
                    <a:lstStyle/>
                    <a:p>
                      <a:pPr algn="ctr" fontAlgn="t">
                        <a:buFont typeface="Arial" panose="020B0604020202020204" pitchFamily="34" charset="0"/>
                        <a:buNone/>
                      </a:pPr>
                      <a:r>
                        <a:rPr lang="en-PH" sz="1400" dirty="0">
                          <a:effectLst/>
                        </a:rPr>
                        <a:t> Quantitative</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1 outcome</a:t>
                      </a:r>
                    </a:p>
                  </a:txBody>
                  <a:tcPr marL="33995" marR="33995" marT="16997" marB="16997"/>
                </a:tc>
                <a:tc>
                  <a:txBody>
                    <a:bodyPr/>
                    <a:lstStyle/>
                    <a:p>
                      <a:pPr algn="ctr" fontAlgn="t">
                        <a:buNone/>
                      </a:pPr>
                      <a:r>
                        <a:rPr lang="en-PH" sz="1400" dirty="0">
                          <a:effectLst/>
                        </a:rPr>
                        <a:t>What is the difference in average pain levels among post-surgical patients given three different painkillers?</a:t>
                      </a:r>
                    </a:p>
                  </a:txBody>
                  <a:tcPr marL="33995" marR="33995" marT="16997" marB="16997"/>
                </a:tc>
                <a:extLst>
                  <a:ext uri="{0D108BD9-81ED-4DB2-BD59-A6C34878D82A}">
                    <a16:rowId xmlns:a16="http://schemas.microsoft.com/office/drawing/2014/main" val="2870454843"/>
                  </a:ext>
                </a:extLst>
              </a:tr>
              <a:tr h="732906">
                <a:tc>
                  <a:txBody>
                    <a:bodyPr/>
                    <a:lstStyle/>
                    <a:p>
                      <a:pPr algn="ctr" fontAlgn="t">
                        <a:buNone/>
                      </a:pPr>
                      <a:r>
                        <a:rPr lang="en-PH" sz="1400" b="1" dirty="0">
                          <a:solidFill>
                            <a:schemeClr val="bg1"/>
                          </a:solidFill>
                          <a:effectLst/>
                        </a:rPr>
                        <a:t>MANOVA</a:t>
                      </a:r>
                    </a:p>
                  </a:txBody>
                  <a:tcPr marL="33995" marR="33995" marT="16997" marB="16997" anchor="ctr">
                    <a:solidFill>
                      <a:schemeClr val="tx1"/>
                    </a:solidFill>
                  </a:tcPr>
                </a:tc>
                <a:tc>
                  <a:txBody>
                    <a:bodyPr/>
                    <a:lstStyle/>
                    <a:p>
                      <a:pPr algn="ctr" fontAlgn="t">
                        <a:buFont typeface="Arial" panose="020B0604020202020204" pitchFamily="34" charset="0"/>
                        <a:buNone/>
                      </a:pPr>
                      <a:r>
                        <a:rPr lang="en-PH" sz="1400" dirty="0">
                          <a:effectLst/>
                        </a:rPr>
                        <a:t> Categorical</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1 or more predictor</a:t>
                      </a:r>
                    </a:p>
                  </a:txBody>
                  <a:tcPr marL="33995" marR="33995" marT="16997" marB="16997"/>
                </a:tc>
                <a:tc>
                  <a:txBody>
                    <a:bodyPr/>
                    <a:lstStyle/>
                    <a:p>
                      <a:pPr algn="ctr" fontAlgn="t">
                        <a:buFont typeface="Arial" panose="020B0604020202020204" pitchFamily="34" charset="0"/>
                        <a:buNone/>
                      </a:pPr>
                      <a:r>
                        <a:rPr lang="en-PH" sz="1400" dirty="0">
                          <a:effectLst/>
                        </a:rPr>
                        <a:t> Quantitative</a:t>
                      </a:r>
                    </a:p>
                    <a:p>
                      <a:pPr algn="ctr" fontAlgn="t">
                        <a:buFont typeface="Arial" panose="020B0604020202020204" pitchFamily="34" charset="0"/>
                        <a:buNone/>
                      </a:pPr>
                      <a:endParaRPr lang="en-PH" sz="1400" dirty="0">
                        <a:effectLst/>
                      </a:endParaRPr>
                    </a:p>
                    <a:p>
                      <a:pPr algn="ctr" fontAlgn="t">
                        <a:buFont typeface="Arial" panose="020B0604020202020204" pitchFamily="34" charset="0"/>
                        <a:buNone/>
                      </a:pPr>
                      <a:r>
                        <a:rPr lang="en-PH" sz="1400" dirty="0">
                          <a:effectLst/>
                        </a:rPr>
                        <a:t> 2 or more outcome</a:t>
                      </a:r>
                    </a:p>
                  </a:txBody>
                  <a:tcPr marL="33995" marR="33995" marT="16997" marB="16997"/>
                </a:tc>
                <a:tc>
                  <a:txBody>
                    <a:bodyPr/>
                    <a:lstStyle/>
                    <a:p>
                      <a:pPr algn="ctr" fontAlgn="t">
                        <a:buNone/>
                      </a:pPr>
                      <a:r>
                        <a:rPr lang="en-PH" sz="1400" dirty="0">
                          <a:effectLst/>
                        </a:rPr>
                        <a:t>What is the effect of flower species on petal length, petal width, and stem length?</a:t>
                      </a:r>
                    </a:p>
                  </a:txBody>
                  <a:tcPr marL="33995" marR="33995" marT="16997" marB="16997"/>
                </a:tc>
                <a:extLst>
                  <a:ext uri="{0D108BD9-81ED-4DB2-BD59-A6C34878D82A}">
                    <a16:rowId xmlns:a16="http://schemas.microsoft.com/office/drawing/2014/main" val="1686169252"/>
                  </a:ext>
                </a:extLst>
              </a:tr>
            </a:tbl>
          </a:graphicData>
        </a:graphic>
      </p:graphicFrame>
    </p:spTree>
    <p:extLst>
      <p:ext uri="{BB962C8B-B14F-4D97-AF65-F5344CB8AC3E}">
        <p14:creationId xmlns:p14="http://schemas.microsoft.com/office/powerpoint/2010/main" val="375582647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88399-75B2-D7D5-7855-79E58AE7DA06}"/>
              </a:ext>
            </a:extLst>
          </p:cNvPr>
          <p:cNvSpPr>
            <a:spLocks noGrp="1"/>
          </p:cNvSpPr>
          <p:nvPr>
            <p:ph type="title"/>
          </p:nvPr>
        </p:nvSpPr>
        <p:spPr/>
        <p:txBody>
          <a:bodyPr/>
          <a:lstStyle/>
          <a:p>
            <a:r>
              <a:rPr lang="en-US" dirty="0"/>
              <a:t>Correlation tests</a:t>
            </a:r>
          </a:p>
        </p:txBody>
      </p:sp>
      <p:sp>
        <p:nvSpPr>
          <p:cNvPr id="3" name="Content Placeholder 2">
            <a:extLst>
              <a:ext uri="{FF2B5EF4-FFF2-40B4-BE49-F238E27FC236}">
                <a16:creationId xmlns:a16="http://schemas.microsoft.com/office/drawing/2014/main" id="{5176F609-148F-3DCC-8C3A-F864B65CA5CA}"/>
              </a:ext>
            </a:extLst>
          </p:cNvPr>
          <p:cNvSpPr>
            <a:spLocks noGrp="1"/>
          </p:cNvSpPr>
          <p:nvPr>
            <p:ph idx="1"/>
          </p:nvPr>
        </p:nvSpPr>
        <p:spPr/>
        <p:txBody>
          <a:bodyPr/>
          <a:lstStyle/>
          <a:p>
            <a:pPr marL="0" indent="0">
              <a:buNone/>
            </a:pPr>
            <a:r>
              <a:rPr lang="en-PH" dirty="0"/>
              <a:t>Correlation tests </a:t>
            </a:r>
            <a:r>
              <a:rPr lang="en-PH" b="1" dirty="0"/>
              <a:t>check whether variables are related</a:t>
            </a:r>
            <a:r>
              <a:rPr lang="en-PH" dirty="0"/>
              <a:t> without hypothesizing a cause-and-effect relationship.</a:t>
            </a:r>
          </a:p>
          <a:p>
            <a:pPr marL="0" indent="0">
              <a:buNone/>
            </a:pPr>
            <a:endParaRPr lang="en-PH" dirty="0"/>
          </a:p>
          <a:p>
            <a:pPr marL="0" indent="0">
              <a:buNone/>
            </a:pPr>
            <a:r>
              <a:rPr lang="en-PH" dirty="0"/>
              <a:t>These can be used to test whether two variables you want to use in (for example) a multiple regression test are autocorrelated.</a:t>
            </a:r>
          </a:p>
          <a:p>
            <a:pPr marL="0" indent="0">
              <a:buNone/>
            </a:pPr>
            <a:endParaRPr lang="en-US" dirty="0"/>
          </a:p>
        </p:txBody>
      </p:sp>
      <p:graphicFrame>
        <p:nvGraphicFramePr>
          <p:cNvPr id="4" name="Table 3">
            <a:extLst>
              <a:ext uri="{FF2B5EF4-FFF2-40B4-BE49-F238E27FC236}">
                <a16:creationId xmlns:a16="http://schemas.microsoft.com/office/drawing/2014/main" id="{3CAF5E18-D333-C573-EB2C-6072250C519C}"/>
              </a:ext>
            </a:extLst>
          </p:cNvPr>
          <p:cNvGraphicFramePr>
            <a:graphicFrameLocks noGrp="1"/>
          </p:cNvGraphicFramePr>
          <p:nvPr>
            <p:extLst>
              <p:ext uri="{D42A27DB-BD31-4B8C-83A1-F6EECF244321}">
                <p14:modId xmlns:p14="http://schemas.microsoft.com/office/powerpoint/2010/main" val="878303519"/>
              </p:ext>
            </p:extLst>
          </p:nvPr>
        </p:nvGraphicFramePr>
        <p:xfrm>
          <a:off x="285750" y="4852269"/>
          <a:ext cx="11620500" cy="1280160"/>
        </p:xfrm>
        <a:graphic>
          <a:graphicData uri="http://schemas.openxmlformats.org/drawingml/2006/table">
            <a:tbl>
              <a:tblPr>
                <a:tableStyleId>{5940675A-B579-460E-94D1-54222C63F5DA}</a:tableStyleId>
              </a:tblPr>
              <a:tblGrid>
                <a:gridCol w="3873500">
                  <a:extLst>
                    <a:ext uri="{9D8B030D-6E8A-4147-A177-3AD203B41FA5}">
                      <a16:colId xmlns:a16="http://schemas.microsoft.com/office/drawing/2014/main" val="3116366912"/>
                    </a:ext>
                  </a:extLst>
                </a:gridCol>
                <a:gridCol w="3873500">
                  <a:extLst>
                    <a:ext uri="{9D8B030D-6E8A-4147-A177-3AD203B41FA5}">
                      <a16:colId xmlns:a16="http://schemas.microsoft.com/office/drawing/2014/main" val="329340815"/>
                    </a:ext>
                  </a:extLst>
                </a:gridCol>
                <a:gridCol w="3873500">
                  <a:extLst>
                    <a:ext uri="{9D8B030D-6E8A-4147-A177-3AD203B41FA5}">
                      <a16:colId xmlns:a16="http://schemas.microsoft.com/office/drawing/2014/main" val="446303118"/>
                    </a:ext>
                  </a:extLst>
                </a:gridCol>
              </a:tblGrid>
              <a:tr h="0">
                <a:tc>
                  <a:txBody>
                    <a:bodyPr/>
                    <a:lstStyle/>
                    <a:p>
                      <a:pPr algn="ctr" fontAlgn="t">
                        <a:buNone/>
                      </a:pPr>
                      <a:br>
                        <a:rPr lang="en-PH" dirty="0">
                          <a:solidFill>
                            <a:schemeClr val="bg1"/>
                          </a:solidFill>
                          <a:effectLst/>
                        </a:rPr>
                      </a:br>
                      <a:endParaRPr lang="en-PH" dirty="0">
                        <a:solidFill>
                          <a:schemeClr val="bg1"/>
                        </a:solidFill>
                        <a:effectLst/>
                      </a:endParaRPr>
                    </a:p>
                  </a:txBody>
                  <a:tcPr>
                    <a:solidFill>
                      <a:schemeClr val="tx1"/>
                    </a:solidFill>
                  </a:tcPr>
                </a:tc>
                <a:tc>
                  <a:txBody>
                    <a:bodyPr/>
                    <a:lstStyle/>
                    <a:p>
                      <a:endParaRPr lang="en-US">
                        <a:solidFill>
                          <a:schemeClr val="bg1"/>
                        </a:solidFill>
                      </a:endParaRPr>
                    </a:p>
                  </a:txBody>
                  <a:tcPr>
                    <a:solidFill>
                      <a:schemeClr val="tx1"/>
                    </a:solidFill>
                  </a:tcPr>
                </a:tc>
                <a:tc>
                  <a:txBody>
                    <a:bodyPr/>
                    <a:lstStyle/>
                    <a:p>
                      <a:pPr algn="ctr"/>
                      <a:r>
                        <a:rPr lang="en-PH" dirty="0">
                          <a:solidFill>
                            <a:schemeClr val="bg1"/>
                          </a:solidFill>
                          <a:effectLst/>
                        </a:rPr>
                        <a:t>Research question example</a:t>
                      </a:r>
                      <a:endParaRPr lang="en-US" dirty="0">
                        <a:solidFill>
                          <a:schemeClr val="bg1"/>
                        </a:solidFill>
                      </a:endParaRPr>
                    </a:p>
                  </a:txBody>
                  <a:tcPr anchor="ctr">
                    <a:solidFill>
                      <a:schemeClr val="tx1"/>
                    </a:solidFill>
                  </a:tcPr>
                </a:tc>
                <a:extLst>
                  <a:ext uri="{0D108BD9-81ED-4DB2-BD59-A6C34878D82A}">
                    <a16:rowId xmlns:a16="http://schemas.microsoft.com/office/drawing/2014/main" val="3915012657"/>
                  </a:ext>
                </a:extLst>
              </a:tr>
              <a:tr h="0">
                <a:tc>
                  <a:txBody>
                    <a:bodyPr/>
                    <a:lstStyle/>
                    <a:p>
                      <a:pPr algn="ctr" fontAlgn="t">
                        <a:buNone/>
                      </a:pPr>
                      <a:r>
                        <a:rPr lang="en-PH" dirty="0">
                          <a:solidFill>
                            <a:schemeClr val="bg1"/>
                          </a:solidFill>
                          <a:effectLst/>
                        </a:rPr>
                        <a:t>Pearson’s r</a:t>
                      </a:r>
                    </a:p>
                  </a:txBody>
                  <a:tcPr>
                    <a:solidFill>
                      <a:schemeClr val="tx1"/>
                    </a:solidFill>
                  </a:tcPr>
                </a:tc>
                <a:tc>
                  <a:txBody>
                    <a:bodyPr/>
                    <a:lstStyle/>
                    <a:p>
                      <a:pPr algn="ctr" fontAlgn="t">
                        <a:buFont typeface="Arial" panose="020B0604020202020204" pitchFamily="34" charset="0"/>
                        <a:buNone/>
                      </a:pPr>
                      <a:r>
                        <a:rPr lang="en-PH" dirty="0">
                          <a:effectLst/>
                        </a:rPr>
                        <a:t>2 continuous variables</a:t>
                      </a:r>
                    </a:p>
                  </a:txBody>
                  <a:tcPr anchor="ctr"/>
                </a:tc>
                <a:tc>
                  <a:txBody>
                    <a:bodyPr/>
                    <a:lstStyle/>
                    <a:p>
                      <a:pPr algn="ctr" fontAlgn="t">
                        <a:buNone/>
                      </a:pPr>
                      <a:r>
                        <a:rPr lang="en-PH" dirty="0">
                          <a:effectLst/>
                        </a:rPr>
                        <a:t>How are latitude</a:t>
                      </a:r>
                    </a:p>
                    <a:p>
                      <a:pPr algn="ctr" fontAlgn="t">
                        <a:buNone/>
                      </a:pPr>
                      <a:r>
                        <a:rPr lang="en-PH" dirty="0">
                          <a:effectLst/>
                        </a:rPr>
                        <a:t> and temperature related?</a:t>
                      </a:r>
                    </a:p>
                  </a:txBody>
                  <a:tcPr anchor="ctr"/>
                </a:tc>
                <a:extLst>
                  <a:ext uri="{0D108BD9-81ED-4DB2-BD59-A6C34878D82A}">
                    <a16:rowId xmlns:a16="http://schemas.microsoft.com/office/drawing/2014/main" val="2065175403"/>
                  </a:ext>
                </a:extLst>
              </a:tr>
            </a:tbl>
          </a:graphicData>
        </a:graphic>
      </p:graphicFrame>
    </p:spTree>
    <p:extLst>
      <p:ext uri="{BB962C8B-B14F-4D97-AF65-F5344CB8AC3E}">
        <p14:creationId xmlns:p14="http://schemas.microsoft.com/office/powerpoint/2010/main" val="201729709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34DC3-C8CC-ABB1-4B70-0E738095B1C9}"/>
              </a:ext>
            </a:extLst>
          </p:cNvPr>
          <p:cNvSpPr>
            <a:spLocks noGrp="1"/>
          </p:cNvSpPr>
          <p:nvPr>
            <p:ph type="title"/>
          </p:nvPr>
        </p:nvSpPr>
        <p:spPr/>
        <p:txBody>
          <a:bodyPr/>
          <a:lstStyle/>
          <a:p>
            <a:r>
              <a:rPr lang="en-US" dirty="0"/>
              <a:t>Choosing a nonparametric test</a:t>
            </a:r>
          </a:p>
        </p:txBody>
      </p:sp>
      <p:sp>
        <p:nvSpPr>
          <p:cNvPr id="3" name="Content Placeholder 2">
            <a:extLst>
              <a:ext uri="{FF2B5EF4-FFF2-40B4-BE49-F238E27FC236}">
                <a16:creationId xmlns:a16="http://schemas.microsoft.com/office/drawing/2014/main" id="{1983DF0D-F864-D8CF-7687-3D7C1ACCDED2}"/>
              </a:ext>
            </a:extLst>
          </p:cNvPr>
          <p:cNvSpPr>
            <a:spLocks noGrp="1"/>
          </p:cNvSpPr>
          <p:nvPr>
            <p:ph idx="1"/>
          </p:nvPr>
        </p:nvSpPr>
        <p:spPr/>
        <p:txBody>
          <a:bodyPr/>
          <a:lstStyle/>
          <a:p>
            <a:pPr marL="0" indent="0">
              <a:buNone/>
            </a:pPr>
            <a:r>
              <a:rPr lang="en-PH" dirty="0"/>
              <a:t>Non-parametric tests</a:t>
            </a:r>
            <a:r>
              <a:rPr lang="en-PH" b="1" dirty="0"/>
              <a:t> don’t make as many assumptions about the data</a:t>
            </a:r>
            <a:r>
              <a:rPr lang="en-PH" dirty="0"/>
              <a:t>, and are useful when one or more of the common statistical assumptions are violated. </a:t>
            </a:r>
          </a:p>
          <a:p>
            <a:pPr marL="0" indent="0">
              <a:buNone/>
            </a:pPr>
            <a:endParaRPr lang="en-PH" dirty="0"/>
          </a:p>
          <a:p>
            <a:pPr marL="0" indent="0">
              <a:buNone/>
            </a:pPr>
            <a:r>
              <a:rPr lang="en-PH" dirty="0"/>
              <a:t>However, the inferences they make </a:t>
            </a:r>
            <a:r>
              <a:rPr lang="en-PH" b="1" dirty="0"/>
              <a:t>aren’t as strong as with parametric tests.</a:t>
            </a:r>
          </a:p>
          <a:p>
            <a:endParaRPr lang="en-US" dirty="0"/>
          </a:p>
          <a:p>
            <a:endParaRPr lang="en-US" dirty="0"/>
          </a:p>
        </p:txBody>
      </p:sp>
    </p:spTree>
    <p:extLst>
      <p:ext uri="{BB962C8B-B14F-4D97-AF65-F5344CB8AC3E}">
        <p14:creationId xmlns:p14="http://schemas.microsoft.com/office/powerpoint/2010/main" val="130648189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896E7476-CD44-13B4-4A8F-7656FED51A10}"/>
              </a:ext>
            </a:extLst>
          </p:cNvPr>
          <p:cNvGraphicFramePr>
            <a:graphicFrameLocks noGrp="1"/>
          </p:cNvGraphicFramePr>
          <p:nvPr>
            <p:extLst>
              <p:ext uri="{D42A27DB-BD31-4B8C-83A1-F6EECF244321}">
                <p14:modId xmlns:p14="http://schemas.microsoft.com/office/powerpoint/2010/main" val="2312213740"/>
              </p:ext>
            </p:extLst>
          </p:nvPr>
        </p:nvGraphicFramePr>
        <p:xfrm>
          <a:off x="1486678" y="1220619"/>
          <a:ext cx="9218644" cy="4416761"/>
        </p:xfrm>
        <a:graphic>
          <a:graphicData uri="http://schemas.openxmlformats.org/drawingml/2006/table">
            <a:tbl>
              <a:tblPr>
                <a:tableStyleId>{5940675A-B579-460E-94D1-54222C63F5DA}</a:tableStyleId>
              </a:tblPr>
              <a:tblGrid>
                <a:gridCol w="2304661">
                  <a:extLst>
                    <a:ext uri="{9D8B030D-6E8A-4147-A177-3AD203B41FA5}">
                      <a16:colId xmlns:a16="http://schemas.microsoft.com/office/drawing/2014/main" val="441797936"/>
                    </a:ext>
                  </a:extLst>
                </a:gridCol>
                <a:gridCol w="2304661">
                  <a:extLst>
                    <a:ext uri="{9D8B030D-6E8A-4147-A177-3AD203B41FA5}">
                      <a16:colId xmlns:a16="http://schemas.microsoft.com/office/drawing/2014/main" val="3996491006"/>
                    </a:ext>
                  </a:extLst>
                </a:gridCol>
                <a:gridCol w="2304661">
                  <a:extLst>
                    <a:ext uri="{9D8B030D-6E8A-4147-A177-3AD203B41FA5}">
                      <a16:colId xmlns:a16="http://schemas.microsoft.com/office/drawing/2014/main" val="4210264333"/>
                    </a:ext>
                  </a:extLst>
                </a:gridCol>
                <a:gridCol w="2304661">
                  <a:extLst>
                    <a:ext uri="{9D8B030D-6E8A-4147-A177-3AD203B41FA5}">
                      <a16:colId xmlns:a16="http://schemas.microsoft.com/office/drawing/2014/main" val="3277057032"/>
                    </a:ext>
                  </a:extLst>
                </a:gridCol>
              </a:tblGrid>
              <a:tr h="543917">
                <a:tc>
                  <a:txBody>
                    <a:bodyPr/>
                    <a:lstStyle/>
                    <a:p>
                      <a:pPr algn="ctr" fontAlgn="t">
                        <a:buNone/>
                      </a:pPr>
                      <a:endParaRPr lang="en-PH" sz="1100" dirty="0">
                        <a:solidFill>
                          <a:schemeClr val="bg1"/>
                        </a:solidFill>
                        <a:effectLst/>
                      </a:endParaRPr>
                    </a:p>
                  </a:txBody>
                  <a:tcPr marL="54392" marR="54392" marT="27196" marB="27196">
                    <a:solidFill>
                      <a:schemeClr val="tx1"/>
                    </a:solidFill>
                  </a:tcPr>
                </a:tc>
                <a:tc>
                  <a:txBody>
                    <a:bodyPr/>
                    <a:lstStyle/>
                    <a:p>
                      <a:pPr algn="ctr" fontAlgn="t">
                        <a:buNone/>
                      </a:pPr>
                      <a:r>
                        <a:rPr lang="en-PH" sz="1500" b="1" dirty="0">
                          <a:solidFill>
                            <a:schemeClr val="bg1"/>
                          </a:solidFill>
                          <a:effectLst/>
                        </a:rPr>
                        <a:t>Predictor variable</a:t>
                      </a:r>
                    </a:p>
                  </a:txBody>
                  <a:tcPr marL="54392" marR="54392" marT="27196" marB="27196" anchor="ctr">
                    <a:solidFill>
                      <a:schemeClr val="tx1"/>
                    </a:solidFill>
                  </a:tcPr>
                </a:tc>
                <a:tc>
                  <a:txBody>
                    <a:bodyPr/>
                    <a:lstStyle/>
                    <a:p>
                      <a:pPr algn="ctr" fontAlgn="t">
                        <a:buNone/>
                      </a:pPr>
                      <a:r>
                        <a:rPr lang="en-PH" sz="1500" b="1" dirty="0">
                          <a:solidFill>
                            <a:schemeClr val="bg1"/>
                          </a:solidFill>
                          <a:effectLst/>
                        </a:rPr>
                        <a:t>Outcome variable</a:t>
                      </a:r>
                    </a:p>
                  </a:txBody>
                  <a:tcPr marL="54392" marR="54392" marT="27196" marB="27196" anchor="ctr">
                    <a:solidFill>
                      <a:schemeClr val="tx1"/>
                    </a:solidFill>
                  </a:tcPr>
                </a:tc>
                <a:tc>
                  <a:txBody>
                    <a:bodyPr/>
                    <a:lstStyle/>
                    <a:p>
                      <a:pPr algn="ctr" fontAlgn="t">
                        <a:buNone/>
                      </a:pPr>
                      <a:r>
                        <a:rPr lang="en-PH" sz="1500" b="1" dirty="0">
                          <a:solidFill>
                            <a:schemeClr val="bg1"/>
                          </a:solidFill>
                          <a:effectLst/>
                        </a:rPr>
                        <a:t>Use in place of…</a:t>
                      </a:r>
                    </a:p>
                  </a:txBody>
                  <a:tcPr marL="54392" marR="54392" marT="27196" marB="27196" anchor="ctr">
                    <a:solidFill>
                      <a:schemeClr val="tx1"/>
                    </a:solidFill>
                  </a:tcPr>
                </a:tc>
                <a:extLst>
                  <a:ext uri="{0D108BD9-81ED-4DB2-BD59-A6C34878D82A}">
                    <a16:rowId xmlns:a16="http://schemas.microsoft.com/office/drawing/2014/main" val="426954419"/>
                  </a:ext>
                </a:extLst>
              </a:tr>
              <a:tr h="217567">
                <a:tc>
                  <a:txBody>
                    <a:bodyPr/>
                    <a:lstStyle/>
                    <a:p>
                      <a:pPr algn="ctr" fontAlgn="t">
                        <a:buNone/>
                      </a:pPr>
                      <a:r>
                        <a:rPr lang="en-PH" sz="1500" b="1">
                          <a:solidFill>
                            <a:schemeClr val="bg1"/>
                          </a:solidFill>
                          <a:effectLst/>
                        </a:rPr>
                        <a:t>Spearman’s r</a:t>
                      </a:r>
                    </a:p>
                  </a:txBody>
                  <a:tcPr marL="54392" marR="54392" marT="27196" marB="27196">
                    <a:solidFill>
                      <a:schemeClr val="tx1"/>
                    </a:solidFill>
                  </a:tcPr>
                </a:tc>
                <a:tc>
                  <a:txBody>
                    <a:bodyPr/>
                    <a:lstStyle/>
                    <a:p>
                      <a:pPr algn="ctr" fontAlgn="t">
                        <a:buFont typeface="Arial" panose="020B0604020202020204" pitchFamily="34" charset="0"/>
                        <a:buNone/>
                      </a:pPr>
                      <a:r>
                        <a:rPr lang="en-PH" sz="1100">
                          <a:effectLst/>
                        </a:rPr>
                        <a:t>Quantitative</a:t>
                      </a:r>
                    </a:p>
                  </a:txBody>
                  <a:tcPr marL="54392" marR="54392" marT="27196" marB="27196" anchor="ctr"/>
                </a:tc>
                <a:tc>
                  <a:txBody>
                    <a:bodyPr/>
                    <a:lstStyle/>
                    <a:p>
                      <a:pPr algn="ctr" fontAlgn="t">
                        <a:buFont typeface="Arial" panose="020B0604020202020204" pitchFamily="34" charset="0"/>
                        <a:buNone/>
                      </a:pPr>
                      <a:r>
                        <a:rPr lang="en-PH" sz="1100">
                          <a:effectLst/>
                        </a:rPr>
                        <a:t>Quantitative</a:t>
                      </a:r>
                    </a:p>
                  </a:txBody>
                  <a:tcPr marL="54392" marR="54392" marT="27196" marB="27196" anchor="ctr"/>
                </a:tc>
                <a:tc>
                  <a:txBody>
                    <a:bodyPr/>
                    <a:lstStyle/>
                    <a:p>
                      <a:pPr marL="0" indent="0" algn="ctr" fontAlgn="t">
                        <a:buFont typeface="Arial" panose="020B0604020202020204" pitchFamily="34" charset="0"/>
                        <a:buNone/>
                      </a:pPr>
                      <a:r>
                        <a:rPr lang="en-PH" sz="1100" u="none" strike="noStrike" dirty="0">
                          <a:solidFill>
                            <a:schemeClr val="tx1"/>
                          </a:solidFill>
                          <a:effectLst/>
                        </a:rPr>
                        <a:t>Pearson’s r</a:t>
                      </a:r>
                      <a:endParaRPr lang="en-PH" sz="1100" dirty="0">
                        <a:solidFill>
                          <a:schemeClr val="tx1"/>
                        </a:solidFill>
                        <a:effectLst/>
                      </a:endParaRPr>
                    </a:p>
                  </a:txBody>
                  <a:tcPr marL="54392" marR="54392" marT="27196" marB="27196" anchor="ctr"/>
                </a:tc>
                <a:extLst>
                  <a:ext uri="{0D108BD9-81ED-4DB2-BD59-A6C34878D82A}">
                    <a16:rowId xmlns:a16="http://schemas.microsoft.com/office/drawing/2014/main" val="1037535159"/>
                  </a:ext>
                </a:extLst>
              </a:tr>
              <a:tr h="543917">
                <a:tc>
                  <a:txBody>
                    <a:bodyPr/>
                    <a:lstStyle/>
                    <a:p>
                      <a:pPr algn="ctr" fontAlgn="t">
                        <a:buNone/>
                      </a:pPr>
                      <a:r>
                        <a:rPr lang="en-PH" sz="1500" b="1" u="none" strike="noStrike" dirty="0">
                          <a:solidFill>
                            <a:schemeClr val="bg1"/>
                          </a:solidFill>
                          <a:effectLst/>
                        </a:rPr>
                        <a:t>Chi square test of independence</a:t>
                      </a:r>
                      <a:endParaRPr lang="en-PH" sz="1500" b="1" dirty="0">
                        <a:solidFill>
                          <a:schemeClr val="bg1"/>
                        </a:solidFill>
                        <a:effectLst/>
                      </a:endParaRPr>
                    </a:p>
                  </a:txBody>
                  <a:tcPr marL="54392" marR="54392" marT="27196" marB="27196">
                    <a:solidFill>
                      <a:schemeClr val="tx1"/>
                    </a:solidFill>
                  </a:tcPr>
                </a:tc>
                <a:tc>
                  <a:txBody>
                    <a:bodyPr/>
                    <a:lstStyle/>
                    <a:p>
                      <a:pPr algn="ctr" fontAlgn="t">
                        <a:buFont typeface="Arial" panose="020B0604020202020204" pitchFamily="34" charset="0"/>
                        <a:buNone/>
                      </a:pPr>
                      <a:r>
                        <a:rPr lang="en-PH" sz="1100">
                          <a:effectLst/>
                        </a:rPr>
                        <a:t>Categorical</a:t>
                      </a:r>
                    </a:p>
                  </a:txBody>
                  <a:tcPr marL="54392" marR="54392" marT="27196" marB="27196" anchor="ctr"/>
                </a:tc>
                <a:tc>
                  <a:txBody>
                    <a:bodyPr/>
                    <a:lstStyle/>
                    <a:p>
                      <a:pPr algn="ctr" fontAlgn="t">
                        <a:buFont typeface="Arial" panose="020B0604020202020204" pitchFamily="34" charset="0"/>
                        <a:buNone/>
                      </a:pPr>
                      <a:r>
                        <a:rPr lang="en-PH" sz="1100">
                          <a:effectLst/>
                        </a:rPr>
                        <a:t>Categorical</a:t>
                      </a:r>
                    </a:p>
                  </a:txBody>
                  <a:tcPr marL="54392" marR="54392" marT="27196" marB="27196" anchor="ctr"/>
                </a:tc>
                <a:tc>
                  <a:txBody>
                    <a:bodyPr/>
                    <a:lstStyle/>
                    <a:p>
                      <a:pPr marL="0" indent="0" algn="ctr" fontAlgn="t">
                        <a:buFont typeface="Arial" panose="020B0604020202020204" pitchFamily="34" charset="0"/>
                        <a:buNone/>
                      </a:pPr>
                      <a:r>
                        <a:rPr lang="en-PH" sz="1100">
                          <a:effectLst/>
                        </a:rPr>
                        <a:t>Pearson’s r</a:t>
                      </a:r>
                    </a:p>
                  </a:txBody>
                  <a:tcPr marL="54392" marR="54392" marT="27196" marB="27196" anchor="ctr"/>
                </a:tc>
                <a:extLst>
                  <a:ext uri="{0D108BD9-81ED-4DB2-BD59-A6C34878D82A}">
                    <a16:rowId xmlns:a16="http://schemas.microsoft.com/office/drawing/2014/main" val="76941893"/>
                  </a:ext>
                </a:extLst>
              </a:tr>
              <a:tr h="380742">
                <a:tc>
                  <a:txBody>
                    <a:bodyPr/>
                    <a:lstStyle/>
                    <a:p>
                      <a:pPr algn="ctr" fontAlgn="t">
                        <a:buNone/>
                      </a:pPr>
                      <a:r>
                        <a:rPr lang="en-PH" sz="1500" b="1">
                          <a:solidFill>
                            <a:schemeClr val="bg1"/>
                          </a:solidFill>
                          <a:effectLst/>
                        </a:rPr>
                        <a:t>Sign test</a:t>
                      </a:r>
                    </a:p>
                  </a:txBody>
                  <a:tcPr marL="54392" marR="54392" marT="27196" marB="27196">
                    <a:solidFill>
                      <a:schemeClr val="tx1"/>
                    </a:solidFill>
                  </a:tcPr>
                </a:tc>
                <a:tc>
                  <a:txBody>
                    <a:bodyPr/>
                    <a:lstStyle/>
                    <a:p>
                      <a:pPr algn="ctr" fontAlgn="t">
                        <a:buFont typeface="Arial" panose="020B0604020202020204" pitchFamily="34" charset="0"/>
                        <a:buNone/>
                      </a:pPr>
                      <a:r>
                        <a:rPr lang="en-PH" sz="1100">
                          <a:effectLst/>
                        </a:rPr>
                        <a:t>Categorical</a:t>
                      </a:r>
                    </a:p>
                  </a:txBody>
                  <a:tcPr marL="54392" marR="54392" marT="27196" marB="27196" anchor="ctr"/>
                </a:tc>
                <a:tc>
                  <a:txBody>
                    <a:bodyPr/>
                    <a:lstStyle/>
                    <a:p>
                      <a:pPr algn="ctr" fontAlgn="t">
                        <a:buFont typeface="Arial" panose="020B0604020202020204" pitchFamily="34" charset="0"/>
                        <a:buNone/>
                      </a:pPr>
                      <a:r>
                        <a:rPr lang="en-PH" sz="1100">
                          <a:effectLst/>
                        </a:rPr>
                        <a:t>Quantitative</a:t>
                      </a:r>
                    </a:p>
                  </a:txBody>
                  <a:tcPr marL="54392" marR="54392" marT="27196" marB="27196" anchor="ctr"/>
                </a:tc>
                <a:tc>
                  <a:txBody>
                    <a:bodyPr/>
                    <a:lstStyle/>
                    <a:p>
                      <a:pPr marL="0" indent="0" algn="ctr" fontAlgn="t">
                        <a:buFont typeface="Arial" panose="020B0604020202020204" pitchFamily="34" charset="0"/>
                        <a:buNone/>
                      </a:pPr>
                      <a:r>
                        <a:rPr lang="en-PH" sz="1100">
                          <a:effectLst/>
                        </a:rPr>
                        <a:t>One-sample t-test</a:t>
                      </a:r>
                    </a:p>
                  </a:txBody>
                  <a:tcPr marL="54392" marR="54392" marT="27196" marB="27196" anchor="ctr"/>
                </a:tc>
                <a:extLst>
                  <a:ext uri="{0D108BD9-81ED-4DB2-BD59-A6C34878D82A}">
                    <a16:rowId xmlns:a16="http://schemas.microsoft.com/office/drawing/2014/main" val="3126148074"/>
                  </a:ext>
                </a:extLst>
              </a:tr>
              <a:tr h="543917">
                <a:tc>
                  <a:txBody>
                    <a:bodyPr/>
                    <a:lstStyle/>
                    <a:p>
                      <a:pPr algn="ctr" fontAlgn="t">
                        <a:buNone/>
                      </a:pPr>
                      <a:r>
                        <a:rPr lang="en-PH" sz="1500" b="1">
                          <a:solidFill>
                            <a:schemeClr val="bg1"/>
                          </a:solidFill>
                          <a:effectLst/>
                        </a:rPr>
                        <a:t>Kruskal–Wallis H</a:t>
                      </a:r>
                    </a:p>
                  </a:txBody>
                  <a:tcPr marL="54392" marR="54392" marT="27196" marB="27196">
                    <a:solidFill>
                      <a:schemeClr val="tx1"/>
                    </a:solidFill>
                  </a:tcPr>
                </a:tc>
                <a:tc>
                  <a:txBody>
                    <a:bodyPr/>
                    <a:lstStyle/>
                    <a:p>
                      <a:pPr algn="ctr" fontAlgn="t">
                        <a:buFont typeface="Arial" panose="020B0604020202020204" pitchFamily="34" charset="0"/>
                        <a:buNone/>
                      </a:pPr>
                      <a:r>
                        <a:rPr lang="en-PH" sz="1100" dirty="0">
                          <a:effectLst/>
                        </a:rPr>
                        <a:t>Categorical</a:t>
                      </a:r>
                    </a:p>
                    <a:p>
                      <a:pPr algn="ctr" fontAlgn="t">
                        <a:buFont typeface="Arial" panose="020B0604020202020204" pitchFamily="34" charset="0"/>
                        <a:buNone/>
                      </a:pPr>
                      <a:r>
                        <a:rPr lang="en-PH" sz="1100" dirty="0">
                          <a:effectLst/>
                        </a:rPr>
                        <a:t>Two or more groups</a:t>
                      </a:r>
                    </a:p>
                  </a:txBody>
                  <a:tcPr marL="54392" marR="54392" marT="27196" marB="27196" anchor="ctr"/>
                </a:tc>
                <a:tc>
                  <a:txBody>
                    <a:bodyPr/>
                    <a:lstStyle/>
                    <a:p>
                      <a:pPr algn="ctr" fontAlgn="t">
                        <a:buFont typeface="Arial" panose="020B0604020202020204" pitchFamily="34" charset="0"/>
                        <a:buNone/>
                      </a:pPr>
                      <a:r>
                        <a:rPr lang="en-PH" sz="1100">
                          <a:effectLst/>
                        </a:rPr>
                        <a:t>Quantitative</a:t>
                      </a:r>
                    </a:p>
                  </a:txBody>
                  <a:tcPr marL="54392" marR="54392" marT="27196" marB="27196" anchor="ctr"/>
                </a:tc>
                <a:tc>
                  <a:txBody>
                    <a:bodyPr/>
                    <a:lstStyle/>
                    <a:p>
                      <a:pPr marL="0" indent="0" algn="ctr" fontAlgn="t">
                        <a:buFont typeface="Arial" panose="020B0604020202020204" pitchFamily="34" charset="0"/>
                        <a:buNone/>
                      </a:pPr>
                      <a:r>
                        <a:rPr lang="en-PH" sz="1100" dirty="0">
                          <a:effectLst/>
                        </a:rPr>
                        <a:t>ANOVA</a:t>
                      </a:r>
                    </a:p>
                  </a:txBody>
                  <a:tcPr marL="54392" marR="54392" marT="27196" marB="27196" anchor="ctr"/>
                </a:tc>
                <a:extLst>
                  <a:ext uri="{0D108BD9-81ED-4DB2-BD59-A6C34878D82A}">
                    <a16:rowId xmlns:a16="http://schemas.microsoft.com/office/drawing/2014/main" val="963988844"/>
                  </a:ext>
                </a:extLst>
              </a:tr>
              <a:tr h="707092">
                <a:tc>
                  <a:txBody>
                    <a:bodyPr/>
                    <a:lstStyle/>
                    <a:p>
                      <a:pPr algn="ctr" fontAlgn="t">
                        <a:buNone/>
                      </a:pPr>
                      <a:r>
                        <a:rPr lang="en-PH" sz="1500" b="1">
                          <a:solidFill>
                            <a:schemeClr val="bg1"/>
                          </a:solidFill>
                          <a:effectLst/>
                        </a:rPr>
                        <a:t>ANOSIM</a:t>
                      </a:r>
                    </a:p>
                  </a:txBody>
                  <a:tcPr marL="54392" marR="54392" marT="27196" marB="27196">
                    <a:solidFill>
                      <a:schemeClr val="tx1"/>
                    </a:solidFill>
                  </a:tcPr>
                </a:tc>
                <a:tc>
                  <a:txBody>
                    <a:bodyPr/>
                    <a:lstStyle/>
                    <a:p>
                      <a:pPr algn="ctr" fontAlgn="t">
                        <a:buFont typeface="Arial" panose="020B0604020202020204" pitchFamily="34" charset="0"/>
                        <a:buNone/>
                      </a:pPr>
                      <a:r>
                        <a:rPr lang="en-PH" sz="1100" dirty="0">
                          <a:effectLst/>
                        </a:rPr>
                        <a:t>Categorical</a:t>
                      </a:r>
                    </a:p>
                    <a:p>
                      <a:pPr algn="ctr" fontAlgn="t">
                        <a:buFont typeface="Arial" panose="020B0604020202020204" pitchFamily="34" charset="0"/>
                        <a:buNone/>
                      </a:pPr>
                      <a:r>
                        <a:rPr lang="en-PH" sz="1100" dirty="0">
                          <a:effectLst/>
                        </a:rPr>
                        <a:t>Two or more groups</a:t>
                      </a:r>
                    </a:p>
                  </a:txBody>
                  <a:tcPr marL="54392" marR="54392" marT="27196" marB="27196" anchor="ctr"/>
                </a:tc>
                <a:tc>
                  <a:txBody>
                    <a:bodyPr/>
                    <a:lstStyle/>
                    <a:p>
                      <a:pPr algn="ctr" fontAlgn="t">
                        <a:buFont typeface="Arial" panose="020B0604020202020204" pitchFamily="34" charset="0"/>
                        <a:buNone/>
                      </a:pPr>
                      <a:r>
                        <a:rPr lang="en-PH" sz="1100" dirty="0">
                          <a:effectLst/>
                        </a:rPr>
                        <a:t>Quantitative</a:t>
                      </a:r>
                    </a:p>
                    <a:p>
                      <a:pPr algn="ctr" fontAlgn="t">
                        <a:buFont typeface="Arial" panose="020B0604020202020204" pitchFamily="34" charset="0"/>
                        <a:buNone/>
                      </a:pPr>
                      <a:r>
                        <a:rPr lang="en-PH" sz="1100" dirty="0">
                          <a:effectLst/>
                        </a:rPr>
                        <a:t>2 or more outcome variables</a:t>
                      </a:r>
                    </a:p>
                  </a:txBody>
                  <a:tcPr marL="54392" marR="54392" marT="27196" marB="27196" anchor="ctr"/>
                </a:tc>
                <a:tc>
                  <a:txBody>
                    <a:bodyPr/>
                    <a:lstStyle/>
                    <a:p>
                      <a:pPr marL="0" indent="0" algn="ctr" fontAlgn="t">
                        <a:buFont typeface="Arial" panose="020B0604020202020204" pitchFamily="34" charset="0"/>
                        <a:buNone/>
                      </a:pPr>
                      <a:r>
                        <a:rPr lang="en-PH" sz="1100" dirty="0">
                          <a:effectLst/>
                        </a:rPr>
                        <a:t>MANOVA</a:t>
                      </a:r>
                    </a:p>
                  </a:txBody>
                  <a:tcPr marL="54392" marR="54392" marT="27196" marB="27196" anchor="ctr"/>
                </a:tc>
                <a:extLst>
                  <a:ext uri="{0D108BD9-81ED-4DB2-BD59-A6C34878D82A}">
                    <a16:rowId xmlns:a16="http://schemas.microsoft.com/office/drawing/2014/main" val="2311498979"/>
                  </a:ext>
                </a:extLst>
              </a:tr>
              <a:tr h="707092">
                <a:tc>
                  <a:txBody>
                    <a:bodyPr/>
                    <a:lstStyle/>
                    <a:p>
                      <a:pPr algn="ctr" fontAlgn="t">
                        <a:buNone/>
                      </a:pPr>
                      <a:r>
                        <a:rPr lang="en-PH" sz="1500" b="1">
                          <a:solidFill>
                            <a:schemeClr val="bg1"/>
                          </a:solidFill>
                          <a:effectLst/>
                        </a:rPr>
                        <a:t>Wilcoxon Rank-Sum test</a:t>
                      </a:r>
                    </a:p>
                  </a:txBody>
                  <a:tcPr marL="54392" marR="54392" marT="27196" marB="27196">
                    <a:solidFill>
                      <a:schemeClr val="tx1"/>
                    </a:solidFill>
                  </a:tcPr>
                </a:tc>
                <a:tc>
                  <a:txBody>
                    <a:bodyPr/>
                    <a:lstStyle/>
                    <a:p>
                      <a:pPr algn="ctr" fontAlgn="t">
                        <a:buFont typeface="Arial" panose="020B0604020202020204" pitchFamily="34" charset="0"/>
                        <a:buNone/>
                      </a:pPr>
                      <a:r>
                        <a:rPr lang="en-PH" sz="1100" dirty="0">
                          <a:effectLst/>
                        </a:rPr>
                        <a:t>Categorical</a:t>
                      </a:r>
                    </a:p>
                    <a:p>
                      <a:pPr algn="ctr" fontAlgn="t">
                        <a:buFont typeface="Arial" panose="020B0604020202020204" pitchFamily="34" charset="0"/>
                        <a:buNone/>
                      </a:pPr>
                      <a:r>
                        <a:rPr lang="en-PH" sz="1100" dirty="0">
                          <a:effectLst/>
                        </a:rPr>
                        <a:t>Two groups</a:t>
                      </a:r>
                    </a:p>
                  </a:txBody>
                  <a:tcPr marL="54392" marR="54392" marT="27196" marB="27196" anchor="ctr"/>
                </a:tc>
                <a:tc>
                  <a:txBody>
                    <a:bodyPr/>
                    <a:lstStyle/>
                    <a:p>
                      <a:pPr algn="ctr" fontAlgn="t">
                        <a:buFont typeface="Arial" panose="020B0604020202020204" pitchFamily="34" charset="0"/>
                        <a:buNone/>
                      </a:pPr>
                      <a:r>
                        <a:rPr lang="en-PH" sz="1100" dirty="0">
                          <a:effectLst/>
                        </a:rPr>
                        <a:t>Quantitative</a:t>
                      </a:r>
                    </a:p>
                    <a:p>
                      <a:pPr algn="ctr" fontAlgn="t">
                        <a:buFont typeface="Arial" panose="020B0604020202020204" pitchFamily="34" charset="0"/>
                        <a:buNone/>
                      </a:pPr>
                      <a:r>
                        <a:rPr lang="en-PH" sz="1100" dirty="0">
                          <a:effectLst/>
                        </a:rPr>
                        <a:t>Groups come from different populations</a:t>
                      </a:r>
                    </a:p>
                  </a:txBody>
                  <a:tcPr marL="54392" marR="54392" marT="27196" marB="27196" anchor="ctr"/>
                </a:tc>
                <a:tc>
                  <a:txBody>
                    <a:bodyPr/>
                    <a:lstStyle/>
                    <a:p>
                      <a:pPr marL="0" indent="0" algn="ctr" fontAlgn="t">
                        <a:buFont typeface="Arial" panose="020B0604020202020204" pitchFamily="34" charset="0"/>
                        <a:buNone/>
                      </a:pPr>
                      <a:r>
                        <a:rPr lang="en-PH" sz="1100">
                          <a:effectLst/>
                        </a:rPr>
                        <a:t>Independent t-test</a:t>
                      </a:r>
                    </a:p>
                  </a:txBody>
                  <a:tcPr marL="54392" marR="54392" marT="27196" marB="27196" anchor="ctr"/>
                </a:tc>
                <a:extLst>
                  <a:ext uri="{0D108BD9-81ED-4DB2-BD59-A6C34878D82A}">
                    <a16:rowId xmlns:a16="http://schemas.microsoft.com/office/drawing/2014/main" val="3457569652"/>
                  </a:ext>
                </a:extLst>
              </a:tr>
              <a:tr h="707092">
                <a:tc>
                  <a:txBody>
                    <a:bodyPr/>
                    <a:lstStyle/>
                    <a:p>
                      <a:pPr algn="ctr" fontAlgn="t">
                        <a:buNone/>
                      </a:pPr>
                      <a:r>
                        <a:rPr lang="en-PH" sz="1500" b="1" dirty="0">
                          <a:solidFill>
                            <a:schemeClr val="bg1"/>
                          </a:solidFill>
                          <a:effectLst/>
                        </a:rPr>
                        <a:t>Wilcoxon Signed-rank test</a:t>
                      </a:r>
                    </a:p>
                  </a:txBody>
                  <a:tcPr marL="54392" marR="54392" marT="27196" marB="27196">
                    <a:solidFill>
                      <a:schemeClr val="tx1"/>
                    </a:solidFill>
                  </a:tcPr>
                </a:tc>
                <a:tc>
                  <a:txBody>
                    <a:bodyPr/>
                    <a:lstStyle/>
                    <a:p>
                      <a:pPr algn="ctr" fontAlgn="t">
                        <a:buFont typeface="Arial" panose="020B0604020202020204" pitchFamily="34" charset="0"/>
                        <a:buNone/>
                      </a:pPr>
                      <a:r>
                        <a:rPr lang="en-PH" sz="1100" dirty="0">
                          <a:effectLst/>
                        </a:rPr>
                        <a:t>Categorical</a:t>
                      </a:r>
                    </a:p>
                    <a:p>
                      <a:pPr algn="ctr" fontAlgn="t">
                        <a:buFont typeface="Arial" panose="020B0604020202020204" pitchFamily="34" charset="0"/>
                        <a:buNone/>
                      </a:pPr>
                      <a:r>
                        <a:rPr lang="en-PH" sz="1100" dirty="0">
                          <a:effectLst/>
                        </a:rPr>
                        <a:t>Two groups</a:t>
                      </a:r>
                    </a:p>
                  </a:txBody>
                  <a:tcPr marL="54392" marR="54392" marT="27196" marB="27196" anchor="ctr"/>
                </a:tc>
                <a:tc>
                  <a:txBody>
                    <a:bodyPr/>
                    <a:lstStyle/>
                    <a:p>
                      <a:pPr algn="ctr" fontAlgn="t">
                        <a:buFont typeface="Arial" panose="020B0604020202020204" pitchFamily="34" charset="0"/>
                        <a:buNone/>
                      </a:pPr>
                      <a:r>
                        <a:rPr lang="en-PH" sz="1100" dirty="0">
                          <a:effectLst/>
                        </a:rPr>
                        <a:t>Quantitative</a:t>
                      </a:r>
                    </a:p>
                    <a:p>
                      <a:pPr algn="ctr" fontAlgn="t">
                        <a:buFont typeface="Arial" panose="020B0604020202020204" pitchFamily="34" charset="0"/>
                        <a:buNone/>
                      </a:pPr>
                      <a:r>
                        <a:rPr lang="en-PH" sz="1100" dirty="0">
                          <a:effectLst/>
                        </a:rPr>
                        <a:t>Groups come from the same population</a:t>
                      </a:r>
                    </a:p>
                  </a:txBody>
                  <a:tcPr marL="54392" marR="54392" marT="27196" marB="27196" anchor="ctr"/>
                </a:tc>
                <a:tc>
                  <a:txBody>
                    <a:bodyPr/>
                    <a:lstStyle/>
                    <a:p>
                      <a:pPr marL="0" indent="0" algn="ctr" fontAlgn="t">
                        <a:buFont typeface="Arial" panose="020B0604020202020204" pitchFamily="34" charset="0"/>
                        <a:buNone/>
                      </a:pPr>
                      <a:r>
                        <a:rPr lang="en-PH" sz="1100" dirty="0">
                          <a:effectLst/>
                        </a:rPr>
                        <a:t>Paired t-test</a:t>
                      </a:r>
                    </a:p>
                  </a:txBody>
                  <a:tcPr marL="54392" marR="54392" marT="27196" marB="27196" anchor="ctr"/>
                </a:tc>
                <a:extLst>
                  <a:ext uri="{0D108BD9-81ED-4DB2-BD59-A6C34878D82A}">
                    <a16:rowId xmlns:a16="http://schemas.microsoft.com/office/drawing/2014/main" val="1038675625"/>
                  </a:ext>
                </a:extLst>
              </a:tr>
            </a:tbl>
          </a:graphicData>
        </a:graphic>
      </p:graphicFrame>
    </p:spTree>
    <p:extLst>
      <p:ext uri="{BB962C8B-B14F-4D97-AF65-F5344CB8AC3E}">
        <p14:creationId xmlns:p14="http://schemas.microsoft.com/office/powerpoint/2010/main" val="393525452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DCC69-72F2-B9BF-39C8-8A8E2F983780}"/>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DDDF1AFD-1000-D800-2E14-9AFAE038F8C3}"/>
              </a:ext>
            </a:extLst>
          </p:cNvPr>
          <p:cNvSpPr>
            <a:spLocks noGrp="1"/>
          </p:cNvSpPr>
          <p:nvPr>
            <p:ph idx="1"/>
          </p:nvPr>
        </p:nvSpPr>
        <p:spPr/>
        <p:txBody>
          <a:bodyPr/>
          <a:lstStyle/>
          <a:p>
            <a:r>
              <a:rPr lang="en-US" dirty="0">
                <a:hlinkClick r:id="rId2"/>
              </a:rPr>
              <a:t>https://www.scribbr.com/statistics/statistical-tests/</a:t>
            </a:r>
            <a:endParaRPr lang="en-US" dirty="0"/>
          </a:p>
          <a:p>
            <a:endParaRPr lang="en-US" dirty="0"/>
          </a:p>
        </p:txBody>
      </p:sp>
    </p:spTree>
    <p:extLst>
      <p:ext uri="{BB962C8B-B14F-4D97-AF65-F5344CB8AC3E}">
        <p14:creationId xmlns:p14="http://schemas.microsoft.com/office/powerpoint/2010/main" val="98634156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8549</TotalTime>
  <Words>1391</Words>
  <Application>Microsoft Macintosh PowerPoint</Application>
  <PresentationFormat>Widescreen</PresentationFormat>
  <Paragraphs>186</Paragraphs>
  <Slides>35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35</vt:i4>
      </vt:variant>
    </vt:vector>
  </HeadingPairs>
  <TitlesOfParts>
    <vt:vector size="40" baseType="lpstr">
      <vt:lpstr>Aptos</vt:lpstr>
      <vt:lpstr>Aptos Display</vt:lpstr>
      <vt:lpstr>Arial</vt:lpstr>
      <vt:lpstr>Wingdings</vt:lpstr>
      <vt:lpstr>Office Theme</vt:lpstr>
      <vt:lpstr>Choosing the right Statistical Test</vt:lpstr>
      <vt:lpstr>Outline</vt:lpstr>
      <vt:lpstr>Introduction</vt:lpstr>
      <vt:lpstr>Introduction</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What does a statistical test do?</vt:lpstr>
      <vt:lpstr>What does a statistical test do?</vt:lpstr>
      <vt:lpstr>What does a statistical test do?</vt:lpstr>
      <vt:lpstr>What does a statistical test do?</vt:lpstr>
      <vt:lpstr>When to perform a statistical test?</vt:lpstr>
      <vt:lpstr>When to perform a statistical test?</vt:lpstr>
      <vt:lpstr>Statistical Assumptions</vt:lpstr>
      <vt:lpstr>Statistical Assumptions</vt:lpstr>
      <vt:lpstr>Types of variables</vt:lpstr>
      <vt:lpstr>Types of variables</vt:lpstr>
      <vt:lpstr>Types of variables</vt:lpstr>
      <vt:lpstr>Choosing a parametric test: regression, comparison, or correlation</vt:lpstr>
      <vt:lpstr>Regression tests</vt:lpstr>
      <vt:lpstr>Regression tests</vt:lpstr>
      <vt:lpstr>Comparison Tests</vt:lpstr>
      <vt:lpstr>Comparison Tests</vt:lpstr>
      <vt:lpstr>Correlation tests</vt:lpstr>
      <vt:lpstr>Choosing a nonparametric test</vt:lpstr>
      <vt:lpstr>PowerPoint Presentation</vt:lpstr>
      <vt:lpstr>References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Palenzuela, Ronnel</dc:creator>
  <cp:lastModifiedBy>Elizer Jr. D. Ponio</cp:lastModifiedBy>
  <cp:revision>989</cp:revision>
  <dcterms:created xsi:type="dcterms:W3CDTF">2024-08-08T01:29:50Z</dcterms:created>
  <dcterms:modified xsi:type="dcterms:W3CDTF">2026-02-17T09:33:01Z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a813f4b-519a-4481-a498-85770f517757_Enabled">
    <vt:lpwstr>true</vt:lpwstr>
  </property>
  <property fmtid="{D5CDD505-2E9C-101B-9397-08002B2CF9AE}" pid="3" name="MSIP_Label_8a813f4b-519a-4481-a498-85770f517757_SetDate">
    <vt:lpwstr>2024-08-08T02:28:55Z</vt:lpwstr>
  </property>
  <property fmtid="{D5CDD505-2E9C-101B-9397-08002B2CF9AE}" pid="4" name="MSIP_Label_8a813f4b-519a-4481-a498-85770f517757_Method">
    <vt:lpwstr>Standard</vt:lpwstr>
  </property>
  <property fmtid="{D5CDD505-2E9C-101B-9397-08002B2CF9AE}" pid="5" name="MSIP_Label_8a813f4b-519a-4481-a498-85770f517757_Name">
    <vt:lpwstr>Anyone (unrestricted)</vt:lpwstr>
  </property>
  <property fmtid="{D5CDD505-2E9C-101B-9397-08002B2CF9AE}" pid="6" name="MSIP_Label_8a813f4b-519a-4481-a498-85770f517757_SiteId">
    <vt:lpwstr>1d981f77-3ca3-46ae-b0d4-e8044e6c7f84</vt:lpwstr>
  </property>
  <property fmtid="{D5CDD505-2E9C-101B-9397-08002B2CF9AE}" pid="7" name="MSIP_Label_8a813f4b-519a-4481-a498-85770f517757_ActionId">
    <vt:lpwstr>6e000025-dfc4-466b-8a1a-3abd180e870b</vt:lpwstr>
  </property>
  <property fmtid="{D5CDD505-2E9C-101B-9397-08002B2CF9AE}" pid="8" name="MSIP_Label_8a813f4b-519a-4481-a498-85770f517757_ContentBits">
    <vt:lpwstr>0</vt:lpwstr>
  </property>
</Properties>
</file>