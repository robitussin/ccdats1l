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467" r:id="rId3"/>
    <p:sldId id="483" r:id="rId4"/>
    <p:sldId id="484" r:id="rId5"/>
    <p:sldId id="485" r:id="rId6"/>
    <p:sldId id="486" r:id="rId7"/>
    <p:sldId id="487" r:id="rId8"/>
    <p:sldId id="488" r:id="rId9"/>
    <p:sldId id="489" r:id="rId10"/>
    <p:sldId id="490" r:id="rId11"/>
    <p:sldId id="495" r:id="rId12"/>
    <p:sldId id="496" r:id="rId13"/>
    <p:sldId id="497" r:id="rId14"/>
    <p:sldId id="491" r:id="rId15"/>
    <p:sldId id="492" r:id="rId16"/>
    <p:sldId id="493" r:id="rId17"/>
    <p:sldId id="494" r:id="rId18"/>
    <p:sldId id="468" r:id="rId19"/>
    <p:sldId id="469" r:id="rId20"/>
    <p:sldId id="470" r:id="rId21"/>
    <p:sldId id="471" r:id="rId22"/>
    <p:sldId id="472" r:id="rId23"/>
    <p:sldId id="473" r:id="rId24"/>
    <p:sldId id="474" r:id="rId25"/>
    <p:sldId id="475" r:id="rId26"/>
    <p:sldId id="476" r:id="rId27"/>
    <p:sldId id="482" r:id="rId28"/>
    <p:sldId id="477" r:id="rId29"/>
    <p:sldId id="479" r:id="rId30"/>
    <p:sldId id="478" r:id="rId31"/>
    <p:sldId id="480" r:id="rId32"/>
    <p:sldId id="481" r:id="rId33"/>
    <p:sldId id="44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4E72DE6-BB83-154E-81E2-BC0DD659BA3C}">
          <p14:sldIdLst>
            <p14:sldId id="257"/>
            <p14:sldId id="467"/>
            <p14:sldId id="483"/>
            <p14:sldId id="484"/>
            <p14:sldId id="485"/>
            <p14:sldId id="486"/>
            <p14:sldId id="487"/>
            <p14:sldId id="488"/>
            <p14:sldId id="489"/>
            <p14:sldId id="490"/>
            <p14:sldId id="495"/>
            <p14:sldId id="496"/>
            <p14:sldId id="497"/>
            <p14:sldId id="491"/>
            <p14:sldId id="492"/>
            <p14:sldId id="493"/>
            <p14:sldId id="494"/>
            <p14:sldId id="468"/>
            <p14:sldId id="469"/>
            <p14:sldId id="470"/>
            <p14:sldId id="471"/>
            <p14:sldId id="472"/>
            <p14:sldId id="473"/>
            <p14:sldId id="474"/>
            <p14:sldId id="475"/>
            <p14:sldId id="476"/>
            <p14:sldId id="482"/>
            <p14:sldId id="477"/>
            <p14:sldId id="479"/>
            <p14:sldId id="478"/>
            <p14:sldId id="480"/>
            <p14:sldId id="481"/>
            <p14:sldId id="4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0FF"/>
    <a:srgbClr val="CBD947"/>
    <a:srgbClr val="3241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F8E01-DE24-0F4F-A559-943D670B7764}" v="50" dt="2024-08-14T17:48:44.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33"/>
    <p:restoredTop sz="94478"/>
  </p:normalViewPr>
  <p:slideViewPr>
    <p:cSldViewPr snapToGrid="0">
      <p:cViewPr>
        <p:scale>
          <a:sx n="69" d="100"/>
          <a:sy n="69" d="100"/>
        </p:scale>
        <p:origin x="216" y="167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nel D. Palenzuela" userId="27216d6f-a712-48da-bcb2-613e4bc945ac" providerId="ADAL" clId="{16736750-74B4-184C-AACF-97E7E4B9FAA6}"/>
    <pc:docChg chg="undo custSel addSld delSld modSld sldOrd modMainMaster">
      <pc:chgData name="Ronnel D. Palenzuela" userId="27216d6f-a712-48da-bcb2-613e4bc945ac" providerId="ADAL" clId="{16736750-74B4-184C-AACF-97E7E4B9FAA6}" dt="2024-08-13T03:37:12.131" v="3508" actId="207"/>
      <pc:docMkLst>
        <pc:docMk/>
      </pc:docMkLst>
      <pc:sldChg chg="modSp mod">
        <pc:chgData name="Ronnel D. Palenzuela" userId="27216d6f-a712-48da-bcb2-613e4bc945ac" providerId="ADAL" clId="{16736750-74B4-184C-AACF-97E7E4B9FAA6}" dt="2024-08-11T23:14:10.328" v="2625" actId="20577"/>
        <pc:sldMkLst>
          <pc:docMk/>
          <pc:sldMk cId="3455369248" sldId="257"/>
        </pc:sldMkLst>
        <pc:spChg chg="mod">
          <ac:chgData name="Ronnel D. Palenzuela" userId="27216d6f-a712-48da-bcb2-613e4bc945ac" providerId="ADAL" clId="{16736750-74B4-184C-AACF-97E7E4B9FAA6}" dt="2024-08-11T23:14:10.328" v="2625" actId="20577"/>
          <ac:spMkLst>
            <pc:docMk/>
            <pc:sldMk cId="3455369248" sldId="257"/>
            <ac:spMk id="3" creationId="{55CA8846-F5F9-9E2F-7E86-4EDFA1AEFED2}"/>
          </ac:spMkLst>
        </pc:spChg>
      </pc:sldChg>
      <pc:sldChg chg="addSp delSp modSp del mod setBg modNotesTx">
        <pc:chgData name="Ronnel D. Palenzuela" userId="27216d6f-a712-48da-bcb2-613e4bc945ac" providerId="ADAL" clId="{16736750-74B4-184C-AACF-97E7E4B9FAA6}" dt="2024-08-11T06:16:40.205" v="363" actId="2696"/>
        <pc:sldMkLst>
          <pc:docMk/>
          <pc:sldMk cId="218736974" sldId="258"/>
        </pc:sldMkLst>
        <pc:spChg chg="mod">
          <ac:chgData name="Ronnel D. Palenzuela" userId="27216d6f-a712-48da-bcb2-613e4bc945ac" providerId="ADAL" clId="{16736750-74B4-184C-AACF-97E7E4B9FAA6}" dt="2024-08-11T06:16:07.116" v="348" actId="26606"/>
          <ac:spMkLst>
            <pc:docMk/>
            <pc:sldMk cId="218736974" sldId="258"/>
            <ac:spMk id="2" creationId="{1FD87645-D8E6-23DE-A822-448BF1054783}"/>
          </ac:spMkLst>
        </pc:spChg>
        <pc:spChg chg="mod">
          <ac:chgData name="Ronnel D. Palenzuela" userId="27216d6f-a712-48da-bcb2-613e4bc945ac" providerId="ADAL" clId="{16736750-74B4-184C-AACF-97E7E4B9FAA6}" dt="2024-08-11T06:16:25.529" v="353" actId="21"/>
          <ac:spMkLst>
            <pc:docMk/>
            <pc:sldMk cId="218736974" sldId="258"/>
            <ac:spMk id="3" creationId="{F9E9654B-D8E5-22CA-371A-57FADD13842B}"/>
          </ac:spMkLst>
        </pc:spChg>
        <pc:spChg chg="add del">
          <ac:chgData name="Ronnel D. Palenzuela" userId="27216d6f-a712-48da-bcb2-613e4bc945ac" providerId="ADAL" clId="{16736750-74B4-184C-AACF-97E7E4B9FAA6}" dt="2024-08-11T06:16:07.116" v="348" actId="26606"/>
          <ac:spMkLst>
            <pc:docMk/>
            <pc:sldMk cId="218736974" sldId="258"/>
            <ac:spMk id="9" creationId="{04812C46-200A-4DEB-A05E-3ED6C68C2387}"/>
          </ac:spMkLst>
        </pc:spChg>
        <pc:spChg chg="add del">
          <ac:chgData name="Ronnel D. Palenzuela" userId="27216d6f-a712-48da-bcb2-613e4bc945ac" providerId="ADAL" clId="{16736750-74B4-184C-AACF-97E7E4B9FAA6}" dt="2024-08-11T06:16:07.116" v="348" actId="26606"/>
          <ac:spMkLst>
            <pc:docMk/>
            <pc:sldMk cId="218736974" sldId="258"/>
            <ac:spMk id="11" creationId="{D1EA859B-E555-4109-94F3-6700E046E008}"/>
          </ac:spMkLst>
        </pc:spChg>
        <pc:picChg chg="add del mod ord">
          <ac:chgData name="Ronnel D. Palenzuela" userId="27216d6f-a712-48da-bcb2-613e4bc945ac" providerId="ADAL" clId="{16736750-74B4-184C-AACF-97E7E4B9FAA6}" dt="2024-08-11T06:16:38.323" v="362" actId="21"/>
          <ac:picMkLst>
            <pc:docMk/>
            <pc:sldMk cId="218736974" sldId="258"/>
            <ac:picMk id="4" creationId="{98D0E626-B0C1-BC0F-8BBE-013B7E7B3AA6}"/>
          </ac:picMkLst>
        </pc:picChg>
      </pc:sldChg>
      <pc:sldChg chg="addSp delSp modSp mod modNotesTx">
        <pc:chgData name="Ronnel D. Palenzuela" userId="27216d6f-a712-48da-bcb2-613e4bc945ac" providerId="ADAL" clId="{16736750-74B4-184C-AACF-97E7E4B9FAA6}" dt="2024-08-11T12:37:53.539" v="2618" actId="20577"/>
        <pc:sldMkLst>
          <pc:docMk/>
          <pc:sldMk cId="3256538018" sldId="259"/>
        </pc:sldMkLst>
        <pc:spChg chg="mod">
          <ac:chgData name="Ronnel D. Palenzuela" userId="27216d6f-a712-48da-bcb2-613e4bc945ac" providerId="ADAL" clId="{16736750-74B4-184C-AACF-97E7E4B9FAA6}" dt="2024-08-11T06:18:47.941" v="388" actId="14100"/>
          <ac:spMkLst>
            <pc:docMk/>
            <pc:sldMk cId="3256538018" sldId="259"/>
            <ac:spMk id="2" creationId="{1FD87645-D8E6-23DE-A822-448BF1054783}"/>
          </ac:spMkLst>
        </pc:spChg>
        <pc:spChg chg="mod">
          <ac:chgData name="Ronnel D. Palenzuela" userId="27216d6f-a712-48da-bcb2-613e4bc945ac" providerId="ADAL" clId="{16736750-74B4-184C-AACF-97E7E4B9FAA6}" dt="2024-08-11T12:37:53.539" v="2618" actId="20577"/>
          <ac:spMkLst>
            <pc:docMk/>
            <pc:sldMk cId="3256538018" sldId="259"/>
            <ac:spMk id="3" creationId="{F9E9654B-D8E5-22CA-371A-57FADD13842B}"/>
          </ac:spMkLst>
        </pc:spChg>
        <pc:picChg chg="add mod">
          <ac:chgData name="Ronnel D. Palenzuela" userId="27216d6f-a712-48da-bcb2-613e4bc945ac" providerId="ADAL" clId="{16736750-74B4-184C-AACF-97E7E4B9FAA6}" dt="2024-08-11T06:21:54.031" v="403" actId="1076"/>
          <ac:picMkLst>
            <pc:docMk/>
            <pc:sldMk cId="3256538018" sldId="259"/>
            <ac:picMk id="4" creationId="{E700435F-1E7A-3EEC-4AA8-86923D600596}"/>
          </ac:picMkLst>
        </pc:picChg>
        <pc:picChg chg="del">
          <ac:chgData name="Ronnel D. Palenzuela" userId="27216d6f-a712-48da-bcb2-613e4bc945ac" providerId="ADAL" clId="{16736750-74B4-184C-AACF-97E7E4B9FAA6}" dt="2024-08-11T06:16:36.656" v="361" actId="478"/>
          <ac:picMkLst>
            <pc:docMk/>
            <pc:sldMk cId="3256538018" sldId="259"/>
            <ac:picMk id="5" creationId="{D3CE80CF-7820-04DC-00A6-061A45338617}"/>
          </ac:picMkLst>
        </pc:picChg>
        <pc:picChg chg="del">
          <ac:chgData name="Ronnel D. Palenzuela" userId="27216d6f-a712-48da-bcb2-613e4bc945ac" providerId="ADAL" clId="{16736750-74B4-184C-AACF-97E7E4B9FAA6}" dt="2024-08-11T06:16:36.656" v="361" actId="478"/>
          <ac:picMkLst>
            <pc:docMk/>
            <pc:sldMk cId="3256538018" sldId="259"/>
            <ac:picMk id="6" creationId="{105319CD-EE8D-3939-D407-76A3761FCAFE}"/>
          </ac:picMkLst>
        </pc:picChg>
        <pc:picChg chg="del">
          <ac:chgData name="Ronnel D. Palenzuela" userId="27216d6f-a712-48da-bcb2-613e4bc945ac" providerId="ADAL" clId="{16736750-74B4-184C-AACF-97E7E4B9FAA6}" dt="2024-08-11T06:16:36.656" v="361" actId="478"/>
          <ac:picMkLst>
            <pc:docMk/>
            <pc:sldMk cId="3256538018" sldId="259"/>
            <ac:picMk id="7" creationId="{763F4613-1B0F-8B43-1A32-113F3480FFDD}"/>
          </ac:picMkLst>
        </pc:picChg>
        <pc:picChg chg="del">
          <ac:chgData name="Ronnel D. Palenzuela" userId="27216d6f-a712-48da-bcb2-613e4bc945ac" providerId="ADAL" clId="{16736750-74B4-184C-AACF-97E7E4B9FAA6}" dt="2024-08-11T06:16:36.656" v="361" actId="478"/>
          <ac:picMkLst>
            <pc:docMk/>
            <pc:sldMk cId="3256538018" sldId="259"/>
            <ac:picMk id="8" creationId="{3F65A7A7-479E-10AB-F526-C7D8854988BE}"/>
          </ac:picMkLst>
        </pc:picChg>
        <pc:picChg chg="add mod">
          <ac:chgData name="Ronnel D. Palenzuela" userId="27216d6f-a712-48da-bcb2-613e4bc945ac" providerId="ADAL" clId="{16736750-74B4-184C-AACF-97E7E4B9FAA6}" dt="2024-08-11T06:21:54.464" v="404" actId="1076"/>
          <ac:picMkLst>
            <pc:docMk/>
            <pc:sldMk cId="3256538018" sldId="259"/>
            <ac:picMk id="9" creationId="{5039F99A-C68C-0B5B-1A0E-5505DF7E762C}"/>
          </ac:picMkLst>
        </pc:picChg>
      </pc:sldChg>
      <pc:sldChg chg="del modNotesTx">
        <pc:chgData name="Ronnel D. Palenzuela" userId="27216d6f-a712-48da-bcb2-613e4bc945ac" providerId="ADAL" clId="{16736750-74B4-184C-AACF-97E7E4B9FAA6}" dt="2024-08-11T06:22:16.116" v="405" actId="2696"/>
        <pc:sldMkLst>
          <pc:docMk/>
          <pc:sldMk cId="606913761" sldId="260"/>
        </pc:sldMkLst>
      </pc:sldChg>
      <pc:sldChg chg="del">
        <pc:chgData name="Ronnel D. Palenzuela" userId="27216d6f-a712-48da-bcb2-613e4bc945ac" providerId="ADAL" clId="{16736750-74B4-184C-AACF-97E7E4B9FAA6}" dt="2024-08-11T06:22:16.124" v="406" actId="2696"/>
        <pc:sldMkLst>
          <pc:docMk/>
          <pc:sldMk cId="285302475" sldId="261"/>
        </pc:sldMkLst>
      </pc:sldChg>
      <pc:sldChg chg="del modNotesTx">
        <pc:chgData name="Ronnel D. Palenzuela" userId="27216d6f-a712-48da-bcb2-613e4bc945ac" providerId="ADAL" clId="{16736750-74B4-184C-AACF-97E7E4B9FAA6}" dt="2024-08-11T09:23:38.794" v="1383" actId="2696"/>
        <pc:sldMkLst>
          <pc:docMk/>
          <pc:sldMk cId="1633078811" sldId="262"/>
        </pc:sldMkLst>
      </pc:sldChg>
      <pc:sldChg chg="addSp delSp modSp mod ord setBg modNotesTx">
        <pc:chgData name="Ronnel D. Palenzuela" userId="27216d6f-a712-48da-bcb2-613e4bc945ac" providerId="ADAL" clId="{16736750-74B4-184C-AACF-97E7E4B9FAA6}" dt="2024-08-11T07:26:40.554" v="869" actId="20577"/>
        <pc:sldMkLst>
          <pc:docMk/>
          <pc:sldMk cId="3611571112" sldId="263"/>
        </pc:sldMkLst>
        <pc:spChg chg="mod">
          <ac:chgData name="Ronnel D. Palenzuela" userId="27216d6f-a712-48da-bcb2-613e4bc945ac" providerId="ADAL" clId="{16736750-74B4-184C-AACF-97E7E4B9FAA6}" dt="2024-08-11T07:26:40.554" v="869" actId="20577"/>
          <ac:spMkLst>
            <pc:docMk/>
            <pc:sldMk cId="3611571112" sldId="263"/>
            <ac:spMk id="2" creationId="{4B9DC0FD-E73C-26A6-891F-61B461076958}"/>
          </ac:spMkLst>
        </pc:spChg>
        <pc:spChg chg="del mod">
          <ac:chgData name="Ronnel D. Palenzuela" userId="27216d6f-a712-48da-bcb2-613e4bc945ac" providerId="ADAL" clId="{16736750-74B4-184C-AACF-97E7E4B9FAA6}" dt="2024-08-11T05:58:13.516" v="174" actId="478"/>
          <ac:spMkLst>
            <pc:docMk/>
            <pc:sldMk cId="3611571112" sldId="263"/>
            <ac:spMk id="3" creationId="{55CA8846-F5F9-9E2F-7E86-4EDFA1AEFED2}"/>
          </ac:spMkLst>
        </pc:spChg>
        <pc:spChg chg="add del">
          <ac:chgData name="Ronnel D. Palenzuela" userId="27216d6f-a712-48da-bcb2-613e4bc945ac" providerId="ADAL" clId="{16736750-74B4-184C-AACF-97E7E4B9FAA6}" dt="2024-08-11T06:07:07.454" v="259" actId="26606"/>
          <ac:spMkLst>
            <pc:docMk/>
            <pc:sldMk cId="3611571112" sldId="263"/>
            <ac:spMk id="9" creationId="{0DBF1ABE-8590-450D-BB49-BDDCCF3EEA9E}"/>
          </ac:spMkLst>
        </pc:spChg>
        <pc:spChg chg="add del">
          <ac:chgData name="Ronnel D. Palenzuela" userId="27216d6f-a712-48da-bcb2-613e4bc945ac" providerId="ADAL" clId="{16736750-74B4-184C-AACF-97E7E4B9FAA6}" dt="2024-08-11T06:07:07.454" v="259" actId="26606"/>
          <ac:spMkLst>
            <pc:docMk/>
            <pc:sldMk cId="3611571112" sldId="263"/>
            <ac:spMk id="11" creationId="{18D32C3D-8F76-4E99-BE56-0836CC38CC84}"/>
          </ac:spMkLst>
        </pc:spChg>
        <pc:spChg chg="add del">
          <ac:chgData name="Ronnel D. Palenzuela" userId="27216d6f-a712-48da-bcb2-613e4bc945ac" providerId="ADAL" clId="{16736750-74B4-184C-AACF-97E7E4B9FAA6}" dt="2024-08-11T06:07:07.454" v="259" actId="26606"/>
          <ac:spMkLst>
            <pc:docMk/>
            <pc:sldMk cId="3611571112" sldId="263"/>
            <ac:spMk id="13" creationId="{70766076-46F5-42D5-A773-2B3BEF2B8B74}"/>
          </ac:spMkLst>
        </pc:spChg>
        <pc:spChg chg="add del">
          <ac:chgData name="Ronnel D. Palenzuela" userId="27216d6f-a712-48da-bcb2-613e4bc945ac" providerId="ADAL" clId="{16736750-74B4-184C-AACF-97E7E4B9FAA6}" dt="2024-08-11T06:07:07.454" v="259" actId="26606"/>
          <ac:spMkLst>
            <pc:docMk/>
            <pc:sldMk cId="3611571112" sldId="263"/>
            <ac:spMk id="15" creationId="{CB7B90D9-1EC2-4A12-B24A-342C1BCA2FA1}"/>
          </ac:spMkLst>
        </pc:spChg>
        <pc:picChg chg="add del mod">
          <ac:chgData name="Ronnel D. Palenzuela" userId="27216d6f-a712-48da-bcb2-613e4bc945ac" providerId="ADAL" clId="{16736750-74B4-184C-AACF-97E7E4B9FAA6}" dt="2024-08-11T06:09:13.684" v="283" actId="478"/>
          <ac:picMkLst>
            <pc:docMk/>
            <pc:sldMk cId="3611571112" sldId="263"/>
            <ac:picMk id="4" creationId="{C459ACEE-C018-E6AA-F0E7-E4078174E3AF}"/>
          </ac:picMkLst>
        </pc:picChg>
      </pc:sldChg>
      <pc:sldChg chg="modSp mod">
        <pc:chgData name="Ronnel D. Palenzuela" userId="27216d6f-a712-48da-bcb2-613e4bc945ac" providerId="ADAL" clId="{16736750-74B4-184C-AACF-97E7E4B9FAA6}" dt="2024-08-11T05:45:49.289" v="62" actId="207"/>
        <pc:sldMkLst>
          <pc:docMk/>
          <pc:sldMk cId="261940385" sldId="264"/>
        </pc:sldMkLst>
        <pc:spChg chg="mod">
          <ac:chgData name="Ronnel D. Palenzuela" userId="27216d6f-a712-48da-bcb2-613e4bc945ac" providerId="ADAL" clId="{16736750-74B4-184C-AACF-97E7E4B9FAA6}" dt="2024-08-11T05:45:49.289" v="62" actId="207"/>
          <ac:spMkLst>
            <pc:docMk/>
            <pc:sldMk cId="261940385" sldId="264"/>
            <ac:spMk id="3" creationId="{A8B75234-3FB1-B597-DF46-CD5827D3C5AF}"/>
          </ac:spMkLst>
        </pc:spChg>
      </pc:sldChg>
      <pc:sldChg chg="addSp delSp modSp add mod modNotesTx">
        <pc:chgData name="Ronnel D. Palenzuela" userId="27216d6f-a712-48da-bcb2-613e4bc945ac" providerId="ADAL" clId="{16736750-74B4-184C-AACF-97E7E4B9FAA6}" dt="2024-08-11T06:53:23.498" v="651" actId="20577"/>
        <pc:sldMkLst>
          <pc:docMk/>
          <pc:sldMk cId="538568147" sldId="265"/>
        </pc:sldMkLst>
        <pc:spChg chg="mod">
          <ac:chgData name="Ronnel D. Palenzuela" userId="27216d6f-a712-48da-bcb2-613e4bc945ac" providerId="ADAL" clId="{16736750-74B4-184C-AACF-97E7E4B9FAA6}" dt="2024-08-11T06:24:33.995" v="426" actId="20577"/>
          <ac:spMkLst>
            <pc:docMk/>
            <pc:sldMk cId="538568147" sldId="265"/>
            <ac:spMk id="2" creationId="{1FD87645-D8E6-23DE-A822-448BF1054783}"/>
          </ac:spMkLst>
        </pc:spChg>
        <pc:spChg chg="mod">
          <ac:chgData name="Ronnel D. Palenzuela" userId="27216d6f-a712-48da-bcb2-613e4bc945ac" providerId="ADAL" clId="{16736750-74B4-184C-AACF-97E7E4B9FAA6}" dt="2024-08-11T06:53:05.724" v="648" actId="207"/>
          <ac:spMkLst>
            <pc:docMk/>
            <pc:sldMk cId="538568147" sldId="265"/>
            <ac:spMk id="3" creationId="{F9E9654B-D8E5-22CA-371A-57FADD13842B}"/>
          </ac:spMkLst>
        </pc:spChg>
        <pc:spChg chg="add del mod">
          <ac:chgData name="Ronnel D. Palenzuela" userId="27216d6f-a712-48da-bcb2-613e4bc945ac" providerId="ADAL" clId="{16736750-74B4-184C-AACF-97E7E4B9FAA6}" dt="2024-08-11T06:53:08.656" v="650" actId="478"/>
          <ac:spMkLst>
            <pc:docMk/>
            <pc:sldMk cId="538568147" sldId="265"/>
            <ac:spMk id="11" creationId="{2E179526-39F5-A7F9-BE56-7FA6A5CD0F1A}"/>
          </ac:spMkLst>
        </pc:spChg>
        <pc:picChg chg="del">
          <ac:chgData name="Ronnel D. Palenzuela" userId="27216d6f-a712-48da-bcb2-613e4bc945ac" providerId="ADAL" clId="{16736750-74B4-184C-AACF-97E7E4B9FAA6}" dt="2024-08-11T06:28:11.603" v="470" actId="478"/>
          <ac:picMkLst>
            <pc:docMk/>
            <pc:sldMk cId="538568147" sldId="265"/>
            <ac:picMk id="4" creationId="{E700435F-1E7A-3EEC-4AA8-86923D600596}"/>
          </ac:picMkLst>
        </pc:picChg>
        <pc:picChg chg="add del mod">
          <ac:chgData name="Ronnel D. Palenzuela" userId="27216d6f-a712-48da-bcb2-613e4bc945ac" providerId="ADAL" clId="{16736750-74B4-184C-AACF-97E7E4B9FAA6}" dt="2024-08-11T06:29:57.039" v="479" actId="478"/>
          <ac:picMkLst>
            <pc:docMk/>
            <pc:sldMk cId="538568147" sldId="265"/>
            <ac:picMk id="5" creationId="{6120C7BE-6D16-542F-8D12-5F374110B259}"/>
          </ac:picMkLst>
        </pc:picChg>
        <pc:picChg chg="add mod">
          <ac:chgData name="Ronnel D. Palenzuela" userId="27216d6f-a712-48da-bcb2-613e4bc945ac" providerId="ADAL" clId="{16736750-74B4-184C-AACF-97E7E4B9FAA6}" dt="2024-08-11T06:37:15.786" v="541" actId="1076"/>
          <ac:picMkLst>
            <pc:docMk/>
            <pc:sldMk cId="538568147" sldId="265"/>
            <ac:picMk id="6" creationId="{E6F66661-8045-D9A5-7A22-9C32CFDC9130}"/>
          </ac:picMkLst>
        </pc:picChg>
        <pc:picChg chg="add mod">
          <ac:chgData name="Ronnel D. Palenzuela" userId="27216d6f-a712-48da-bcb2-613e4bc945ac" providerId="ADAL" clId="{16736750-74B4-184C-AACF-97E7E4B9FAA6}" dt="2024-08-11T06:38:05.418" v="564" actId="1076"/>
          <ac:picMkLst>
            <pc:docMk/>
            <pc:sldMk cId="538568147" sldId="265"/>
            <ac:picMk id="7" creationId="{034B6557-36A5-121F-76C7-3EA4B37D7CFA}"/>
          </ac:picMkLst>
        </pc:picChg>
        <pc:picChg chg="add mod">
          <ac:chgData name="Ronnel D. Palenzuela" userId="27216d6f-a712-48da-bcb2-613e4bc945ac" providerId="ADAL" clId="{16736750-74B4-184C-AACF-97E7E4B9FAA6}" dt="2024-08-11T06:38:07.200" v="565" actId="1076"/>
          <ac:picMkLst>
            <pc:docMk/>
            <pc:sldMk cId="538568147" sldId="265"/>
            <ac:picMk id="8" creationId="{1FB21C6D-D0A1-8AEB-319B-0296807954C0}"/>
          </ac:picMkLst>
        </pc:picChg>
        <pc:picChg chg="del">
          <ac:chgData name="Ronnel D. Palenzuela" userId="27216d6f-a712-48da-bcb2-613e4bc945ac" providerId="ADAL" clId="{16736750-74B4-184C-AACF-97E7E4B9FAA6}" dt="2024-08-11T06:28:10.344" v="469" actId="478"/>
          <ac:picMkLst>
            <pc:docMk/>
            <pc:sldMk cId="538568147" sldId="265"/>
            <ac:picMk id="9" creationId="{5039F99A-C68C-0B5B-1A0E-5505DF7E762C}"/>
          </ac:picMkLst>
        </pc:picChg>
        <pc:picChg chg="add mod">
          <ac:chgData name="Ronnel D. Palenzuela" userId="27216d6f-a712-48da-bcb2-613e4bc945ac" providerId="ADAL" clId="{16736750-74B4-184C-AACF-97E7E4B9FAA6}" dt="2024-08-11T06:38:14.300" v="567" actId="1076"/>
          <ac:picMkLst>
            <pc:docMk/>
            <pc:sldMk cId="538568147" sldId="265"/>
            <ac:picMk id="10" creationId="{DA4EB7EF-513D-C40D-5DC5-6B39809CDC00}"/>
          </ac:picMkLst>
        </pc:picChg>
      </pc:sldChg>
      <pc:sldChg chg="addSp delSp modSp add mod modNotesTx">
        <pc:chgData name="Ronnel D. Palenzuela" userId="27216d6f-a712-48da-bcb2-613e4bc945ac" providerId="ADAL" clId="{16736750-74B4-184C-AACF-97E7E4B9FAA6}" dt="2024-08-11T07:02:04.499" v="710" actId="207"/>
        <pc:sldMkLst>
          <pc:docMk/>
          <pc:sldMk cId="3029220167" sldId="266"/>
        </pc:sldMkLst>
        <pc:spChg chg="mod">
          <ac:chgData name="Ronnel D. Palenzuela" userId="27216d6f-a712-48da-bcb2-613e4bc945ac" providerId="ADAL" clId="{16736750-74B4-184C-AACF-97E7E4B9FAA6}" dt="2024-08-11T06:42:43.526" v="580"/>
          <ac:spMkLst>
            <pc:docMk/>
            <pc:sldMk cId="3029220167" sldId="266"/>
            <ac:spMk id="2" creationId="{1FD87645-D8E6-23DE-A822-448BF1054783}"/>
          </ac:spMkLst>
        </pc:spChg>
        <pc:spChg chg="mod">
          <ac:chgData name="Ronnel D. Palenzuela" userId="27216d6f-a712-48da-bcb2-613e4bc945ac" providerId="ADAL" clId="{16736750-74B4-184C-AACF-97E7E4B9FAA6}" dt="2024-08-11T07:02:04.499" v="710" actId="207"/>
          <ac:spMkLst>
            <pc:docMk/>
            <pc:sldMk cId="3029220167" sldId="266"/>
            <ac:spMk id="3" creationId="{F9E9654B-D8E5-22CA-371A-57FADD13842B}"/>
          </ac:spMkLst>
        </pc:spChg>
        <pc:picChg chg="add mod">
          <ac:chgData name="Ronnel D. Palenzuela" userId="27216d6f-a712-48da-bcb2-613e4bc945ac" providerId="ADAL" clId="{16736750-74B4-184C-AACF-97E7E4B9FAA6}" dt="2024-08-11T06:50:04.050" v="627" actId="1076"/>
          <ac:picMkLst>
            <pc:docMk/>
            <pc:sldMk cId="3029220167" sldId="266"/>
            <ac:picMk id="4" creationId="{976997AD-2D0B-ADA0-F7E4-E6B598F2CBB8}"/>
          </ac:picMkLst>
        </pc:picChg>
        <pc:picChg chg="add mod">
          <ac:chgData name="Ronnel D. Palenzuela" userId="27216d6f-a712-48da-bcb2-613e4bc945ac" providerId="ADAL" clId="{16736750-74B4-184C-AACF-97E7E4B9FAA6}" dt="2024-08-11T06:50:05.208" v="628" actId="1076"/>
          <ac:picMkLst>
            <pc:docMk/>
            <pc:sldMk cId="3029220167" sldId="266"/>
            <ac:picMk id="5" creationId="{543B0815-1AAB-9A0C-012F-1501ED91F33D}"/>
          </ac:picMkLst>
        </pc:picChg>
        <pc:picChg chg="del">
          <ac:chgData name="Ronnel D. Palenzuela" userId="27216d6f-a712-48da-bcb2-613e4bc945ac" providerId="ADAL" clId="{16736750-74B4-184C-AACF-97E7E4B9FAA6}" dt="2024-08-11T06:42:45.638" v="581" actId="478"/>
          <ac:picMkLst>
            <pc:docMk/>
            <pc:sldMk cId="3029220167" sldId="266"/>
            <ac:picMk id="6" creationId="{E6F66661-8045-D9A5-7A22-9C32CFDC9130}"/>
          </ac:picMkLst>
        </pc:picChg>
        <pc:picChg chg="del">
          <ac:chgData name="Ronnel D. Palenzuela" userId="27216d6f-a712-48da-bcb2-613e4bc945ac" providerId="ADAL" clId="{16736750-74B4-184C-AACF-97E7E4B9FAA6}" dt="2024-08-11T06:42:46.348" v="583" actId="478"/>
          <ac:picMkLst>
            <pc:docMk/>
            <pc:sldMk cId="3029220167" sldId="266"/>
            <ac:picMk id="7" creationId="{034B6557-36A5-121F-76C7-3EA4B37D7CFA}"/>
          </ac:picMkLst>
        </pc:picChg>
        <pc:picChg chg="del">
          <ac:chgData name="Ronnel D. Palenzuela" userId="27216d6f-a712-48da-bcb2-613e4bc945ac" providerId="ADAL" clId="{16736750-74B4-184C-AACF-97E7E4B9FAA6}" dt="2024-08-11T06:42:46.099" v="582" actId="478"/>
          <ac:picMkLst>
            <pc:docMk/>
            <pc:sldMk cId="3029220167" sldId="266"/>
            <ac:picMk id="8" creationId="{1FB21C6D-D0A1-8AEB-319B-0296807954C0}"/>
          </ac:picMkLst>
        </pc:picChg>
        <pc:picChg chg="del">
          <ac:chgData name="Ronnel D. Palenzuela" userId="27216d6f-a712-48da-bcb2-613e4bc945ac" providerId="ADAL" clId="{16736750-74B4-184C-AACF-97E7E4B9FAA6}" dt="2024-08-11T06:42:47.223" v="584" actId="478"/>
          <ac:picMkLst>
            <pc:docMk/>
            <pc:sldMk cId="3029220167" sldId="266"/>
            <ac:picMk id="10" creationId="{DA4EB7EF-513D-C40D-5DC5-6B39809CDC00}"/>
          </ac:picMkLst>
        </pc:picChg>
      </pc:sldChg>
      <pc:sldChg chg="addSp delSp modSp add mod modNotesTx">
        <pc:chgData name="Ronnel D. Palenzuela" userId="27216d6f-a712-48da-bcb2-613e4bc945ac" providerId="ADAL" clId="{16736750-74B4-184C-AACF-97E7E4B9FAA6}" dt="2024-08-11T06:58:25.859" v="689" actId="1076"/>
        <pc:sldMkLst>
          <pc:docMk/>
          <pc:sldMk cId="3285671655" sldId="267"/>
        </pc:sldMkLst>
        <pc:spChg chg="mod">
          <ac:chgData name="Ronnel D. Palenzuela" userId="27216d6f-a712-48da-bcb2-613e4bc945ac" providerId="ADAL" clId="{16736750-74B4-184C-AACF-97E7E4B9FAA6}" dt="2024-08-11T06:51:36.841" v="633"/>
          <ac:spMkLst>
            <pc:docMk/>
            <pc:sldMk cId="3285671655" sldId="267"/>
            <ac:spMk id="2" creationId="{1FD87645-D8E6-23DE-A822-448BF1054783}"/>
          </ac:spMkLst>
        </pc:spChg>
        <pc:spChg chg="mod">
          <ac:chgData name="Ronnel D. Palenzuela" userId="27216d6f-a712-48da-bcb2-613e4bc945ac" providerId="ADAL" clId="{16736750-74B4-184C-AACF-97E7E4B9FAA6}" dt="2024-08-11T06:55:05.721" v="666" actId="207"/>
          <ac:spMkLst>
            <pc:docMk/>
            <pc:sldMk cId="3285671655" sldId="267"/>
            <ac:spMk id="3" creationId="{F9E9654B-D8E5-22CA-371A-57FADD13842B}"/>
          </ac:spMkLst>
        </pc:spChg>
        <pc:spChg chg="add del">
          <ac:chgData name="Ronnel D. Palenzuela" userId="27216d6f-a712-48da-bcb2-613e4bc945ac" providerId="ADAL" clId="{16736750-74B4-184C-AACF-97E7E4B9FAA6}" dt="2024-08-11T06:56:21.472" v="668" actId="22"/>
          <ac:spMkLst>
            <pc:docMk/>
            <pc:sldMk cId="3285671655" sldId="267"/>
            <ac:spMk id="7" creationId="{596F8A18-C394-6B31-5658-595AADFFEFA2}"/>
          </ac:spMkLst>
        </pc:spChg>
        <pc:picChg chg="del">
          <ac:chgData name="Ronnel D. Palenzuela" userId="27216d6f-a712-48da-bcb2-613e4bc945ac" providerId="ADAL" clId="{16736750-74B4-184C-AACF-97E7E4B9FAA6}" dt="2024-08-11T06:51:38.803" v="634" actId="478"/>
          <ac:picMkLst>
            <pc:docMk/>
            <pc:sldMk cId="3285671655" sldId="267"/>
            <ac:picMk id="4" creationId="{976997AD-2D0B-ADA0-F7E4-E6B598F2CBB8}"/>
          </ac:picMkLst>
        </pc:picChg>
        <pc:picChg chg="del">
          <ac:chgData name="Ronnel D. Palenzuela" userId="27216d6f-a712-48da-bcb2-613e4bc945ac" providerId="ADAL" clId="{16736750-74B4-184C-AACF-97E7E4B9FAA6}" dt="2024-08-11T06:51:39.955" v="635" actId="478"/>
          <ac:picMkLst>
            <pc:docMk/>
            <pc:sldMk cId="3285671655" sldId="267"/>
            <ac:picMk id="5" creationId="{543B0815-1AAB-9A0C-012F-1501ED91F33D}"/>
          </ac:picMkLst>
        </pc:picChg>
        <pc:picChg chg="add mod">
          <ac:chgData name="Ronnel D. Palenzuela" userId="27216d6f-a712-48da-bcb2-613e4bc945ac" providerId="ADAL" clId="{16736750-74B4-184C-AACF-97E7E4B9FAA6}" dt="2024-08-11T06:57:04.182" v="677" actId="1076"/>
          <ac:picMkLst>
            <pc:docMk/>
            <pc:sldMk cId="3285671655" sldId="267"/>
            <ac:picMk id="8" creationId="{35691684-4C7D-7C51-9845-5864FCF62DB6}"/>
          </ac:picMkLst>
        </pc:picChg>
        <pc:picChg chg="add mod">
          <ac:chgData name="Ronnel D. Palenzuela" userId="27216d6f-a712-48da-bcb2-613e4bc945ac" providerId="ADAL" clId="{16736750-74B4-184C-AACF-97E7E4B9FAA6}" dt="2024-08-11T06:58:22.395" v="688" actId="1076"/>
          <ac:picMkLst>
            <pc:docMk/>
            <pc:sldMk cId="3285671655" sldId="267"/>
            <ac:picMk id="9" creationId="{F54E6630-57D0-5DF2-6976-D72FAC436DA6}"/>
          </ac:picMkLst>
        </pc:picChg>
        <pc:picChg chg="add mod">
          <ac:chgData name="Ronnel D. Palenzuela" userId="27216d6f-a712-48da-bcb2-613e4bc945ac" providerId="ADAL" clId="{16736750-74B4-184C-AACF-97E7E4B9FAA6}" dt="2024-08-11T06:58:25.859" v="689" actId="1076"/>
          <ac:picMkLst>
            <pc:docMk/>
            <pc:sldMk cId="3285671655" sldId="267"/>
            <ac:picMk id="10" creationId="{13055B59-E94F-ADE5-68C0-75FBEF4CB412}"/>
          </ac:picMkLst>
        </pc:picChg>
      </pc:sldChg>
      <pc:sldChg chg="addSp delSp modSp add mod modNotesTx">
        <pc:chgData name="Ronnel D. Palenzuela" userId="27216d6f-a712-48da-bcb2-613e4bc945ac" providerId="ADAL" clId="{16736750-74B4-184C-AACF-97E7E4B9FAA6}" dt="2024-08-11T07:12:26.720" v="817" actId="20577"/>
        <pc:sldMkLst>
          <pc:docMk/>
          <pc:sldMk cId="1637530094" sldId="268"/>
        </pc:sldMkLst>
        <pc:spChg chg="mod">
          <ac:chgData name="Ronnel D. Palenzuela" userId="27216d6f-a712-48da-bcb2-613e4bc945ac" providerId="ADAL" clId="{16736750-74B4-184C-AACF-97E7E4B9FAA6}" dt="2024-08-11T07:00:32.200" v="691"/>
          <ac:spMkLst>
            <pc:docMk/>
            <pc:sldMk cId="1637530094" sldId="268"/>
            <ac:spMk id="2" creationId="{1FD87645-D8E6-23DE-A822-448BF1054783}"/>
          </ac:spMkLst>
        </pc:spChg>
        <pc:spChg chg="mod">
          <ac:chgData name="Ronnel D. Palenzuela" userId="27216d6f-a712-48da-bcb2-613e4bc945ac" providerId="ADAL" clId="{16736750-74B4-184C-AACF-97E7E4B9FAA6}" dt="2024-08-11T07:06:36.137" v="780" actId="207"/>
          <ac:spMkLst>
            <pc:docMk/>
            <pc:sldMk cId="1637530094" sldId="268"/>
            <ac:spMk id="3" creationId="{F9E9654B-D8E5-22CA-371A-57FADD13842B}"/>
          </ac:spMkLst>
        </pc:spChg>
        <pc:picChg chg="add mod">
          <ac:chgData name="Ronnel D. Palenzuela" userId="27216d6f-a712-48da-bcb2-613e4bc945ac" providerId="ADAL" clId="{16736750-74B4-184C-AACF-97E7E4B9FAA6}" dt="2024-08-11T07:11:16.031" v="804" actId="1076"/>
          <ac:picMkLst>
            <pc:docMk/>
            <pc:sldMk cId="1637530094" sldId="268"/>
            <ac:picMk id="4" creationId="{8DAC9A4B-5053-02D1-90FB-C7079F1A4364}"/>
          </ac:picMkLst>
        </pc:picChg>
        <pc:picChg chg="add mod">
          <ac:chgData name="Ronnel D. Palenzuela" userId="27216d6f-a712-48da-bcb2-613e4bc945ac" providerId="ADAL" clId="{16736750-74B4-184C-AACF-97E7E4B9FAA6}" dt="2024-08-11T07:11:22.625" v="808" actId="1076"/>
          <ac:picMkLst>
            <pc:docMk/>
            <pc:sldMk cId="1637530094" sldId="268"/>
            <ac:picMk id="5" creationId="{BBAB1D32-E234-CA12-BE46-CDECE16B2766}"/>
          </ac:picMkLst>
        </pc:picChg>
        <pc:picChg chg="add mod">
          <ac:chgData name="Ronnel D. Palenzuela" userId="27216d6f-a712-48da-bcb2-613e4bc945ac" providerId="ADAL" clId="{16736750-74B4-184C-AACF-97E7E4B9FAA6}" dt="2024-08-11T07:11:16.947" v="805" actId="1076"/>
          <ac:picMkLst>
            <pc:docMk/>
            <pc:sldMk cId="1637530094" sldId="268"/>
            <ac:picMk id="6" creationId="{A1B4DA84-5E5D-50EE-1E64-F68500316F28}"/>
          </ac:picMkLst>
        </pc:picChg>
        <pc:picChg chg="del">
          <ac:chgData name="Ronnel D. Palenzuela" userId="27216d6f-a712-48da-bcb2-613e4bc945ac" providerId="ADAL" clId="{16736750-74B4-184C-AACF-97E7E4B9FAA6}" dt="2024-08-11T07:00:35.202" v="692" actId="478"/>
          <ac:picMkLst>
            <pc:docMk/>
            <pc:sldMk cId="1637530094" sldId="268"/>
            <ac:picMk id="8" creationId="{35691684-4C7D-7C51-9845-5864FCF62DB6}"/>
          </ac:picMkLst>
        </pc:picChg>
        <pc:picChg chg="del">
          <ac:chgData name="Ronnel D. Palenzuela" userId="27216d6f-a712-48da-bcb2-613e4bc945ac" providerId="ADAL" clId="{16736750-74B4-184C-AACF-97E7E4B9FAA6}" dt="2024-08-11T07:00:35.776" v="694" actId="478"/>
          <ac:picMkLst>
            <pc:docMk/>
            <pc:sldMk cId="1637530094" sldId="268"/>
            <ac:picMk id="9" creationId="{F54E6630-57D0-5DF2-6976-D72FAC436DA6}"/>
          </ac:picMkLst>
        </pc:picChg>
        <pc:picChg chg="del">
          <ac:chgData name="Ronnel D. Palenzuela" userId="27216d6f-a712-48da-bcb2-613e4bc945ac" providerId="ADAL" clId="{16736750-74B4-184C-AACF-97E7E4B9FAA6}" dt="2024-08-11T07:00:35.569" v="693" actId="478"/>
          <ac:picMkLst>
            <pc:docMk/>
            <pc:sldMk cId="1637530094" sldId="268"/>
            <ac:picMk id="10" creationId="{13055B59-E94F-ADE5-68C0-75FBEF4CB412}"/>
          </ac:picMkLst>
        </pc:picChg>
      </pc:sldChg>
      <pc:sldChg chg="addSp delSp modSp add mod modNotesTx">
        <pc:chgData name="Ronnel D. Palenzuela" userId="27216d6f-a712-48da-bcb2-613e4bc945ac" providerId="ADAL" clId="{16736750-74B4-184C-AACF-97E7E4B9FAA6}" dt="2024-08-11T07:44:59.535" v="983" actId="1076"/>
        <pc:sldMkLst>
          <pc:docMk/>
          <pc:sldMk cId="4018365145" sldId="269"/>
        </pc:sldMkLst>
        <pc:spChg chg="mod">
          <ac:chgData name="Ronnel D. Palenzuela" userId="27216d6f-a712-48da-bcb2-613e4bc945ac" providerId="ADAL" clId="{16736750-74B4-184C-AACF-97E7E4B9FAA6}" dt="2024-08-11T07:16:05.119" v="827"/>
          <ac:spMkLst>
            <pc:docMk/>
            <pc:sldMk cId="4018365145" sldId="269"/>
            <ac:spMk id="2" creationId="{1FD87645-D8E6-23DE-A822-448BF1054783}"/>
          </ac:spMkLst>
        </pc:spChg>
        <pc:spChg chg="mod">
          <ac:chgData name="Ronnel D. Palenzuela" userId="27216d6f-a712-48da-bcb2-613e4bc945ac" providerId="ADAL" clId="{16736750-74B4-184C-AACF-97E7E4B9FAA6}" dt="2024-08-11T07:35:30.083" v="915" actId="20577"/>
          <ac:spMkLst>
            <pc:docMk/>
            <pc:sldMk cId="4018365145" sldId="269"/>
            <ac:spMk id="3" creationId="{F9E9654B-D8E5-22CA-371A-57FADD13842B}"/>
          </ac:spMkLst>
        </pc:spChg>
        <pc:spChg chg="add del mod">
          <ac:chgData name="Ronnel D. Palenzuela" userId="27216d6f-a712-48da-bcb2-613e4bc945ac" providerId="ADAL" clId="{16736750-74B4-184C-AACF-97E7E4B9FAA6}" dt="2024-08-11T07:32:02.501" v="903" actId="478"/>
          <ac:spMkLst>
            <pc:docMk/>
            <pc:sldMk cId="4018365145" sldId="269"/>
            <ac:spMk id="10" creationId="{2210EC6B-E565-AE8A-6A22-E5A42BCDC8C6}"/>
          </ac:spMkLst>
        </pc:spChg>
        <pc:picChg chg="add del">
          <ac:chgData name="Ronnel D. Palenzuela" userId="27216d6f-a712-48da-bcb2-613e4bc945ac" providerId="ADAL" clId="{16736750-74B4-184C-AACF-97E7E4B9FAA6}" dt="2024-08-11T07:12:39.765" v="821" actId="478"/>
          <ac:picMkLst>
            <pc:docMk/>
            <pc:sldMk cId="4018365145" sldId="269"/>
            <ac:picMk id="4" creationId="{8DAC9A4B-5053-02D1-90FB-C7079F1A4364}"/>
          </ac:picMkLst>
        </pc:picChg>
        <pc:picChg chg="add del">
          <ac:chgData name="Ronnel D. Palenzuela" userId="27216d6f-a712-48da-bcb2-613e4bc945ac" providerId="ADAL" clId="{16736750-74B4-184C-AACF-97E7E4B9FAA6}" dt="2024-08-11T07:12:39.556" v="820" actId="478"/>
          <ac:picMkLst>
            <pc:docMk/>
            <pc:sldMk cId="4018365145" sldId="269"/>
            <ac:picMk id="5" creationId="{BBAB1D32-E234-CA12-BE46-CDECE16B2766}"/>
          </ac:picMkLst>
        </pc:picChg>
        <pc:picChg chg="add del">
          <ac:chgData name="Ronnel D. Palenzuela" userId="27216d6f-a712-48da-bcb2-613e4bc945ac" providerId="ADAL" clId="{16736750-74B4-184C-AACF-97E7E4B9FAA6}" dt="2024-08-11T07:12:39.082" v="819" actId="478"/>
          <ac:picMkLst>
            <pc:docMk/>
            <pc:sldMk cId="4018365145" sldId="269"/>
            <ac:picMk id="6" creationId="{A1B4DA84-5E5D-50EE-1E64-F68500316F28}"/>
          </ac:picMkLst>
        </pc:picChg>
        <pc:picChg chg="add del mod modCrop">
          <ac:chgData name="Ronnel D. Palenzuela" userId="27216d6f-a712-48da-bcb2-613e4bc945ac" providerId="ADAL" clId="{16736750-74B4-184C-AACF-97E7E4B9FAA6}" dt="2024-08-11T07:25:14.336" v="838" actId="478"/>
          <ac:picMkLst>
            <pc:docMk/>
            <pc:sldMk cId="4018365145" sldId="269"/>
            <ac:picMk id="7" creationId="{24E2E089-CDE5-B152-E63B-AF3B2C77DA83}"/>
          </ac:picMkLst>
        </pc:picChg>
        <pc:picChg chg="add mod">
          <ac:chgData name="Ronnel D. Palenzuela" userId="27216d6f-a712-48da-bcb2-613e4bc945ac" providerId="ADAL" clId="{16736750-74B4-184C-AACF-97E7E4B9FAA6}" dt="2024-08-11T07:44:45.826" v="980" actId="1076"/>
          <ac:picMkLst>
            <pc:docMk/>
            <pc:sldMk cId="4018365145" sldId="269"/>
            <ac:picMk id="8" creationId="{0B4C34F2-2634-FB62-A93A-843DDDFAA85D}"/>
          </ac:picMkLst>
        </pc:picChg>
        <pc:picChg chg="add mod">
          <ac:chgData name="Ronnel D. Palenzuela" userId="27216d6f-a712-48da-bcb2-613e4bc945ac" providerId="ADAL" clId="{16736750-74B4-184C-AACF-97E7E4B9FAA6}" dt="2024-08-11T07:44:44.353" v="979" actId="1076"/>
          <ac:picMkLst>
            <pc:docMk/>
            <pc:sldMk cId="4018365145" sldId="269"/>
            <ac:picMk id="9" creationId="{0A80EF80-4C5E-8CE0-3F3B-ECF4BE782924}"/>
          </ac:picMkLst>
        </pc:picChg>
        <pc:picChg chg="add mod">
          <ac:chgData name="Ronnel D. Palenzuela" userId="27216d6f-a712-48da-bcb2-613e4bc945ac" providerId="ADAL" clId="{16736750-74B4-184C-AACF-97E7E4B9FAA6}" dt="2024-08-11T07:44:59.535" v="983" actId="1076"/>
          <ac:picMkLst>
            <pc:docMk/>
            <pc:sldMk cId="4018365145" sldId="269"/>
            <ac:picMk id="11" creationId="{366A9246-6DE2-2DC2-8255-E647DD2BB3B9}"/>
          </ac:picMkLst>
        </pc:picChg>
        <pc:picChg chg="add mod">
          <ac:chgData name="Ronnel D. Palenzuela" userId="27216d6f-a712-48da-bcb2-613e4bc945ac" providerId="ADAL" clId="{16736750-74B4-184C-AACF-97E7E4B9FAA6}" dt="2024-08-11T07:44:56.447" v="982" actId="1076"/>
          <ac:picMkLst>
            <pc:docMk/>
            <pc:sldMk cId="4018365145" sldId="269"/>
            <ac:picMk id="12" creationId="{26BABAC0-44F4-586F-DED0-718E3F89CC72}"/>
          </ac:picMkLst>
        </pc:picChg>
      </pc:sldChg>
      <pc:sldChg chg="addSp delSp modSp add mod modNotesTx">
        <pc:chgData name="Ronnel D. Palenzuela" userId="27216d6f-a712-48da-bcb2-613e4bc945ac" providerId="ADAL" clId="{16736750-74B4-184C-AACF-97E7E4B9FAA6}" dt="2024-08-11T08:05:47.119" v="1143" actId="20577"/>
        <pc:sldMkLst>
          <pc:docMk/>
          <pc:sldMk cId="1107698705" sldId="270"/>
        </pc:sldMkLst>
        <pc:spChg chg="mod">
          <ac:chgData name="Ronnel D. Palenzuela" userId="27216d6f-a712-48da-bcb2-613e4bc945ac" providerId="ADAL" clId="{16736750-74B4-184C-AACF-97E7E4B9FAA6}" dt="2024-08-11T07:46:29.276" v="985"/>
          <ac:spMkLst>
            <pc:docMk/>
            <pc:sldMk cId="1107698705" sldId="270"/>
            <ac:spMk id="2" creationId="{1FD87645-D8E6-23DE-A822-448BF1054783}"/>
          </ac:spMkLst>
        </pc:spChg>
        <pc:spChg chg="mod">
          <ac:chgData name="Ronnel D. Palenzuela" userId="27216d6f-a712-48da-bcb2-613e4bc945ac" providerId="ADAL" clId="{16736750-74B4-184C-AACF-97E7E4B9FAA6}" dt="2024-08-11T08:05:47.119" v="1143" actId="20577"/>
          <ac:spMkLst>
            <pc:docMk/>
            <pc:sldMk cId="1107698705" sldId="270"/>
            <ac:spMk id="3" creationId="{F9E9654B-D8E5-22CA-371A-57FADD13842B}"/>
          </ac:spMkLst>
        </pc:spChg>
        <pc:spChg chg="add del">
          <ac:chgData name="Ronnel D. Palenzuela" userId="27216d6f-a712-48da-bcb2-613e4bc945ac" providerId="ADAL" clId="{16736750-74B4-184C-AACF-97E7E4B9FAA6}" dt="2024-08-11T07:47:33" v="994" actId="22"/>
          <ac:spMkLst>
            <pc:docMk/>
            <pc:sldMk cId="1107698705" sldId="270"/>
            <ac:spMk id="5" creationId="{0260329E-59D7-30D5-FD3B-CA26C6DA4CC2}"/>
          </ac:spMkLst>
        </pc:spChg>
        <pc:picChg chg="add del mod">
          <ac:chgData name="Ronnel D. Palenzuela" userId="27216d6f-a712-48da-bcb2-613e4bc945ac" providerId="ADAL" clId="{16736750-74B4-184C-AACF-97E7E4B9FAA6}" dt="2024-08-11T08:04:21.279" v="1113" actId="478"/>
          <ac:picMkLst>
            <pc:docMk/>
            <pc:sldMk cId="1107698705" sldId="270"/>
            <ac:picMk id="6" creationId="{F6F0913D-5280-6557-E0D6-37177696C3FE}"/>
          </ac:picMkLst>
        </pc:picChg>
        <pc:picChg chg="add del mod">
          <ac:chgData name="Ronnel D. Palenzuela" userId="27216d6f-a712-48da-bcb2-613e4bc945ac" providerId="ADAL" clId="{16736750-74B4-184C-AACF-97E7E4B9FAA6}" dt="2024-08-11T08:04:30.393" v="1121" actId="478"/>
          <ac:picMkLst>
            <pc:docMk/>
            <pc:sldMk cId="1107698705" sldId="270"/>
            <ac:picMk id="7" creationId="{73AC98AD-0135-55B1-7582-41B411BF169A}"/>
          </ac:picMkLst>
        </pc:picChg>
        <pc:picChg chg="del">
          <ac:chgData name="Ronnel D. Palenzuela" userId="27216d6f-a712-48da-bcb2-613e4bc945ac" providerId="ADAL" clId="{16736750-74B4-184C-AACF-97E7E4B9FAA6}" dt="2024-08-11T07:46:30.576" v="986" actId="478"/>
          <ac:picMkLst>
            <pc:docMk/>
            <pc:sldMk cId="1107698705" sldId="270"/>
            <ac:picMk id="8" creationId="{0B4C34F2-2634-FB62-A93A-843DDDFAA85D}"/>
          </ac:picMkLst>
        </pc:picChg>
        <pc:picChg chg="del">
          <ac:chgData name="Ronnel D. Palenzuela" userId="27216d6f-a712-48da-bcb2-613e4bc945ac" providerId="ADAL" clId="{16736750-74B4-184C-AACF-97E7E4B9FAA6}" dt="2024-08-11T07:46:30.931" v="987" actId="478"/>
          <ac:picMkLst>
            <pc:docMk/>
            <pc:sldMk cId="1107698705" sldId="270"/>
            <ac:picMk id="9" creationId="{0A80EF80-4C5E-8CE0-3F3B-ECF4BE782924}"/>
          </ac:picMkLst>
        </pc:picChg>
        <pc:picChg chg="add del mod">
          <ac:chgData name="Ronnel D. Palenzuela" userId="27216d6f-a712-48da-bcb2-613e4bc945ac" providerId="ADAL" clId="{16736750-74B4-184C-AACF-97E7E4B9FAA6}" dt="2024-08-11T08:04:21.761" v="1114" actId="478"/>
          <ac:picMkLst>
            <pc:docMk/>
            <pc:sldMk cId="1107698705" sldId="270"/>
            <ac:picMk id="10" creationId="{FB900905-76C3-10D6-5718-53388A3313CC}"/>
          </ac:picMkLst>
        </pc:picChg>
        <pc:picChg chg="del">
          <ac:chgData name="Ronnel D. Palenzuela" userId="27216d6f-a712-48da-bcb2-613e4bc945ac" providerId="ADAL" clId="{16736750-74B4-184C-AACF-97E7E4B9FAA6}" dt="2024-08-11T07:46:31.747" v="989" actId="478"/>
          <ac:picMkLst>
            <pc:docMk/>
            <pc:sldMk cId="1107698705" sldId="270"/>
            <ac:picMk id="11" creationId="{366A9246-6DE2-2DC2-8255-E647DD2BB3B9}"/>
          </ac:picMkLst>
        </pc:picChg>
        <pc:picChg chg="del">
          <ac:chgData name="Ronnel D. Palenzuela" userId="27216d6f-a712-48da-bcb2-613e4bc945ac" providerId="ADAL" clId="{16736750-74B4-184C-AACF-97E7E4B9FAA6}" dt="2024-08-11T07:46:31.281" v="988" actId="478"/>
          <ac:picMkLst>
            <pc:docMk/>
            <pc:sldMk cId="1107698705" sldId="270"/>
            <ac:picMk id="12" creationId="{26BABAC0-44F4-586F-DED0-718E3F89CC72}"/>
          </ac:picMkLst>
        </pc:picChg>
        <pc:picChg chg="add del mod">
          <ac:chgData name="Ronnel D. Palenzuela" userId="27216d6f-a712-48da-bcb2-613e4bc945ac" providerId="ADAL" clId="{16736750-74B4-184C-AACF-97E7E4B9FAA6}" dt="2024-08-11T08:04:34.244" v="1123" actId="478"/>
          <ac:picMkLst>
            <pc:docMk/>
            <pc:sldMk cId="1107698705" sldId="270"/>
            <ac:picMk id="13" creationId="{40D2E8AD-13B2-4451-835B-FE5BF5DE9D4C}"/>
          </ac:picMkLst>
        </pc:picChg>
        <pc:picChg chg="add mod">
          <ac:chgData name="Ronnel D. Palenzuela" userId="27216d6f-a712-48da-bcb2-613e4bc945ac" providerId="ADAL" clId="{16736750-74B4-184C-AACF-97E7E4B9FAA6}" dt="2024-08-11T08:04:58.108" v="1137" actId="1076"/>
          <ac:picMkLst>
            <pc:docMk/>
            <pc:sldMk cId="1107698705" sldId="270"/>
            <ac:picMk id="14" creationId="{DEEFCEAC-1237-459D-26DA-27A3A5A33B86}"/>
          </ac:picMkLst>
        </pc:picChg>
        <pc:picChg chg="add mod">
          <ac:chgData name="Ronnel D. Palenzuela" userId="27216d6f-a712-48da-bcb2-613e4bc945ac" providerId="ADAL" clId="{16736750-74B4-184C-AACF-97E7E4B9FAA6}" dt="2024-08-11T08:04:59.410" v="1138" actId="1076"/>
          <ac:picMkLst>
            <pc:docMk/>
            <pc:sldMk cId="1107698705" sldId="270"/>
            <ac:picMk id="15" creationId="{A5B516AB-1652-AF5A-4C75-50F95BAF6284}"/>
          </ac:picMkLst>
        </pc:picChg>
      </pc:sldChg>
      <pc:sldChg chg="addSp delSp modSp add mod modNotesTx">
        <pc:chgData name="Ronnel D. Palenzuela" userId="27216d6f-a712-48da-bcb2-613e4bc945ac" providerId="ADAL" clId="{16736750-74B4-184C-AACF-97E7E4B9FAA6}" dt="2024-08-11T08:30:17.053" v="1250" actId="20577"/>
        <pc:sldMkLst>
          <pc:docMk/>
          <pc:sldMk cId="4120804606" sldId="271"/>
        </pc:sldMkLst>
        <pc:spChg chg="mod">
          <ac:chgData name="Ronnel D. Palenzuela" userId="27216d6f-a712-48da-bcb2-613e4bc945ac" providerId="ADAL" clId="{16736750-74B4-184C-AACF-97E7E4B9FAA6}" dt="2024-08-11T08:08:21.681" v="1145"/>
          <ac:spMkLst>
            <pc:docMk/>
            <pc:sldMk cId="4120804606" sldId="271"/>
            <ac:spMk id="2" creationId="{1FD87645-D8E6-23DE-A822-448BF1054783}"/>
          </ac:spMkLst>
        </pc:spChg>
        <pc:spChg chg="mod">
          <ac:chgData name="Ronnel D. Palenzuela" userId="27216d6f-a712-48da-bcb2-613e4bc945ac" providerId="ADAL" clId="{16736750-74B4-184C-AACF-97E7E4B9FAA6}" dt="2024-08-11T08:30:17.053" v="1250" actId="20577"/>
          <ac:spMkLst>
            <pc:docMk/>
            <pc:sldMk cId="4120804606" sldId="271"/>
            <ac:spMk id="3" creationId="{F9E9654B-D8E5-22CA-371A-57FADD13842B}"/>
          </ac:spMkLst>
        </pc:spChg>
        <pc:picChg chg="add del mod">
          <ac:chgData name="Ronnel D. Palenzuela" userId="27216d6f-a712-48da-bcb2-613e4bc945ac" providerId="ADAL" clId="{16736750-74B4-184C-AACF-97E7E4B9FAA6}" dt="2024-08-11T08:09:48.461" v="1154" actId="478"/>
          <ac:picMkLst>
            <pc:docMk/>
            <pc:sldMk cId="4120804606" sldId="271"/>
            <ac:picMk id="4" creationId="{05CF3097-3CF3-75ED-05FC-9536932B2EE9}"/>
          </ac:picMkLst>
        </pc:picChg>
        <pc:picChg chg="add del mod">
          <ac:chgData name="Ronnel D. Palenzuela" userId="27216d6f-a712-48da-bcb2-613e4bc945ac" providerId="ADAL" clId="{16736750-74B4-184C-AACF-97E7E4B9FAA6}" dt="2024-08-11T08:18:17.760" v="1203" actId="478"/>
          <ac:picMkLst>
            <pc:docMk/>
            <pc:sldMk cId="4120804606" sldId="271"/>
            <ac:picMk id="5" creationId="{665C9A19-3821-78C6-FC0A-487058CA88E4}"/>
          </ac:picMkLst>
        </pc:picChg>
        <pc:picChg chg="add del mod">
          <ac:chgData name="Ronnel D. Palenzuela" userId="27216d6f-a712-48da-bcb2-613e4bc945ac" providerId="ADAL" clId="{16736750-74B4-184C-AACF-97E7E4B9FAA6}" dt="2024-08-11T08:18:10.881" v="1199" actId="478"/>
          <ac:picMkLst>
            <pc:docMk/>
            <pc:sldMk cId="4120804606" sldId="271"/>
            <ac:picMk id="6" creationId="{571E8300-9783-5EBD-3CC8-5324DBDFD52C}"/>
          </ac:picMkLst>
        </pc:picChg>
        <pc:picChg chg="add del mod">
          <ac:chgData name="Ronnel D. Palenzuela" userId="27216d6f-a712-48da-bcb2-613e4bc945ac" providerId="ADAL" clId="{16736750-74B4-184C-AACF-97E7E4B9FAA6}" dt="2024-08-11T08:19:22.200" v="1207" actId="478"/>
          <ac:picMkLst>
            <pc:docMk/>
            <pc:sldMk cId="4120804606" sldId="271"/>
            <ac:picMk id="7" creationId="{28745F73-0D36-24F7-98C0-E083AC4F1A88}"/>
          </ac:picMkLst>
        </pc:picChg>
        <pc:picChg chg="add mod">
          <ac:chgData name="Ronnel D. Palenzuela" userId="27216d6f-a712-48da-bcb2-613e4bc945ac" providerId="ADAL" clId="{16736750-74B4-184C-AACF-97E7E4B9FAA6}" dt="2024-08-11T08:28:37.501" v="1248" actId="1076"/>
          <ac:picMkLst>
            <pc:docMk/>
            <pc:sldMk cId="4120804606" sldId="271"/>
            <ac:picMk id="8" creationId="{762CEDE9-A9D3-C688-E605-DC73BE380267}"/>
          </ac:picMkLst>
        </pc:picChg>
        <pc:picChg chg="add del mod">
          <ac:chgData name="Ronnel D. Palenzuela" userId="27216d6f-a712-48da-bcb2-613e4bc945ac" providerId="ADAL" clId="{16736750-74B4-184C-AACF-97E7E4B9FAA6}" dt="2024-08-11T08:21:51.715" v="1233" actId="478"/>
          <ac:picMkLst>
            <pc:docMk/>
            <pc:sldMk cId="4120804606" sldId="271"/>
            <ac:picMk id="9" creationId="{B6DAC2B0-EC1A-2208-6BFC-EAB9EA85DF1C}"/>
          </ac:picMkLst>
        </pc:picChg>
        <pc:picChg chg="add mod">
          <ac:chgData name="Ronnel D. Palenzuela" userId="27216d6f-a712-48da-bcb2-613e4bc945ac" providerId="ADAL" clId="{16736750-74B4-184C-AACF-97E7E4B9FAA6}" dt="2024-08-11T08:28:33.027" v="1244" actId="1076"/>
          <ac:picMkLst>
            <pc:docMk/>
            <pc:sldMk cId="4120804606" sldId="271"/>
            <ac:picMk id="11" creationId="{14161C46-4147-A2BC-6E6B-03C93F3A5393}"/>
          </ac:picMkLst>
        </pc:picChg>
        <pc:picChg chg="del">
          <ac:chgData name="Ronnel D. Palenzuela" userId="27216d6f-a712-48da-bcb2-613e4bc945ac" providerId="ADAL" clId="{16736750-74B4-184C-AACF-97E7E4B9FAA6}" dt="2024-08-11T08:08:26.254" v="1146" actId="478"/>
          <ac:picMkLst>
            <pc:docMk/>
            <pc:sldMk cId="4120804606" sldId="271"/>
            <ac:picMk id="14" creationId="{DEEFCEAC-1237-459D-26DA-27A3A5A33B86}"/>
          </ac:picMkLst>
        </pc:picChg>
        <pc:picChg chg="del">
          <ac:chgData name="Ronnel D. Palenzuela" userId="27216d6f-a712-48da-bcb2-613e4bc945ac" providerId="ADAL" clId="{16736750-74B4-184C-AACF-97E7E4B9FAA6}" dt="2024-08-11T08:08:26.809" v="1147" actId="478"/>
          <ac:picMkLst>
            <pc:docMk/>
            <pc:sldMk cId="4120804606" sldId="271"/>
            <ac:picMk id="15" creationId="{A5B516AB-1652-AF5A-4C75-50F95BAF6284}"/>
          </ac:picMkLst>
        </pc:picChg>
      </pc:sldChg>
      <pc:sldChg chg="addSp delSp modSp add mod modNotesTx">
        <pc:chgData name="Ronnel D. Palenzuela" userId="27216d6f-a712-48da-bcb2-613e4bc945ac" providerId="ADAL" clId="{16736750-74B4-184C-AACF-97E7E4B9FAA6}" dt="2024-08-11T08:38:43.052" v="1339" actId="20577"/>
        <pc:sldMkLst>
          <pc:docMk/>
          <pc:sldMk cId="2005021045" sldId="272"/>
        </pc:sldMkLst>
        <pc:spChg chg="mod">
          <ac:chgData name="Ronnel D. Palenzuela" userId="27216d6f-a712-48da-bcb2-613e4bc945ac" providerId="ADAL" clId="{16736750-74B4-184C-AACF-97E7E4B9FAA6}" dt="2024-08-11T08:33:35.166" v="1280" actId="20577"/>
          <ac:spMkLst>
            <pc:docMk/>
            <pc:sldMk cId="2005021045" sldId="272"/>
            <ac:spMk id="2" creationId="{1FD87645-D8E6-23DE-A822-448BF1054783}"/>
          </ac:spMkLst>
        </pc:spChg>
        <pc:spChg chg="mod">
          <ac:chgData name="Ronnel D. Palenzuela" userId="27216d6f-a712-48da-bcb2-613e4bc945ac" providerId="ADAL" clId="{16736750-74B4-184C-AACF-97E7E4B9FAA6}" dt="2024-08-11T08:38:43.052" v="1339" actId="20577"/>
          <ac:spMkLst>
            <pc:docMk/>
            <pc:sldMk cId="2005021045" sldId="272"/>
            <ac:spMk id="3" creationId="{F9E9654B-D8E5-22CA-371A-57FADD13842B}"/>
          </ac:spMkLst>
        </pc:spChg>
        <pc:picChg chg="add mod">
          <ac:chgData name="Ronnel D. Palenzuela" userId="27216d6f-a712-48da-bcb2-613e4bc945ac" providerId="ADAL" clId="{16736750-74B4-184C-AACF-97E7E4B9FAA6}" dt="2024-08-11T08:38:33.161" v="1335" actId="1076"/>
          <ac:picMkLst>
            <pc:docMk/>
            <pc:sldMk cId="2005021045" sldId="272"/>
            <ac:picMk id="4" creationId="{C58E0955-A6E5-3DF9-60B5-434CA13B5223}"/>
          </ac:picMkLst>
        </pc:picChg>
        <pc:picChg chg="add mod">
          <ac:chgData name="Ronnel D. Palenzuela" userId="27216d6f-a712-48da-bcb2-613e4bc945ac" providerId="ADAL" clId="{16736750-74B4-184C-AACF-97E7E4B9FAA6}" dt="2024-08-11T08:38:22.972" v="1329" actId="1076"/>
          <ac:picMkLst>
            <pc:docMk/>
            <pc:sldMk cId="2005021045" sldId="272"/>
            <ac:picMk id="5" creationId="{011B8271-BC30-5D9C-4A14-C6A2BD722232}"/>
          </ac:picMkLst>
        </pc:picChg>
        <pc:picChg chg="add mod">
          <ac:chgData name="Ronnel D. Palenzuela" userId="27216d6f-a712-48da-bcb2-613e4bc945ac" providerId="ADAL" clId="{16736750-74B4-184C-AACF-97E7E4B9FAA6}" dt="2024-08-11T08:38:30.888" v="1333" actId="1076"/>
          <ac:picMkLst>
            <pc:docMk/>
            <pc:sldMk cId="2005021045" sldId="272"/>
            <ac:picMk id="6" creationId="{7318861F-9B77-C07E-C1CE-32F286B82B60}"/>
          </ac:picMkLst>
        </pc:picChg>
        <pc:picChg chg="add mod">
          <ac:chgData name="Ronnel D. Palenzuela" userId="27216d6f-a712-48da-bcb2-613e4bc945ac" providerId="ADAL" clId="{16736750-74B4-184C-AACF-97E7E4B9FAA6}" dt="2024-08-11T08:38:32.013" v="1334" actId="1076"/>
          <ac:picMkLst>
            <pc:docMk/>
            <pc:sldMk cId="2005021045" sldId="272"/>
            <ac:picMk id="7" creationId="{C8697425-57CC-FF65-50F6-27D241D928DA}"/>
          </ac:picMkLst>
        </pc:picChg>
        <pc:picChg chg="del">
          <ac:chgData name="Ronnel D. Palenzuela" userId="27216d6f-a712-48da-bcb2-613e4bc945ac" providerId="ADAL" clId="{16736750-74B4-184C-AACF-97E7E4B9FAA6}" dt="2024-08-11T08:30:57.107" v="1253" actId="478"/>
          <ac:picMkLst>
            <pc:docMk/>
            <pc:sldMk cId="2005021045" sldId="272"/>
            <ac:picMk id="8" creationId="{762CEDE9-A9D3-C688-E605-DC73BE380267}"/>
          </ac:picMkLst>
        </pc:picChg>
        <pc:picChg chg="del">
          <ac:chgData name="Ronnel D. Palenzuela" userId="27216d6f-a712-48da-bcb2-613e4bc945ac" providerId="ADAL" clId="{16736750-74B4-184C-AACF-97E7E4B9FAA6}" dt="2024-08-11T08:30:57.503" v="1254" actId="478"/>
          <ac:picMkLst>
            <pc:docMk/>
            <pc:sldMk cId="2005021045" sldId="272"/>
            <ac:picMk id="11" creationId="{14161C46-4147-A2BC-6E6B-03C93F3A5393}"/>
          </ac:picMkLst>
        </pc:picChg>
      </pc:sldChg>
      <pc:sldChg chg="addSp delSp modSp add mod modNotesTx">
        <pc:chgData name="Ronnel D. Palenzuela" userId="27216d6f-a712-48da-bcb2-613e4bc945ac" providerId="ADAL" clId="{16736750-74B4-184C-AACF-97E7E4B9FAA6}" dt="2024-08-11T09:34:36.582" v="1494" actId="207"/>
        <pc:sldMkLst>
          <pc:docMk/>
          <pc:sldMk cId="716507679" sldId="273"/>
        </pc:sldMkLst>
        <pc:spChg chg="mod">
          <ac:chgData name="Ronnel D. Palenzuela" userId="27216d6f-a712-48da-bcb2-613e4bc945ac" providerId="ADAL" clId="{16736750-74B4-184C-AACF-97E7E4B9FAA6}" dt="2024-08-11T09:27:17.626" v="1447"/>
          <ac:spMkLst>
            <pc:docMk/>
            <pc:sldMk cId="716507679" sldId="273"/>
            <ac:spMk id="2" creationId="{1FD87645-D8E6-23DE-A822-448BF1054783}"/>
          </ac:spMkLst>
        </pc:spChg>
        <pc:spChg chg="mod">
          <ac:chgData name="Ronnel D. Palenzuela" userId="27216d6f-a712-48da-bcb2-613e4bc945ac" providerId="ADAL" clId="{16736750-74B4-184C-AACF-97E7E4B9FAA6}" dt="2024-08-11T09:34:36.582" v="1494" actId="207"/>
          <ac:spMkLst>
            <pc:docMk/>
            <pc:sldMk cId="716507679" sldId="273"/>
            <ac:spMk id="3" creationId="{F9E9654B-D8E5-22CA-371A-57FADD13842B}"/>
          </ac:spMkLst>
        </pc:spChg>
        <pc:picChg chg="del">
          <ac:chgData name="Ronnel D. Palenzuela" userId="27216d6f-a712-48da-bcb2-613e4bc945ac" providerId="ADAL" clId="{16736750-74B4-184C-AACF-97E7E4B9FAA6}" dt="2024-08-11T08:41:45.309" v="1346" actId="478"/>
          <ac:picMkLst>
            <pc:docMk/>
            <pc:sldMk cId="716507679" sldId="273"/>
            <ac:picMk id="4" creationId="{C58E0955-A6E5-3DF9-60B5-434CA13B5223}"/>
          </ac:picMkLst>
        </pc:picChg>
        <pc:picChg chg="del">
          <ac:chgData name="Ronnel D. Palenzuela" userId="27216d6f-a712-48da-bcb2-613e4bc945ac" providerId="ADAL" clId="{16736750-74B4-184C-AACF-97E7E4B9FAA6}" dt="2024-08-11T08:41:44.959" v="1345" actId="478"/>
          <ac:picMkLst>
            <pc:docMk/>
            <pc:sldMk cId="716507679" sldId="273"/>
            <ac:picMk id="5" creationId="{011B8271-BC30-5D9C-4A14-C6A2BD722232}"/>
          </ac:picMkLst>
        </pc:picChg>
        <pc:picChg chg="del">
          <ac:chgData name="Ronnel D. Palenzuela" userId="27216d6f-a712-48da-bcb2-613e4bc945ac" providerId="ADAL" clId="{16736750-74B4-184C-AACF-97E7E4B9FAA6}" dt="2024-08-11T08:41:44.691" v="1344" actId="478"/>
          <ac:picMkLst>
            <pc:docMk/>
            <pc:sldMk cId="716507679" sldId="273"/>
            <ac:picMk id="6" creationId="{7318861F-9B77-C07E-C1CE-32F286B82B60}"/>
          </ac:picMkLst>
        </pc:picChg>
        <pc:picChg chg="del">
          <ac:chgData name="Ronnel D. Palenzuela" userId="27216d6f-a712-48da-bcb2-613e4bc945ac" providerId="ADAL" clId="{16736750-74B4-184C-AACF-97E7E4B9FAA6}" dt="2024-08-11T08:41:44.331" v="1343" actId="478"/>
          <ac:picMkLst>
            <pc:docMk/>
            <pc:sldMk cId="716507679" sldId="273"/>
            <ac:picMk id="7" creationId="{C8697425-57CC-FF65-50F6-27D241D928DA}"/>
          </ac:picMkLst>
        </pc:picChg>
        <pc:picChg chg="add mod">
          <ac:chgData name="Ronnel D. Palenzuela" userId="27216d6f-a712-48da-bcb2-613e4bc945ac" providerId="ADAL" clId="{16736750-74B4-184C-AACF-97E7E4B9FAA6}" dt="2024-08-11T09:33:19.257" v="1478" actId="1076"/>
          <ac:picMkLst>
            <pc:docMk/>
            <pc:sldMk cId="716507679" sldId="273"/>
            <ac:picMk id="8" creationId="{6A41232A-1391-85E0-E984-111E1B99BCB9}"/>
          </ac:picMkLst>
        </pc:picChg>
        <pc:picChg chg="add mod">
          <ac:chgData name="Ronnel D. Palenzuela" userId="27216d6f-a712-48da-bcb2-613e4bc945ac" providerId="ADAL" clId="{16736750-74B4-184C-AACF-97E7E4B9FAA6}" dt="2024-08-11T09:33:17.730" v="1477" actId="1076"/>
          <ac:picMkLst>
            <pc:docMk/>
            <pc:sldMk cId="716507679" sldId="273"/>
            <ac:picMk id="9" creationId="{EC279DBC-B987-F36B-2CF3-861842904062}"/>
          </ac:picMkLst>
        </pc:picChg>
      </pc:sldChg>
      <pc:sldChg chg="modSp add del mod">
        <pc:chgData name="Ronnel D. Palenzuela" userId="27216d6f-a712-48da-bcb2-613e4bc945ac" providerId="ADAL" clId="{16736750-74B4-184C-AACF-97E7E4B9FAA6}" dt="2024-08-11T09:23:48.477" v="1385" actId="2696"/>
        <pc:sldMkLst>
          <pc:docMk/>
          <pc:sldMk cId="1830806133" sldId="274"/>
        </pc:sldMkLst>
        <pc:spChg chg="mod">
          <ac:chgData name="Ronnel D. Palenzuela" userId="27216d6f-a712-48da-bcb2-613e4bc945ac" providerId="ADAL" clId="{16736750-74B4-184C-AACF-97E7E4B9FAA6}" dt="2024-08-11T09:23:37.355" v="1382" actId="1076"/>
          <ac:spMkLst>
            <pc:docMk/>
            <pc:sldMk cId="1830806133" sldId="274"/>
            <ac:spMk id="2" creationId="{1FD87645-D8E6-23DE-A822-448BF1054783}"/>
          </ac:spMkLst>
        </pc:spChg>
      </pc:sldChg>
      <pc:sldChg chg="addSp delSp modSp new add del mod modShow">
        <pc:chgData name="Ronnel D. Palenzuela" userId="27216d6f-a712-48da-bcb2-613e4bc945ac" providerId="ADAL" clId="{16736750-74B4-184C-AACF-97E7E4B9FAA6}" dt="2024-08-12T01:08:08.349" v="2627" actId="478"/>
        <pc:sldMkLst>
          <pc:docMk/>
          <pc:sldMk cId="4070147815" sldId="275"/>
        </pc:sldMkLst>
        <pc:spChg chg="mod">
          <ac:chgData name="Ronnel D. Palenzuela" userId="27216d6f-a712-48da-bcb2-613e4bc945ac" providerId="ADAL" clId="{16736750-74B4-184C-AACF-97E7E4B9FAA6}" dt="2024-08-11T09:23:54.422" v="1398" actId="207"/>
          <ac:spMkLst>
            <pc:docMk/>
            <pc:sldMk cId="4070147815" sldId="275"/>
            <ac:spMk id="2" creationId="{72D16057-EC3B-FB8F-5DA4-3B5CAD5F2095}"/>
          </ac:spMkLst>
        </pc:spChg>
        <pc:spChg chg="del">
          <ac:chgData name="Ronnel D. Palenzuela" userId="27216d6f-a712-48da-bcb2-613e4bc945ac" providerId="ADAL" clId="{16736750-74B4-184C-AACF-97E7E4B9FAA6}" dt="2024-08-11T09:25:00.857" v="1434" actId="478"/>
          <ac:spMkLst>
            <pc:docMk/>
            <pc:sldMk cId="4070147815" sldId="275"/>
            <ac:spMk id="3" creationId="{61C2E07B-D7DC-27D2-F796-78B79090AD46}"/>
          </ac:spMkLst>
        </pc:spChg>
        <pc:spChg chg="del mod">
          <ac:chgData name="Ronnel D. Palenzuela" userId="27216d6f-a712-48da-bcb2-613e4bc945ac" providerId="ADAL" clId="{16736750-74B4-184C-AACF-97E7E4B9FAA6}" dt="2024-08-11T09:25:04.168" v="1436" actId="478"/>
          <ac:spMkLst>
            <pc:docMk/>
            <pc:sldMk cId="4070147815" sldId="275"/>
            <ac:spMk id="4" creationId="{BFAA05E5-3AFA-16A4-35BE-E3698034E94A}"/>
          </ac:spMkLst>
        </pc:spChg>
        <pc:spChg chg="del">
          <ac:chgData name="Ronnel D. Palenzuela" userId="27216d6f-a712-48da-bcb2-613e4bc945ac" providerId="ADAL" clId="{16736750-74B4-184C-AACF-97E7E4B9FAA6}" dt="2024-08-11T09:25:02.528" v="1435" actId="478"/>
          <ac:spMkLst>
            <pc:docMk/>
            <pc:sldMk cId="4070147815" sldId="275"/>
            <ac:spMk id="5" creationId="{9090BE7E-E541-40F4-CAB7-4ED9ED41B3E7}"/>
          </ac:spMkLst>
        </pc:spChg>
        <pc:spChg chg="del">
          <ac:chgData name="Ronnel D. Palenzuela" userId="27216d6f-a712-48da-bcb2-613e4bc945ac" providerId="ADAL" clId="{16736750-74B4-184C-AACF-97E7E4B9FAA6}" dt="2024-08-11T09:25:06.438" v="1437" actId="478"/>
          <ac:spMkLst>
            <pc:docMk/>
            <pc:sldMk cId="4070147815" sldId="275"/>
            <ac:spMk id="6" creationId="{AAD5694D-5962-5E7B-910A-644A4450844C}"/>
          </ac:spMkLst>
        </pc:spChg>
        <pc:picChg chg="add mod">
          <ac:chgData name="Ronnel D. Palenzuela" userId="27216d6f-a712-48da-bcb2-613e4bc945ac" providerId="ADAL" clId="{16736750-74B4-184C-AACF-97E7E4B9FAA6}" dt="2024-08-11T09:25:08.382" v="1439" actId="1076"/>
          <ac:picMkLst>
            <pc:docMk/>
            <pc:sldMk cId="4070147815" sldId="275"/>
            <ac:picMk id="7" creationId="{99864649-FA50-6FFA-B187-2476F03C0B8A}"/>
          </ac:picMkLst>
        </pc:picChg>
        <pc:picChg chg="add mod">
          <ac:chgData name="Ronnel D. Palenzuela" userId="27216d6f-a712-48da-bcb2-613e4bc945ac" providerId="ADAL" clId="{16736750-74B4-184C-AACF-97E7E4B9FAA6}" dt="2024-08-11T09:25:23.798" v="1441" actId="1076"/>
          <ac:picMkLst>
            <pc:docMk/>
            <pc:sldMk cId="4070147815" sldId="275"/>
            <ac:picMk id="8" creationId="{D3D96A7B-3E18-8096-4822-82F2190AA200}"/>
          </ac:picMkLst>
        </pc:picChg>
        <pc:picChg chg="add mod">
          <ac:chgData name="Ronnel D. Palenzuela" userId="27216d6f-a712-48da-bcb2-613e4bc945ac" providerId="ADAL" clId="{16736750-74B4-184C-AACF-97E7E4B9FAA6}" dt="2024-08-11T09:26:15.599" v="1444" actId="1076"/>
          <ac:picMkLst>
            <pc:docMk/>
            <pc:sldMk cId="4070147815" sldId="275"/>
            <ac:picMk id="9" creationId="{DC8ADF69-4686-1FA6-97CE-7E914C4105AC}"/>
          </ac:picMkLst>
        </pc:picChg>
        <pc:picChg chg="add del mod">
          <ac:chgData name="Ronnel D. Palenzuela" userId="27216d6f-a712-48da-bcb2-613e4bc945ac" providerId="ADAL" clId="{16736750-74B4-184C-AACF-97E7E4B9FAA6}" dt="2024-08-12T01:08:08.349" v="2627" actId="478"/>
          <ac:picMkLst>
            <pc:docMk/>
            <pc:sldMk cId="4070147815" sldId="275"/>
            <ac:picMk id="10" creationId="{D6F205F6-07AF-131A-C9BC-55B5083256ED}"/>
          </ac:picMkLst>
        </pc:picChg>
      </pc:sldChg>
      <pc:sldChg chg="addSp delSp modSp add mod modNotesTx">
        <pc:chgData name="Ronnel D. Palenzuela" userId="27216d6f-a712-48da-bcb2-613e4bc945ac" providerId="ADAL" clId="{16736750-74B4-184C-AACF-97E7E4B9FAA6}" dt="2024-08-11T09:37:58.074" v="1526" actId="20577"/>
        <pc:sldMkLst>
          <pc:docMk/>
          <pc:sldMk cId="3621742425" sldId="276"/>
        </pc:sldMkLst>
        <pc:spChg chg="mod">
          <ac:chgData name="Ronnel D. Palenzuela" userId="27216d6f-a712-48da-bcb2-613e4bc945ac" providerId="ADAL" clId="{16736750-74B4-184C-AACF-97E7E4B9FAA6}" dt="2024-08-11T09:36:08.788" v="1507"/>
          <ac:spMkLst>
            <pc:docMk/>
            <pc:sldMk cId="3621742425" sldId="276"/>
            <ac:spMk id="2" creationId="{1FD87645-D8E6-23DE-A822-448BF1054783}"/>
          </ac:spMkLst>
        </pc:spChg>
        <pc:spChg chg="mod">
          <ac:chgData name="Ronnel D. Palenzuela" userId="27216d6f-a712-48da-bcb2-613e4bc945ac" providerId="ADAL" clId="{16736750-74B4-184C-AACF-97E7E4B9FAA6}" dt="2024-08-11T09:37:58.074" v="1526" actId="20577"/>
          <ac:spMkLst>
            <pc:docMk/>
            <pc:sldMk cId="3621742425" sldId="276"/>
            <ac:spMk id="3" creationId="{F9E9654B-D8E5-22CA-371A-57FADD13842B}"/>
          </ac:spMkLst>
        </pc:spChg>
        <pc:picChg chg="add mod">
          <ac:chgData name="Ronnel D. Palenzuela" userId="27216d6f-a712-48da-bcb2-613e4bc945ac" providerId="ADAL" clId="{16736750-74B4-184C-AACF-97E7E4B9FAA6}" dt="2024-08-11T09:36:18.848" v="1513" actId="1076"/>
          <ac:picMkLst>
            <pc:docMk/>
            <pc:sldMk cId="3621742425" sldId="276"/>
            <ac:picMk id="4" creationId="{7D236930-8DEA-71E6-6EFE-32878ED88FCB}"/>
          </ac:picMkLst>
        </pc:picChg>
        <pc:picChg chg="add mod">
          <ac:chgData name="Ronnel D. Palenzuela" userId="27216d6f-a712-48da-bcb2-613e4bc945ac" providerId="ADAL" clId="{16736750-74B4-184C-AACF-97E7E4B9FAA6}" dt="2024-08-11T09:36:21.005" v="1514" actId="1076"/>
          <ac:picMkLst>
            <pc:docMk/>
            <pc:sldMk cId="3621742425" sldId="276"/>
            <ac:picMk id="5" creationId="{48A92B06-E8F1-465B-BA38-C701071C2CB0}"/>
          </ac:picMkLst>
        </pc:picChg>
        <pc:picChg chg="del">
          <ac:chgData name="Ronnel D. Palenzuela" userId="27216d6f-a712-48da-bcb2-613e4bc945ac" providerId="ADAL" clId="{16736750-74B4-184C-AACF-97E7E4B9FAA6}" dt="2024-08-11T09:35:36.078" v="1496" actId="478"/>
          <ac:picMkLst>
            <pc:docMk/>
            <pc:sldMk cId="3621742425" sldId="276"/>
            <ac:picMk id="8" creationId="{6A41232A-1391-85E0-E984-111E1B99BCB9}"/>
          </ac:picMkLst>
        </pc:picChg>
        <pc:picChg chg="del">
          <ac:chgData name="Ronnel D. Palenzuela" userId="27216d6f-a712-48da-bcb2-613e4bc945ac" providerId="ADAL" clId="{16736750-74B4-184C-AACF-97E7E4B9FAA6}" dt="2024-08-11T09:35:36.389" v="1497" actId="478"/>
          <ac:picMkLst>
            <pc:docMk/>
            <pc:sldMk cId="3621742425" sldId="276"/>
            <ac:picMk id="9" creationId="{EC279DBC-B987-F36B-2CF3-861842904062}"/>
          </ac:picMkLst>
        </pc:picChg>
      </pc:sldChg>
      <pc:sldChg chg="addSp delSp modSp add del mod modNotesTx">
        <pc:chgData name="Ronnel D. Palenzuela" userId="27216d6f-a712-48da-bcb2-613e4bc945ac" providerId="ADAL" clId="{16736750-74B4-184C-AACF-97E7E4B9FAA6}" dt="2024-08-11T10:21:41.293" v="1630"/>
        <pc:sldMkLst>
          <pc:docMk/>
          <pc:sldMk cId="908275361" sldId="277"/>
        </pc:sldMkLst>
        <pc:spChg chg="mod">
          <ac:chgData name="Ronnel D. Palenzuela" userId="27216d6f-a712-48da-bcb2-613e4bc945ac" providerId="ADAL" clId="{16736750-74B4-184C-AACF-97E7E4B9FAA6}" dt="2024-08-11T10:17:35.535" v="1565" actId="20577"/>
          <ac:spMkLst>
            <pc:docMk/>
            <pc:sldMk cId="908275361" sldId="277"/>
            <ac:spMk id="2" creationId="{1FD87645-D8E6-23DE-A822-448BF1054783}"/>
          </ac:spMkLst>
        </pc:spChg>
        <pc:spChg chg="mod">
          <ac:chgData name="Ronnel D. Palenzuela" userId="27216d6f-a712-48da-bcb2-613e4bc945ac" providerId="ADAL" clId="{16736750-74B4-184C-AACF-97E7E4B9FAA6}" dt="2024-08-11T10:19:03.303" v="1605" actId="207"/>
          <ac:spMkLst>
            <pc:docMk/>
            <pc:sldMk cId="908275361" sldId="277"/>
            <ac:spMk id="3" creationId="{F9E9654B-D8E5-22CA-371A-57FADD13842B}"/>
          </ac:spMkLst>
        </pc:spChg>
        <pc:picChg chg="del">
          <ac:chgData name="Ronnel D. Palenzuela" userId="27216d6f-a712-48da-bcb2-613e4bc945ac" providerId="ADAL" clId="{16736750-74B4-184C-AACF-97E7E4B9FAA6}" dt="2024-08-11T10:12:20.490" v="1529" actId="478"/>
          <ac:picMkLst>
            <pc:docMk/>
            <pc:sldMk cId="908275361" sldId="277"/>
            <ac:picMk id="4" creationId="{7D236930-8DEA-71E6-6EFE-32878ED88FCB}"/>
          </ac:picMkLst>
        </pc:picChg>
        <pc:picChg chg="del">
          <ac:chgData name="Ronnel D. Palenzuela" userId="27216d6f-a712-48da-bcb2-613e4bc945ac" providerId="ADAL" clId="{16736750-74B4-184C-AACF-97E7E4B9FAA6}" dt="2024-08-11T10:12:20.868" v="1530" actId="478"/>
          <ac:picMkLst>
            <pc:docMk/>
            <pc:sldMk cId="908275361" sldId="277"/>
            <ac:picMk id="5" creationId="{48A92B06-E8F1-465B-BA38-C701071C2CB0}"/>
          </ac:picMkLst>
        </pc:picChg>
        <pc:picChg chg="add del mod">
          <ac:chgData name="Ronnel D. Palenzuela" userId="27216d6f-a712-48da-bcb2-613e4bc945ac" providerId="ADAL" clId="{16736750-74B4-184C-AACF-97E7E4B9FAA6}" dt="2024-08-11T10:17:55.266" v="1566" actId="478"/>
          <ac:picMkLst>
            <pc:docMk/>
            <pc:sldMk cId="908275361" sldId="277"/>
            <ac:picMk id="6" creationId="{95424F7C-61E3-7971-3ED3-0E45DFC06ACC}"/>
          </ac:picMkLst>
        </pc:picChg>
        <pc:picChg chg="add mod">
          <ac:chgData name="Ronnel D. Palenzuela" userId="27216d6f-a712-48da-bcb2-613e4bc945ac" providerId="ADAL" clId="{16736750-74B4-184C-AACF-97E7E4B9FAA6}" dt="2024-08-11T10:18:17.368" v="1576" actId="1076"/>
          <ac:picMkLst>
            <pc:docMk/>
            <pc:sldMk cId="908275361" sldId="277"/>
            <ac:picMk id="7" creationId="{9516A05D-894B-7EC0-51E9-33F7A244CA5D}"/>
          </ac:picMkLst>
        </pc:picChg>
        <pc:picChg chg="add mod">
          <ac:chgData name="Ronnel D. Palenzuela" userId="27216d6f-a712-48da-bcb2-613e4bc945ac" providerId="ADAL" clId="{16736750-74B4-184C-AACF-97E7E4B9FAA6}" dt="2024-08-11T10:18:22.970" v="1580" actId="14100"/>
          <ac:picMkLst>
            <pc:docMk/>
            <pc:sldMk cId="908275361" sldId="277"/>
            <ac:picMk id="8" creationId="{597AEF6E-CBAA-343D-A111-EC13F3B7896F}"/>
          </ac:picMkLst>
        </pc:picChg>
      </pc:sldChg>
      <pc:sldChg chg="addSp delSp modSp add mod modNotesTx">
        <pc:chgData name="Ronnel D. Palenzuela" userId="27216d6f-a712-48da-bcb2-613e4bc945ac" providerId="ADAL" clId="{16736750-74B4-184C-AACF-97E7E4B9FAA6}" dt="2024-08-11T10:29:24.402" v="1741" actId="1076"/>
        <pc:sldMkLst>
          <pc:docMk/>
          <pc:sldMk cId="928633288" sldId="278"/>
        </pc:sldMkLst>
        <pc:spChg chg="mod">
          <ac:chgData name="Ronnel D. Palenzuela" userId="27216d6f-a712-48da-bcb2-613e4bc945ac" providerId="ADAL" clId="{16736750-74B4-184C-AACF-97E7E4B9FAA6}" dt="2024-08-11T10:22:14.060" v="1661" actId="20577"/>
          <ac:spMkLst>
            <pc:docMk/>
            <pc:sldMk cId="928633288" sldId="278"/>
            <ac:spMk id="2" creationId="{1FD87645-D8E6-23DE-A822-448BF1054783}"/>
          </ac:spMkLst>
        </pc:spChg>
        <pc:spChg chg="mod">
          <ac:chgData name="Ronnel D. Palenzuela" userId="27216d6f-a712-48da-bcb2-613e4bc945ac" providerId="ADAL" clId="{16736750-74B4-184C-AACF-97E7E4B9FAA6}" dt="2024-08-11T10:28:32.158" v="1730" actId="207"/>
          <ac:spMkLst>
            <pc:docMk/>
            <pc:sldMk cId="928633288" sldId="278"/>
            <ac:spMk id="3" creationId="{F9E9654B-D8E5-22CA-371A-57FADD13842B}"/>
          </ac:spMkLst>
        </pc:spChg>
        <pc:picChg chg="add mod">
          <ac:chgData name="Ronnel D. Palenzuela" userId="27216d6f-a712-48da-bcb2-613e4bc945ac" providerId="ADAL" clId="{16736750-74B4-184C-AACF-97E7E4B9FAA6}" dt="2024-08-11T10:29:23.562" v="1740" actId="1076"/>
          <ac:picMkLst>
            <pc:docMk/>
            <pc:sldMk cId="928633288" sldId="278"/>
            <ac:picMk id="4" creationId="{52F48CE9-2A4C-9BB0-0621-C561F6B91A33}"/>
          </ac:picMkLst>
        </pc:picChg>
        <pc:picChg chg="add mod">
          <ac:chgData name="Ronnel D. Palenzuela" userId="27216d6f-a712-48da-bcb2-613e4bc945ac" providerId="ADAL" clId="{16736750-74B4-184C-AACF-97E7E4B9FAA6}" dt="2024-08-11T10:29:24.402" v="1741" actId="1076"/>
          <ac:picMkLst>
            <pc:docMk/>
            <pc:sldMk cId="928633288" sldId="278"/>
            <ac:picMk id="5" creationId="{59B35BCD-7340-3A02-2CB8-2FBE0A617B62}"/>
          </ac:picMkLst>
        </pc:picChg>
        <pc:picChg chg="del">
          <ac:chgData name="Ronnel D. Palenzuela" userId="27216d6f-a712-48da-bcb2-613e4bc945ac" providerId="ADAL" clId="{16736750-74B4-184C-AACF-97E7E4B9FAA6}" dt="2024-08-11T10:22:22.851" v="1662" actId="478"/>
          <ac:picMkLst>
            <pc:docMk/>
            <pc:sldMk cId="928633288" sldId="278"/>
            <ac:picMk id="7" creationId="{9516A05D-894B-7EC0-51E9-33F7A244CA5D}"/>
          </ac:picMkLst>
        </pc:picChg>
        <pc:picChg chg="del">
          <ac:chgData name="Ronnel D. Palenzuela" userId="27216d6f-a712-48da-bcb2-613e4bc945ac" providerId="ADAL" clId="{16736750-74B4-184C-AACF-97E7E4B9FAA6}" dt="2024-08-11T10:22:24.031" v="1663" actId="478"/>
          <ac:picMkLst>
            <pc:docMk/>
            <pc:sldMk cId="928633288" sldId="278"/>
            <ac:picMk id="8" creationId="{597AEF6E-CBAA-343D-A111-EC13F3B7896F}"/>
          </ac:picMkLst>
        </pc:picChg>
      </pc:sldChg>
      <pc:sldChg chg="addSp delSp modSp add mod modNotesTx">
        <pc:chgData name="Ronnel D. Palenzuela" userId="27216d6f-a712-48da-bcb2-613e4bc945ac" providerId="ADAL" clId="{16736750-74B4-184C-AACF-97E7E4B9FAA6}" dt="2024-08-11T10:50:20.515" v="1826" actId="1076"/>
        <pc:sldMkLst>
          <pc:docMk/>
          <pc:sldMk cId="2220697961" sldId="279"/>
        </pc:sldMkLst>
        <pc:spChg chg="mod">
          <ac:chgData name="Ronnel D. Palenzuela" userId="27216d6f-a712-48da-bcb2-613e4bc945ac" providerId="ADAL" clId="{16736750-74B4-184C-AACF-97E7E4B9FAA6}" dt="2024-08-11T10:33:50.865" v="1743"/>
          <ac:spMkLst>
            <pc:docMk/>
            <pc:sldMk cId="2220697961" sldId="279"/>
            <ac:spMk id="2" creationId="{1FD87645-D8E6-23DE-A822-448BF1054783}"/>
          </ac:spMkLst>
        </pc:spChg>
        <pc:spChg chg="mod">
          <ac:chgData name="Ronnel D. Palenzuela" userId="27216d6f-a712-48da-bcb2-613e4bc945ac" providerId="ADAL" clId="{16736750-74B4-184C-AACF-97E7E4B9FAA6}" dt="2024-08-11T10:36:20.786" v="1790"/>
          <ac:spMkLst>
            <pc:docMk/>
            <pc:sldMk cId="2220697961" sldId="279"/>
            <ac:spMk id="3" creationId="{F9E9654B-D8E5-22CA-371A-57FADD13842B}"/>
          </ac:spMkLst>
        </pc:spChg>
        <pc:picChg chg="del">
          <ac:chgData name="Ronnel D. Palenzuela" userId="27216d6f-a712-48da-bcb2-613e4bc945ac" providerId="ADAL" clId="{16736750-74B4-184C-AACF-97E7E4B9FAA6}" dt="2024-08-11T10:33:52.820" v="1744" actId="478"/>
          <ac:picMkLst>
            <pc:docMk/>
            <pc:sldMk cId="2220697961" sldId="279"/>
            <ac:picMk id="4" creationId="{52F48CE9-2A4C-9BB0-0621-C561F6B91A33}"/>
          </ac:picMkLst>
        </pc:picChg>
        <pc:picChg chg="del">
          <ac:chgData name="Ronnel D. Palenzuela" userId="27216d6f-a712-48da-bcb2-613e4bc945ac" providerId="ADAL" clId="{16736750-74B4-184C-AACF-97E7E4B9FAA6}" dt="2024-08-11T10:33:53.161" v="1745" actId="478"/>
          <ac:picMkLst>
            <pc:docMk/>
            <pc:sldMk cId="2220697961" sldId="279"/>
            <ac:picMk id="5" creationId="{59B35BCD-7340-3A02-2CB8-2FBE0A617B62}"/>
          </ac:picMkLst>
        </pc:picChg>
        <pc:picChg chg="add del mod">
          <ac:chgData name="Ronnel D. Palenzuela" userId="27216d6f-a712-48da-bcb2-613e4bc945ac" providerId="ADAL" clId="{16736750-74B4-184C-AACF-97E7E4B9FAA6}" dt="2024-08-11T10:35:17.454" v="1755" actId="478"/>
          <ac:picMkLst>
            <pc:docMk/>
            <pc:sldMk cId="2220697961" sldId="279"/>
            <ac:picMk id="6" creationId="{444F1BE0-3550-1DD3-6280-D3193130D524}"/>
          </ac:picMkLst>
        </pc:picChg>
        <pc:picChg chg="add mod">
          <ac:chgData name="Ronnel D. Palenzuela" userId="27216d6f-a712-48da-bcb2-613e4bc945ac" providerId="ADAL" clId="{16736750-74B4-184C-AACF-97E7E4B9FAA6}" dt="2024-08-11T10:50:20.515" v="1826" actId="1076"/>
          <ac:picMkLst>
            <pc:docMk/>
            <pc:sldMk cId="2220697961" sldId="279"/>
            <ac:picMk id="7" creationId="{BFD45AA0-5DC9-0774-19EF-195C6A1F5405}"/>
          </ac:picMkLst>
        </pc:picChg>
      </pc:sldChg>
      <pc:sldChg chg="addSp delSp modSp add mod modNotesTx">
        <pc:chgData name="Ronnel D. Palenzuela" userId="27216d6f-a712-48da-bcb2-613e4bc945ac" providerId="ADAL" clId="{16736750-74B4-184C-AACF-97E7E4B9FAA6}" dt="2024-08-11T11:02:07.030" v="1881"/>
        <pc:sldMkLst>
          <pc:docMk/>
          <pc:sldMk cId="2456681114" sldId="280"/>
        </pc:sldMkLst>
        <pc:spChg chg="mod">
          <ac:chgData name="Ronnel D. Palenzuela" userId="27216d6f-a712-48da-bcb2-613e4bc945ac" providerId="ADAL" clId="{16736750-74B4-184C-AACF-97E7E4B9FAA6}" dt="2024-08-11T10:50:13.888" v="1824" actId="20577"/>
          <ac:spMkLst>
            <pc:docMk/>
            <pc:sldMk cId="2456681114" sldId="280"/>
            <ac:spMk id="2" creationId="{1FD87645-D8E6-23DE-A822-448BF1054783}"/>
          </ac:spMkLst>
        </pc:spChg>
        <pc:spChg chg="mod">
          <ac:chgData name="Ronnel D. Palenzuela" userId="27216d6f-a712-48da-bcb2-613e4bc945ac" providerId="ADAL" clId="{16736750-74B4-184C-AACF-97E7E4B9FAA6}" dt="2024-08-11T11:01:42.294" v="1880" actId="27636"/>
          <ac:spMkLst>
            <pc:docMk/>
            <pc:sldMk cId="2456681114" sldId="280"/>
            <ac:spMk id="3" creationId="{F9E9654B-D8E5-22CA-371A-57FADD13842B}"/>
          </ac:spMkLst>
        </pc:spChg>
        <pc:picChg chg="add mod">
          <ac:chgData name="Ronnel D. Palenzuela" userId="27216d6f-a712-48da-bcb2-613e4bc945ac" providerId="ADAL" clId="{16736750-74B4-184C-AACF-97E7E4B9FAA6}" dt="2024-08-11T10:52:05.480" v="1866" actId="1076"/>
          <ac:picMkLst>
            <pc:docMk/>
            <pc:sldMk cId="2456681114" sldId="280"/>
            <ac:picMk id="4" creationId="{73833336-6A94-55AD-10D0-0089D9921599}"/>
          </ac:picMkLst>
        </pc:picChg>
        <pc:picChg chg="add mod">
          <ac:chgData name="Ronnel D. Palenzuela" userId="27216d6f-a712-48da-bcb2-613e4bc945ac" providerId="ADAL" clId="{16736750-74B4-184C-AACF-97E7E4B9FAA6}" dt="2024-08-11T10:52:07.011" v="1867" actId="1076"/>
          <ac:picMkLst>
            <pc:docMk/>
            <pc:sldMk cId="2456681114" sldId="280"/>
            <ac:picMk id="5" creationId="{A413D30E-4FEC-659F-7A93-6D8C19127C82}"/>
          </ac:picMkLst>
        </pc:picChg>
        <pc:picChg chg="del">
          <ac:chgData name="Ronnel D. Palenzuela" userId="27216d6f-a712-48da-bcb2-613e4bc945ac" providerId="ADAL" clId="{16736750-74B4-184C-AACF-97E7E4B9FAA6}" dt="2024-08-11T10:50:15.693" v="1825" actId="478"/>
          <ac:picMkLst>
            <pc:docMk/>
            <pc:sldMk cId="2456681114" sldId="280"/>
            <ac:picMk id="7" creationId="{BFD45AA0-5DC9-0774-19EF-195C6A1F5405}"/>
          </ac:picMkLst>
        </pc:picChg>
      </pc:sldChg>
      <pc:sldChg chg="addSp delSp modSp add mod modNotesTx">
        <pc:chgData name="Ronnel D. Palenzuela" userId="27216d6f-a712-48da-bcb2-613e4bc945ac" providerId="ADAL" clId="{16736750-74B4-184C-AACF-97E7E4B9FAA6}" dt="2024-08-11T11:25:32.352" v="2048" actId="1076"/>
        <pc:sldMkLst>
          <pc:docMk/>
          <pc:sldMk cId="1557213172" sldId="281"/>
        </pc:sldMkLst>
        <pc:spChg chg="mod">
          <ac:chgData name="Ronnel D. Palenzuela" userId="27216d6f-a712-48da-bcb2-613e4bc945ac" providerId="ADAL" clId="{16736750-74B4-184C-AACF-97E7E4B9FAA6}" dt="2024-08-11T11:15:51.541" v="1975" actId="20577"/>
          <ac:spMkLst>
            <pc:docMk/>
            <pc:sldMk cId="1557213172" sldId="281"/>
            <ac:spMk id="2" creationId="{1FD87645-D8E6-23DE-A822-448BF1054783}"/>
          </ac:spMkLst>
        </pc:spChg>
        <pc:spChg chg="mod">
          <ac:chgData name="Ronnel D. Palenzuela" userId="27216d6f-a712-48da-bcb2-613e4bc945ac" providerId="ADAL" clId="{16736750-74B4-184C-AACF-97E7E4B9FAA6}" dt="2024-08-11T11:16:45.122" v="2003" actId="207"/>
          <ac:spMkLst>
            <pc:docMk/>
            <pc:sldMk cId="1557213172" sldId="281"/>
            <ac:spMk id="3" creationId="{F9E9654B-D8E5-22CA-371A-57FADD13842B}"/>
          </ac:spMkLst>
        </pc:spChg>
        <pc:picChg chg="del">
          <ac:chgData name="Ronnel D. Palenzuela" userId="27216d6f-a712-48da-bcb2-613e4bc945ac" providerId="ADAL" clId="{16736750-74B4-184C-AACF-97E7E4B9FAA6}" dt="2024-08-11T10:58:22.444" v="1871" actId="478"/>
          <ac:picMkLst>
            <pc:docMk/>
            <pc:sldMk cId="1557213172" sldId="281"/>
            <ac:picMk id="4" creationId="{73833336-6A94-55AD-10D0-0089D9921599}"/>
          </ac:picMkLst>
        </pc:picChg>
        <pc:picChg chg="del">
          <ac:chgData name="Ronnel D. Palenzuela" userId="27216d6f-a712-48da-bcb2-613e4bc945ac" providerId="ADAL" clId="{16736750-74B4-184C-AACF-97E7E4B9FAA6}" dt="2024-08-11T10:58:21.160" v="1870" actId="478"/>
          <ac:picMkLst>
            <pc:docMk/>
            <pc:sldMk cId="1557213172" sldId="281"/>
            <ac:picMk id="5" creationId="{A413D30E-4FEC-659F-7A93-6D8C19127C82}"/>
          </ac:picMkLst>
        </pc:picChg>
        <pc:picChg chg="add del mod">
          <ac:chgData name="Ronnel D. Palenzuela" userId="27216d6f-a712-48da-bcb2-613e4bc945ac" providerId="ADAL" clId="{16736750-74B4-184C-AACF-97E7E4B9FAA6}" dt="2024-08-11T11:23:21.071" v="2009" actId="478"/>
          <ac:picMkLst>
            <pc:docMk/>
            <pc:sldMk cId="1557213172" sldId="281"/>
            <ac:picMk id="6" creationId="{852FA35F-6B76-3ACC-4F39-F65EF2740076}"/>
          </ac:picMkLst>
        </pc:picChg>
        <pc:picChg chg="add mod">
          <ac:chgData name="Ronnel D. Palenzuela" userId="27216d6f-a712-48da-bcb2-613e4bc945ac" providerId="ADAL" clId="{16736750-74B4-184C-AACF-97E7E4B9FAA6}" dt="2024-08-11T11:25:32.352" v="2048" actId="1076"/>
          <ac:picMkLst>
            <pc:docMk/>
            <pc:sldMk cId="1557213172" sldId="281"/>
            <ac:picMk id="7" creationId="{C0442B70-B5E1-0D06-9A6B-2C529318C43C}"/>
          </ac:picMkLst>
        </pc:picChg>
        <pc:picChg chg="add mod">
          <ac:chgData name="Ronnel D. Palenzuela" userId="27216d6f-a712-48da-bcb2-613e4bc945ac" providerId="ADAL" clId="{16736750-74B4-184C-AACF-97E7E4B9FAA6}" dt="2024-08-11T11:25:25.205" v="2043" actId="1076"/>
          <ac:picMkLst>
            <pc:docMk/>
            <pc:sldMk cId="1557213172" sldId="281"/>
            <ac:picMk id="8" creationId="{2E2C6D27-AF3A-A4C2-F435-87D1586FAACA}"/>
          </ac:picMkLst>
        </pc:picChg>
        <pc:picChg chg="add mod">
          <ac:chgData name="Ronnel D. Palenzuela" userId="27216d6f-a712-48da-bcb2-613e4bc945ac" providerId="ADAL" clId="{16736750-74B4-184C-AACF-97E7E4B9FAA6}" dt="2024-08-11T11:25:26.120" v="2044" actId="1076"/>
          <ac:picMkLst>
            <pc:docMk/>
            <pc:sldMk cId="1557213172" sldId="281"/>
            <ac:picMk id="9" creationId="{18FD6C3D-98D6-CC9C-69FF-706FEBC56D5E}"/>
          </ac:picMkLst>
        </pc:picChg>
      </pc:sldChg>
      <pc:sldChg chg="addSp delSp modSp add mod modNotesTx">
        <pc:chgData name="Ronnel D. Palenzuela" userId="27216d6f-a712-48da-bcb2-613e4bc945ac" providerId="ADAL" clId="{16736750-74B4-184C-AACF-97E7E4B9FAA6}" dt="2024-08-11T11:38:34.643" v="2166" actId="1076"/>
        <pc:sldMkLst>
          <pc:docMk/>
          <pc:sldMk cId="296683317" sldId="282"/>
        </pc:sldMkLst>
        <pc:spChg chg="mod">
          <ac:chgData name="Ronnel D. Palenzuela" userId="27216d6f-a712-48da-bcb2-613e4bc945ac" providerId="ADAL" clId="{16736750-74B4-184C-AACF-97E7E4B9FAA6}" dt="2024-08-11T11:36:00.243" v="2116"/>
          <ac:spMkLst>
            <pc:docMk/>
            <pc:sldMk cId="296683317" sldId="282"/>
            <ac:spMk id="2" creationId="{1FD87645-D8E6-23DE-A822-448BF1054783}"/>
          </ac:spMkLst>
        </pc:spChg>
        <pc:spChg chg="mod">
          <ac:chgData name="Ronnel D. Palenzuela" userId="27216d6f-a712-48da-bcb2-613e4bc945ac" providerId="ADAL" clId="{16736750-74B4-184C-AACF-97E7E4B9FAA6}" dt="2024-08-11T11:36:43.156" v="2154" actId="33524"/>
          <ac:spMkLst>
            <pc:docMk/>
            <pc:sldMk cId="296683317" sldId="282"/>
            <ac:spMk id="3" creationId="{F9E9654B-D8E5-22CA-371A-57FADD13842B}"/>
          </ac:spMkLst>
        </pc:spChg>
        <pc:spChg chg="add del">
          <ac:chgData name="Ronnel D. Palenzuela" userId="27216d6f-a712-48da-bcb2-613e4bc945ac" providerId="ADAL" clId="{16736750-74B4-184C-AACF-97E7E4B9FAA6}" dt="2024-08-11T11:37:17.460" v="2156" actId="22"/>
          <ac:spMkLst>
            <pc:docMk/>
            <pc:sldMk cId="296683317" sldId="282"/>
            <ac:spMk id="5" creationId="{01186E94-225A-646B-6BE7-DE3170C2B523}"/>
          </ac:spMkLst>
        </pc:spChg>
        <pc:picChg chg="add mod">
          <ac:chgData name="Ronnel D. Palenzuela" userId="27216d6f-a712-48da-bcb2-613e4bc945ac" providerId="ADAL" clId="{16736750-74B4-184C-AACF-97E7E4B9FAA6}" dt="2024-08-11T11:38:34.643" v="2166" actId="1076"/>
          <ac:picMkLst>
            <pc:docMk/>
            <pc:sldMk cId="296683317" sldId="282"/>
            <ac:picMk id="6" creationId="{C94A0A88-9294-A7B5-558E-0329F8DF2C01}"/>
          </ac:picMkLst>
        </pc:picChg>
        <pc:picChg chg="del">
          <ac:chgData name="Ronnel D. Palenzuela" userId="27216d6f-a712-48da-bcb2-613e4bc945ac" providerId="ADAL" clId="{16736750-74B4-184C-AACF-97E7E4B9FAA6}" dt="2024-08-11T11:35:26.093" v="2099" actId="478"/>
          <ac:picMkLst>
            <pc:docMk/>
            <pc:sldMk cId="296683317" sldId="282"/>
            <ac:picMk id="7" creationId="{C0442B70-B5E1-0D06-9A6B-2C529318C43C}"/>
          </ac:picMkLst>
        </pc:picChg>
        <pc:picChg chg="del">
          <ac:chgData name="Ronnel D. Palenzuela" userId="27216d6f-a712-48da-bcb2-613e4bc945ac" providerId="ADAL" clId="{16736750-74B4-184C-AACF-97E7E4B9FAA6}" dt="2024-08-11T11:35:26.422" v="2100" actId="478"/>
          <ac:picMkLst>
            <pc:docMk/>
            <pc:sldMk cId="296683317" sldId="282"/>
            <ac:picMk id="8" creationId="{2E2C6D27-AF3A-A4C2-F435-87D1586FAACA}"/>
          </ac:picMkLst>
        </pc:picChg>
        <pc:picChg chg="del">
          <ac:chgData name="Ronnel D. Palenzuela" userId="27216d6f-a712-48da-bcb2-613e4bc945ac" providerId="ADAL" clId="{16736750-74B4-184C-AACF-97E7E4B9FAA6}" dt="2024-08-11T11:35:26.655" v="2101" actId="478"/>
          <ac:picMkLst>
            <pc:docMk/>
            <pc:sldMk cId="296683317" sldId="282"/>
            <ac:picMk id="9" creationId="{18FD6C3D-98D6-CC9C-69FF-706FEBC56D5E}"/>
          </ac:picMkLst>
        </pc:picChg>
      </pc:sldChg>
      <pc:sldChg chg="addSp delSp modSp add mod modNotesTx">
        <pc:chgData name="Ronnel D. Palenzuela" userId="27216d6f-a712-48da-bcb2-613e4bc945ac" providerId="ADAL" clId="{16736750-74B4-184C-AACF-97E7E4B9FAA6}" dt="2024-08-11T11:44:29.650" v="2204" actId="20577"/>
        <pc:sldMkLst>
          <pc:docMk/>
          <pc:sldMk cId="993575964" sldId="283"/>
        </pc:sldMkLst>
        <pc:spChg chg="mod">
          <ac:chgData name="Ronnel D. Palenzuela" userId="27216d6f-a712-48da-bcb2-613e4bc945ac" providerId="ADAL" clId="{16736750-74B4-184C-AACF-97E7E4B9FAA6}" dt="2024-08-11T11:39:12.084" v="2168"/>
          <ac:spMkLst>
            <pc:docMk/>
            <pc:sldMk cId="993575964" sldId="283"/>
            <ac:spMk id="2" creationId="{1FD87645-D8E6-23DE-A822-448BF1054783}"/>
          </ac:spMkLst>
        </pc:spChg>
        <pc:spChg chg="mod">
          <ac:chgData name="Ronnel D. Palenzuela" userId="27216d6f-a712-48da-bcb2-613e4bc945ac" providerId="ADAL" clId="{16736750-74B4-184C-AACF-97E7E4B9FAA6}" dt="2024-08-11T11:40:34.052" v="2197" actId="207"/>
          <ac:spMkLst>
            <pc:docMk/>
            <pc:sldMk cId="993575964" sldId="283"/>
            <ac:spMk id="3" creationId="{F9E9654B-D8E5-22CA-371A-57FADD13842B}"/>
          </ac:spMkLst>
        </pc:spChg>
        <pc:picChg chg="add mod">
          <ac:chgData name="Ronnel D. Palenzuela" userId="27216d6f-a712-48da-bcb2-613e4bc945ac" providerId="ADAL" clId="{16736750-74B4-184C-AACF-97E7E4B9FAA6}" dt="2024-08-11T11:43:38.835" v="2202" actId="1076"/>
          <ac:picMkLst>
            <pc:docMk/>
            <pc:sldMk cId="993575964" sldId="283"/>
            <ac:picMk id="4" creationId="{B7960360-83A2-6270-EECE-30A36048B200}"/>
          </ac:picMkLst>
        </pc:picChg>
        <pc:picChg chg="del">
          <ac:chgData name="Ronnel D. Palenzuela" userId="27216d6f-a712-48da-bcb2-613e4bc945ac" providerId="ADAL" clId="{16736750-74B4-184C-AACF-97E7E4B9FAA6}" dt="2024-08-11T11:39:13.621" v="2169" actId="478"/>
          <ac:picMkLst>
            <pc:docMk/>
            <pc:sldMk cId="993575964" sldId="283"/>
            <ac:picMk id="6" creationId="{C94A0A88-9294-A7B5-558E-0329F8DF2C01}"/>
          </ac:picMkLst>
        </pc:picChg>
      </pc:sldChg>
      <pc:sldChg chg="addSp delSp modSp add mod modNotesTx">
        <pc:chgData name="Ronnel D. Palenzuela" userId="27216d6f-a712-48da-bcb2-613e4bc945ac" providerId="ADAL" clId="{16736750-74B4-184C-AACF-97E7E4B9FAA6}" dt="2024-08-11T11:50:32.912" v="2231" actId="1076"/>
        <pc:sldMkLst>
          <pc:docMk/>
          <pc:sldMk cId="1253337562" sldId="284"/>
        </pc:sldMkLst>
        <pc:spChg chg="mod">
          <ac:chgData name="Ronnel D. Palenzuela" userId="27216d6f-a712-48da-bcb2-613e4bc945ac" providerId="ADAL" clId="{16736750-74B4-184C-AACF-97E7E4B9FAA6}" dt="2024-08-11T11:45:06.797" v="2206"/>
          <ac:spMkLst>
            <pc:docMk/>
            <pc:sldMk cId="1253337562" sldId="284"/>
            <ac:spMk id="2" creationId="{1FD87645-D8E6-23DE-A822-448BF1054783}"/>
          </ac:spMkLst>
        </pc:spChg>
        <pc:spChg chg="mod">
          <ac:chgData name="Ronnel D. Palenzuela" userId="27216d6f-a712-48da-bcb2-613e4bc945ac" providerId="ADAL" clId="{16736750-74B4-184C-AACF-97E7E4B9FAA6}" dt="2024-08-11T11:48:12.471" v="2222"/>
          <ac:spMkLst>
            <pc:docMk/>
            <pc:sldMk cId="1253337562" sldId="284"/>
            <ac:spMk id="3" creationId="{F9E9654B-D8E5-22CA-371A-57FADD13842B}"/>
          </ac:spMkLst>
        </pc:spChg>
        <pc:picChg chg="del">
          <ac:chgData name="Ronnel D. Palenzuela" userId="27216d6f-a712-48da-bcb2-613e4bc945ac" providerId="ADAL" clId="{16736750-74B4-184C-AACF-97E7E4B9FAA6}" dt="2024-08-11T11:48:48.651" v="2224" actId="478"/>
          <ac:picMkLst>
            <pc:docMk/>
            <pc:sldMk cId="1253337562" sldId="284"/>
            <ac:picMk id="4" creationId="{B7960360-83A2-6270-EECE-30A36048B200}"/>
          </ac:picMkLst>
        </pc:picChg>
        <pc:picChg chg="add mod">
          <ac:chgData name="Ronnel D. Palenzuela" userId="27216d6f-a712-48da-bcb2-613e4bc945ac" providerId="ADAL" clId="{16736750-74B4-184C-AACF-97E7E4B9FAA6}" dt="2024-08-11T11:50:17.104" v="2227" actId="1076"/>
          <ac:picMkLst>
            <pc:docMk/>
            <pc:sldMk cId="1253337562" sldId="284"/>
            <ac:picMk id="5" creationId="{9D0F0297-4AB5-4797-A885-928619C7A572}"/>
          </ac:picMkLst>
        </pc:picChg>
        <pc:picChg chg="add mod">
          <ac:chgData name="Ronnel D. Palenzuela" userId="27216d6f-a712-48da-bcb2-613e4bc945ac" providerId="ADAL" clId="{16736750-74B4-184C-AACF-97E7E4B9FAA6}" dt="2024-08-11T11:50:32.912" v="2231" actId="1076"/>
          <ac:picMkLst>
            <pc:docMk/>
            <pc:sldMk cId="1253337562" sldId="284"/>
            <ac:picMk id="6" creationId="{F1C8719A-AF10-CA25-32B8-5B12B63B6F48}"/>
          </ac:picMkLst>
        </pc:picChg>
      </pc:sldChg>
      <pc:sldChg chg="addSp delSp modSp add mod">
        <pc:chgData name="Ronnel D. Palenzuela" userId="27216d6f-a712-48da-bcb2-613e4bc945ac" providerId="ADAL" clId="{16736750-74B4-184C-AACF-97E7E4B9FAA6}" dt="2024-08-11T12:26:02.933" v="2546" actId="20577"/>
        <pc:sldMkLst>
          <pc:docMk/>
          <pc:sldMk cId="2980579114" sldId="285"/>
        </pc:sldMkLst>
        <pc:spChg chg="mod">
          <ac:chgData name="Ronnel D. Palenzuela" userId="27216d6f-a712-48da-bcb2-613e4bc945ac" providerId="ADAL" clId="{16736750-74B4-184C-AACF-97E7E4B9FAA6}" dt="2024-08-11T12:25:58.060" v="2543" actId="20577"/>
          <ac:spMkLst>
            <pc:docMk/>
            <pc:sldMk cId="2980579114" sldId="285"/>
            <ac:spMk id="2" creationId="{1FD87645-D8E6-23DE-A822-448BF1054783}"/>
          </ac:spMkLst>
        </pc:spChg>
        <pc:spChg chg="mod">
          <ac:chgData name="Ronnel D. Palenzuela" userId="27216d6f-a712-48da-bcb2-613e4bc945ac" providerId="ADAL" clId="{16736750-74B4-184C-AACF-97E7E4B9FAA6}" dt="2024-08-11T12:26:02.933" v="2546" actId="20577"/>
          <ac:spMkLst>
            <pc:docMk/>
            <pc:sldMk cId="2980579114" sldId="285"/>
            <ac:spMk id="3" creationId="{F9E9654B-D8E5-22CA-371A-57FADD13842B}"/>
          </ac:spMkLst>
        </pc:spChg>
        <pc:picChg chg="add mod">
          <ac:chgData name="Ronnel D. Palenzuela" userId="27216d6f-a712-48da-bcb2-613e4bc945ac" providerId="ADAL" clId="{16736750-74B4-184C-AACF-97E7E4B9FAA6}" dt="2024-08-11T12:11:35.139" v="2251" actId="1076"/>
          <ac:picMkLst>
            <pc:docMk/>
            <pc:sldMk cId="2980579114" sldId="285"/>
            <ac:picMk id="4" creationId="{74248AEE-FABF-0F2A-B1B2-1777799F48BD}"/>
          </ac:picMkLst>
        </pc:picChg>
        <pc:picChg chg="del">
          <ac:chgData name="Ronnel D. Palenzuela" userId="27216d6f-a712-48da-bcb2-613e4bc945ac" providerId="ADAL" clId="{16736750-74B4-184C-AACF-97E7E4B9FAA6}" dt="2024-08-11T12:09:33.931" v="2234" actId="478"/>
          <ac:picMkLst>
            <pc:docMk/>
            <pc:sldMk cId="2980579114" sldId="285"/>
            <ac:picMk id="5" creationId="{9D0F0297-4AB5-4797-A885-928619C7A572}"/>
          </ac:picMkLst>
        </pc:picChg>
        <pc:picChg chg="del">
          <ac:chgData name="Ronnel D. Palenzuela" userId="27216d6f-a712-48da-bcb2-613e4bc945ac" providerId="ADAL" clId="{16736750-74B4-184C-AACF-97E7E4B9FAA6}" dt="2024-08-11T12:09:35.158" v="2235" actId="478"/>
          <ac:picMkLst>
            <pc:docMk/>
            <pc:sldMk cId="2980579114" sldId="285"/>
            <ac:picMk id="6" creationId="{F1C8719A-AF10-CA25-32B8-5B12B63B6F48}"/>
          </ac:picMkLst>
        </pc:picChg>
      </pc:sldChg>
      <pc:sldChg chg="addSp delSp modSp add mod modNotesTx">
        <pc:chgData name="Ronnel D. Palenzuela" userId="27216d6f-a712-48da-bcb2-613e4bc945ac" providerId="ADAL" clId="{16736750-74B4-184C-AACF-97E7E4B9FAA6}" dt="2024-08-11T12:25:18.008" v="2520" actId="1076"/>
        <pc:sldMkLst>
          <pc:docMk/>
          <pc:sldMk cId="1581186720" sldId="286"/>
        </pc:sldMkLst>
        <pc:spChg chg="mod">
          <ac:chgData name="Ronnel D. Palenzuela" userId="27216d6f-a712-48da-bcb2-613e4bc945ac" providerId="ADAL" clId="{16736750-74B4-184C-AACF-97E7E4B9FAA6}" dt="2024-08-11T12:25:16.630" v="2519" actId="1076"/>
          <ac:spMkLst>
            <pc:docMk/>
            <pc:sldMk cId="1581186720" sldId="286"/>
            <ac:spMk id="3" creationId="{F9E9654B-D8E5-22CA-371A-57FADD13842B}"/>
          </ac:spMkLst>
        </pc:spChg>
        <pc:spChg chg="add mod">
          <ac:chgData name="Ronnel D. Palenzuela" userId="27216d6f-a712-48da-bcb2-613e4bc945ac" providerId="ADAL" clId="{16736750-74B4-184C-AACF-97E7E4B9FAA6}" dt="2024-08-11T12:25:18.008" v="2520" actId="1076"/>
          <ac:spMkLst>
            <pc:docMk/>
            <pc:sldMk cId="1581186720" sldId="286"/>
            <ac:spMk id="5" creationId="{63E79591-2F27-370E-329D-A0B622A8CFA5}"/>
          </ac:spMkLst>
        </pc:spChg>
        <pc:spChg chg="add mod">
          <ac:chgData name="Ronnel D. Palenzuela" userId="27216d6f-a712-48da-bcb2-613e4bc945ac" providerId="ADAL" clId="{16736750-74B4-184C-AACF-97E7E4B9FAA6}" dt="2024-08-11T12:22:19.024" v="2454"/>
          <ac:spMkLst>
            <pc:docMk/>
            <pc:sldMk cId="1581186720" sldId="286"/>
            <ac:spMk id="6" creationId="{8E044E04-0B5A-32C0-8EEE-D905F6C6381E}"/>
          </ac:spMkLst>
        </pc:spChg>
        <pc:spChg chg="add mod">
          <ac:chgData name="Ronnel D. Palenzuela" userId="27216d6f-a712-48da-bcb2-613e4bc945ac" providerId="ADAL" clId="{16736750-74B4-184C-AACF-97E7E4B9FAA6}" dt="2024-08-11T12:22:33.783" v="2457" actId="767"/>
          <ac:spMkLst>
            <pc:docMk/>
            <pc:sldMk cId="1581186720" sldId="286"/>
            <ac:spMk id="7" creationId="{75AD83E7-4E98-C144-0CA8-1D34A9078DFC}"/>
          </ac:spMkLst>
        </pc:spChg>
        <pc:spChg chg="add del">
          <ac:chgData name="Ronnel D. Palenzuela" userId="27216d6f-a712-48da-bcb2-613e4bc945ac" providerId="ADAL" clId="{16736750-74B4-184C-AACF-97E7E4B9FAA6}" dt="2024-08-11T12:24:47.787" v="2511" actId="22"/>
          <ac:spMkLst>
            <pc:docMk/>
            <pc:sldMk cId="1581186720" sldId="286"/>
            <ac:spMk id="9" creationId="{5AFEA3DF-0E3B-7218-22F8-B412FEC8C03F}"/>
          </ac:spMkLst>
        </pc:spChg>
        <pc:picChg chg="del">
          <ac:chgData name="Ronnel D. Palenzuela" userId="27216d6f-a712-48da-bcb2-613e4bc945ac" providerId="ADAL" clId="{16736750-74B4-184C-AACF-97E7E4B9FAA6}" dt="2024-08-11T12:15:21.761" v="2282" actId="478"/>
          <ac:picMkLst>
            <pc:docMk/>
            <pc:sldMk cId="1581186720" sldId="286"/>
            <ac:picMk id="4" creationId="{74248AEE-FABF-0F2A-B1B2-1777799F48BD}"/>
          </ac:picMkLst>
        </pc:picChg>
      </pc:sldChg>
      <pc:sldChg chg="addSp delSp modSp add mod modNotesTx">
        <pc:chgData name="Ronnel D. Palenzuela" userId="27216d6f-a712-48da-bcb2-613e4bc945ac" providerId="ADAL" clId="{16736750-74B4-184C-AACF-97E7E4B9FAA6}" dt="2024-08-11T12:32:58.139" v="2586"/>
        <pc:sldMkLst>
          <pc:docMk/>
          <pc:sldMk cId="4278137860" sldId="287"/>
        </pc:sldMkLst>
        <pc:spChg chg="mod">
          <ac:chgData name="Ronnel D. Palenzuela" userId="27216d6f-a712-48da-bcb2-613e4bc945ac" providerId="ADAL" clId="{16736750-74B4-184C-AACF-97E7E4B9FAA6}" dt="2024-08-11T12:26:17.544" v="2548"/>
          <ac:spMkLst>
            <pc:docMk/>
            <pc:sldMk cId="4278137860" sldId="287"/>
            <ac:spMk id="2" creationId="{1FD87645-D8E6-23DE-A822-448BF1054783}"/>
          </ac:spMkLst>
        </pc:spChg>
        <pc:spChg chg="mod">
          <ac:chgData name="Ronnel D. Palenzuela" userId="27216d6f-a712-48da-bcb2-613e4bc945ac" providerId="ADAL" clId="{16736750-74B4-184C-AACF-97E7E4B9FAA6}" dt="2024-08-11T12:27:02.548" v="2568"/>
          <ac:spMkLst>
            <pc:docMk/>
            <pc:sldMk cId="4278137860" sldId="287"/>
            <ac:spMk id="3" creationId="{F9E9654B-D8E5-22CA-371A-57FADD13842B}"/>
          </ac:spMkLst>
        </pc:spChg>
        <pc:spChg chg="del">
          <ac:chgData name="Ronnel D. Palenzuela" userId="27216d6f-a712-48da-bcb2-613e4bc945ac" providerId="ADAL" clId="{16736750-74B4-184C-AACF-97E7E4B9FAA6}" dt="2024-08-11T12:26:19.941" v="2549" actId="478"/>
          <ac:spMkLst>
            <pc:docMk/>
            <pc:sldMk cId="4278137860" sldId="287"/>
            <ac:spMk id="5" creationId="{63E79591-2F27-370E-329D-A0B622A8CFA5}"/>
          </ac:spMkLst>
        </pc:spChg>
        <pc:picChg chg="add mod">
          <ac:chgData name="Ronnel D. Palenzuela" userId="27216d6f-a712-48da-bcb2-613e4bc945ac" providerId="ADAL" clId="{16736750-74B4-184C-AACF-97E7E4B9FAA6}" dt="2024-08-11T12:30:03.374" v="2578" actId="1076"/>
          <ac:picMkLst>
            <pc:docMk/>
            <pc:sldMk cId="4278137860" sldId="287"/>
            <ac:picMk id="4" creationId="{C94F73C7-EE3C-5039-6716-AA5F092B56AC}"/>
          </ac:picMkLst>
        </pc:picChg>
        <pc:picChg chg="add mod">
          <ac:chgData name="Ronnel D. Palenzuela" userId="27216d6f-a712-48da-bcb2-613e4bc945ac" providerId="ADAL" clId="{16736750-74B4-184C-AACF-97E7E4B9FAA6}" dt="2024-08-11T12:30:04.674" v="2579" actId="1076"/>
          <ac:picMkLst>
            <pc:docMk/>
            <pc:sldMk cId="4278137860" sldId="287"/>
            <ac:picMk id="6" creationId="{7982849D-C7FF-134E-B589-F96BF9176D03}"/>
          </ac:picMkLst>
        </pc:picChg>
      </pc:sldChg>
      <pc:sldChg chg="delSp modSp add mod">
        <pc:chgData name="Ronnel D. Palenzuela" userId="27216d6f-a712-48da-bcb2-613e4bc945ac" providerId="ADAL" clId="{16736750-74B4-184C-AACF-97E7E4B9FAA6}" dt="2024-08-12T02:16:02.449" v="3153" actId="20577"/>
        <pc:sldMkLst>
          <pc:docMk/>
          <pc:sldMk cId="3972629357" sldId="288"/>
        </pc:sldMkLst>
        <pc:spChg chg="mod">
          <ac:chgData name="Ronnel D. Palenzuela" userId="27216d6f-a712-48da-bcb2-613e4bc945ac" providerId="ADAL" clId="{16736750-74B4-184C-AACF-97E7E4B9FAA6}" dt="2024-08-12T02:16:02.449" v="3153" actId="20577"/>
          <ac:spMkLst>
            <pc:docMk/>
            <pc:sldMk cId="3972629357" sldId="288"/>
            <ac:spMk id="2" creationId="{1FD87645-D8E6-23DE-A822-448BF1054783}"/>
          </ac:spMkLst>
        </pc:spChg>
        <pc:spChg chg="mod">
          <ac:chgData name="Ronnel D. Palenzuela" userId="27216d6f-a712-48da-bcb2-613e4bc945ac" providerId="ADAL" clId="{16736750-74B4-184C-AACF-97E7E4B9FAA6}" dt="2024-08-12T02:11:51.983" v="3029" actId="207"/>
          <ac:spMkLst>
            <pc:docMk/>
            <pc:sldMk cId="3972629357" sldId="288"/>
            <ac:spMk id="3" creationId="{F9E9654B-D8E5-22CA-371A-57FADD13842B}"/>
          </ac:spMkLst>
        </pc:spChg>
        <pc:picChg chg="del">
          <ac:chgData name="Ronnel D. Palenzuela" userId="27216d6f-a712-48da-bcb2-613e4bc945ac" providerId="ADAL" clId="{16736750-74B4-184C-AACF-97E7E4B9FAA6}" dt="2024-08-12T01:08:18.288" v="2654" actId="478"/>
          <ac:picMkLst>
            <pc:docMk/>
            <pc:sldMk cId="3972629357" sldId="288"/>
            <ac:picMk id="4" creationId="{C94F73C7-EE3C-5039-6716-AA5F092B56AC}"/>
          </ac:picMkLst>
        </pc:picChg>
        <pc:picChg chg="del">
          <ac:chgData name="Ronnel D. Palenzuela" userId="27216d6f-a712-48da-bcb2-613e4bc945ac" providerId="ADAL" clId="{16736750-74B4-184C-AACF-97E7E4B9FAA6}" dt="2024-08-12T01:08:18.480" v="2655" actId="478"/>
          <ac:picMkLst>
            <pc:docMk/>
            <pc:sldMk cId="3972629357" sldId="288"/>
            <ac:picMk id="6" creationId="{7982849D-C7FF-134E-B589-F96BF9176D03}"/>
          </ac:picMkLst>
        </pc:picChg>
      </pc:sldChg>
      <pc:sldChg chg="modSp add mod">
        <pc:chgData name="Ronnel D. Palenzuela" userId="27216d6f-a712-48da-bcb2-613e4bc945ac" providerId="ADAL" clId="{16736750-74B4-184C-AACF-97E7E4B9FAA6}" dt="2024-08-12T02:22:03.220" v="3182" actId="11"/>
        <pc:sldMkLst>
          <pc:docMk/>
          <pc:sldMk cId="2990164252" sldId="289"/>
        </pc:sldMkLst>
        <pc:spChg chg="mod">
          <ac:chgData name="Ronnel D. Palenzuela" userId="27216d6f-a712-48da-bcb2-613e4bc945ac" providerId="ADAL" clId="{16736750-74B4-184C-AACF-97E7E4B9FAA6}" dt="2024-08-12T02:16:06.498" v="3154" actId="20577"/>
          <ac:spMkLst>
            <pc:docMk/>
            <pc:sldMk cId="2990164252" sldId="289"/>
            <ac:spMk id="2" creationId="{1FD87645-D8E6-23DE-A822-448BF1054783}"/>
          </ac:spMkLst>
        </pc:spChg>
        <pc:spChg chg="mod">
          <ac:chgData name="Ronnel D. Palenzuela" userId="27216d6f-a712-48da-bcb2-613e4bc945ac" providerId="ADAL" clId="{16736750-74B4-184C-AACF-97E7E4B9FAA6}" dt="2024-08-12T02:22:03.220" v="3182" actId="11"/>
          <ac:spMkLst>
            <pc:docMk/>
            <pc:sldMk cId="2990164252" sldId="289"/>
            <ac:spMk id="3" creationId="{F9E9654B-D8E5-22CA-371A-57FADD13842B}"/>
          </ac:spMkLst>
        </pc:spChg>
      </pc:sldChg>
      <pc:sldChg chg="modSp add mod">
        <pc:chgData name="Ronnel D. Palenzuela" userId="27216d6f-a712-48da-bcb2-613e4bc945ac" providerId="ADAL" clId="{16736750-74B4-184C-AACF-97E7E4B9FAA6}" dt="2024-08-13T03:37:12.131" v="3508" actId="207"/>
        <pc:sldMkLst>
          <pc:docMk/>
          <pc:sldMk cId="1111498698" sldId="290"/>
        </pc:sldMkLst>
        <pc:spChg chg="mod">
          <ac:chgData name="Ronnel D. Palenzuela" userId="27216d6f-a712-48da-bcb2-613e4bc945ac" providerId="ADAL" clId="{16736750-74B4-184C-AACF-97E7E4B9FAA6}" dt="2024-08-13T03:27:17.210" v="3359" actId="20577"/>
          <ac:spMkLst>
            <pc:docMk/>
            <pc:sldMk cId="1111498698" sldId="290"/>
            <ac:spMk id="2" creationId="{1FD87645-D8E6-23DE-A822-448BF1054783}"/>
          </ac:spMkLst>
        </pc:spChg>
        <pc:spChg chg="mod">
          <ac:chgData name="Ronnel D. Palenzuela" userId="27216d6f-a712-48da-bcb2-613e4bc945ac" providerId="ADAL" clId="{16736750-74B4-184C-AACF-97E7E4B9FAA6}" dt="2024-08-13T03:37:12.131" v="3508" actId="207"/>
          <ac:spMkLst>
            <pc:docMk/>
            <pc:sldMk cId="1111498698" sldId="290"/>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927110459" sldId="290"/>
        </pc:sldMkLst>
        <pc:spChg chg="mod">
          <ac:chgData name="Ronnel D. Palenzuela" userId="27216d6f-a712-48da-bcb2-613e4bc945ac" providerId="ADAL" clId="{16736750-74B4-184C-AACF-97E7E4B9FAA6}" dt="2024-08-12T02:17:40.195" v="3179" actId="20577"/>
          <ac:spMkLst>
            <pc:docMk/>
            <pc:sldMk cId="1927110459" sldId="290"/>
            <ac:spMk id="2" creationId="{1FD87645-D8E6-23DE-A822-448BF1054783}"/>
          </ac:spMkLst>
        </pc:spChg>
        <pc:spChg chg="mod">
          <ac:chgData name="Ronnel D. Palenzuela" userId="27216d6f-a712-48da-bcb2-613e4bc945ac" providerId="ADAL" clId="{16736750-74B4-184C-AACF-97E7E4B9FAA6}" dt="2024-08-12T02:25:46.161" v="3276" actId="20577"/>
          <ac:spMkLst>
            <pc:docMk/>
            <pc:sldMk cId="1927110459" sldId="290"/>
            <ac:spMk id="3" creationId="{F9E9654B-D8E5-22CA-371A-57FADD13842B}"/>
          </ac:spMkLst>
        </pc:spChg>
      </pc:sldChg>
      <pc:sldChg chg="modSp add mod ord">
        <pc:chgData name="Ronnel D. Palenzuela" userId="27216d6f-a712-48da-bcb2-613e4bc945ac" providerId="ADAL" clId="{16736750-74B4-184C-AACF-97E7E4B9FAA6}" dt="2024-08-13T03:34:24.591" v="3466" actId="207"/>
        <pc:sldMkLst>
          <pc:docMk/>
          <pc:sldMk cId="815011119" sldId="291"/>
        </pc:sldMkLst>
        <pc:spChg chg="mod">
          <ac:chgData name="Ronnel D. Palenzuela" userId="27216d6f-a712-48da-bcb2-613e4bc945ac" providerId="ADAL" clId="{16736750-74B4-184C-AACF-97E7E4B9FAA6}" dt="2024-08-13T03:34:24.591" v="3466" actId="207"/>
          <ac:spMkLst>
            <pc:docMk/>
            <pc:sldMk cId="81501111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81441069" sldId="291"/>
        </pc:sldMkLst>
        <pc:spChg chg="mod">
          <ac:chgData name="Ronnel D. Palenzuela" userId="27216d6f-a712-48da-bcb2-613e4bc945ac" providerId="ADAL" clId="{16736750-74B4-184C-AACF-97E7E4B9FAA6}" dt="2024-08-12T02:28:06.903" v="3321" actId="11"/>
          <ac:spMkLst>
            <pc:docMk/>
            <pc:sldMk cId="178144106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65234647" sldId="292"/>
        </pc:sldMkLst>
        <pc:spChg chg="mod">
          <ac:chgData name="Ronnel D. Palenzuela" userId="27216d6f-a712-48da-bcb2-613e4bc945ac" providerId="ADAL" clId="{16736750-74B4-184C-AACF-97E7E4B9FAA6}" dt="2024-08-12T02:28:26.710" v="3324" actId="403"/>
          <ac:spMkLst>
            <pc:docMk/>
            <pc:sldMk cId="1765234647" sldId="292"/>
            <ac:spMk id="3" creationId="{F9E9654B-D8E5-22CA-371A-57FADD13842B}"/>
          </ac:spMkLst>
        </pc:spChg>
      </pc:sldChg>
      <pc:sldMasterChg chg="modSldLayout">
        <pc:chgData name="Ronnel D. Palenzuela" userId="27216d6f-a712-48da-bcb2-613e4bc945ac" providerId="ADAL" clId="{16736750-74B4-184C-AACF-97E7E4B9FAA6}" dt="2024-08-11T07:03:06.010" v="731" actId="20577"/>
        <pc:sldMasterMkLst>
          <pc:docMk/>
          <pc:sldMasterMk cId="651270159" sldId="2147483648"/>
        </pc:sldMasterMkLst>
        <pc:sldLayoutChg chg="modSp mod">
          <pc:chgData name="Ronnel D. Palenzuela" userId="27216d6f-a712-48da-bcb2-613e4bc945ac" providerId="ADAL" clId="{16736750-74B4-184C-AACF-97E7E4B9FAA6}" dt="2024-08-11T07:03:06.010" v="731" actId="20577"/>
          <pc:sldLayoutMkLst>
            <pc:docMk/>
            <pc:sldMasterMk cId="651270159" sldId="2147483648"/>
            <pc:sldLayoutMk cId="2921653432" sldId="2147483649"/>
          </pc:sldLayoutMkLst>
          <pc:spChg chg="mod">
            <ac:chgData name="Ronnel D. Palenzuela" userId="27216d6f-a712-48da-bcb2-613e4bc945ac" providerId="ADAL" clId="{16736750-74B4-184C-AACF-97E7E4B9FAA6}" dt="2024-08-11T07:03:06.010" v="731" actId="20577"/>
            <ac:spMkLst>
              <pc:docMk/>
              <pc:sldMasterMk cId="651270159" sldId="2147483648"/>
              <pc:sldLayoutMk cId="2921653432" sldId="2147483649"/>
              <ac:spMk id="5" creationId="{3794B7A0-4232-A0AC-7E3A-3BF632F0C83D}"/>
            </ac:spMkLst>
          </pc:spChg>
        </pc:sldLayoutChg>
      </pc:sldMasterChg>
    </pc:docChg>
  </pc:docChgLst>
  <pc:docChgLst>
    <pc:chgData name="Ronnel D. Palenzuela" userId="27216d6f-a712-48da-bcb2-613e4bc945ac" providerId="ADAL" clId="{16FF8E01-DE24-0F4F-A559-943D670B7764}"/>
    <pc:docChg chg="undo custSel addSld delSld modSld sldOrd modMainMaster">
      <pc:chgData name="Ronnel D. Palenzuela" userId="27216d6f-a712-48da-bcb2-613e4bc945ac" providerId="ADAL" clId="{16FF8E01-DE24-0F4F-A559-943D670B7764}" dt="2024-08-15T06:12:31.924" v="2533" actId="729"/>
      <pc:docMkLst>
        <pc:docMk/>
      </pc:docMkLst>
      <pc:sldChg chg="modSp mod">
        <pc:chgData name="Ronnel D. Palenzuela" userId="27216d6f-a712-48da-bcb2-613e4bc945ac" providerId="ADAL" clId="{16FF8E01-DE24-0F4F-A559-943D670B7764}" dt="2024-08-14T16:09:01.930" v="1419" actId="20577"/>
        <pc:sldMkLst>
          <pc:docMk/>
          <pc:sldMk cId="3455369248" sldId="257"/>
        </pc:sldMkLst>
        <pc:spChg chg="mod">
          <ac:chgData name="Ronnel D. Palenzuela" userId="27216d6f-a712-48da-bcb2-613e4bc945ac" providerId="ADAL" clId="{16FF8E01-DE24-0F4F-A559-943D670B7764}" dt="2024-08-14T16:08:42.416" v="1364" actId="14100"/>
          <ac:spMkLst>
            <pc:docMk/>
            <pc:sldMk cId="3455369248" sldId="257"/>
            <ac:spMk id="2" creationId="{4B9DC0FD-E73C-26A6-891F-61B461076958}"/>
          </ac:spMkLst>
        </pc:spChg>
        <pc:spChg chg="mod">
          <ac:chgData name="Ronnel D. Palenzuela" userId="27216d6f-a712-48da-bcb2-613e4bc945ac" providerId="ADAL" clId="{16FF8E01-DE24-0F4F-A559-943D670B7764}" dt="2024-08-14T16:09:01.930" v="1419" actId="20577"/>
          <ac:spMkLst>
            <pc:docMk/>
            <pc:sldMk cId="3455369248" sldId="257"/>
            <ac:spMk id="3" creationId="{55CA8846-F5F9-9E2F-7E86-4EDFA1AEFED2}"/>
          </ac:spMkLst>
        </pc:spChg>
      </pc:sldChg>
      <pc:sldChg chg="add del">
        <pc:chgData name="Ronnel D. Palenzuela" userId="27216d6f-a712-48da-bcb2-613e4bc945ac" providerId="ADAL" clId="{16FF8E01-DE24-0F4F-A559-943D670B7764}" dt="2024-08-14T04:37:36.180" v="138" actId="2696"/>
        <pc:sldMkLst>
          <pc:docMk/>
          <pc:sldMk cId="3256538018" sldId="259"/>
        </pc:sldMkLst>
      </pc:sldChg>
      <pc:sldChg chg="modSp mod modNotesTx">
        <pc:chgData name="Ronnel D. Palenzuela" userId="27216d6f-a712-48da-bcb2-613e4bc945ac" providerId="ADAL" clId="{16FF8E01-DE24-0F4F-A559-943D670B7764}" dt="2024-08-14T16:25:10.072" v="1665" actId="20577"/>
        <pc:sldMkLst>
          <pc:docMk/>
          <pc:sldMk cId="3611571112" sldId="263"/>
        </pc:sldMkLst>
        <pc:spChg chg="mod">
          <ac:chgData name="Ronnel D. Palenzuela" userId="27216d6f-a712-48da-bcb2-613e4bc945ac" providerId="ADAL" clId="{16FF8E01-DE24-0F4F-A559-943D670B7764}" dt="2024-08-14T16:09:37.186" v="1435" actId="1076"/>
          <ac:spMkLst>
            <pc:docMk/>
            <pc:sldMk cId="3611571112" sldId="263"/>
            <ac:spMk id="2" creationId="{4B9DC0FD-E73C-26A6-891F-61B461076958}"/>
          </ac:spMkLst>
        </pc:spChg>
      </pc:sldChg>
      <pc:sldChg chg="modSp mod">
        <pc:chgData name="Ronnel D. Palenzuela" userId="27216d6f-a712-48da-bcb2-613e4bc945ac" providerId="ADAL" clId="{16FF8E01-DE24-0F4F-A559-943D670B7764}" dt="2024-08-14T15:58:28.162" v="1311" actId="207"/>
        <pc:sldMkLst>
          <pc:docMk/>
          <pc:sldMk cId="261940385" sldId="264"/>
        </pc:sldMkLst>
        <pc:spChg chg="mod">
          <ac:chgData name="Ronnel D. Palenzuela" userId="27216d6f-a712-48da-bcb2-613e4bc945ac" providerId="ADAL" clId="{16FF8E01-DE24-0F4F-A559-943D670B7764}" dt="2024-08-14T15:58:28.162" v="1311" actId="207"/>
          <ac:spMkLst>
            <pc:docMk/>
            <pc:sldMk cId="261940385" sldId="264"/>
            <ac:spMk id="3" creationId="{A8B75234-3FB1-B597-DF46-CD5827D3C5AF}"/>
          </ac:spMkLst>
        </pc:spChg>
      </pc:sldChg>
      <pc:sldChg chg="add del">
        <pc:chgData name="Ronnel D. Palenzuela" userId="27216d6f-a712-48da-bcb2-613e4bc945ac" providerId="ADAL" clId="{16FF8E01-DE24-0F4F-A559-943D670B7764}" dt="2024-08-14T04:37:31.309" v="136" actId="2890"/>
        <pc:sldMkLst>
          <pc:docMk/>
          <pc:sldMk cId="393610469" sldId="265"/>
        </pc:sldMkLst>
      </pc:sldChg>
      <pc:sldChg chg="addSp delSp modSp add del mod ord modShow modNotesTx">
        <pc:chgData name="Ronnel D. Palenzuela" userId="27216d6f-a712-48da-bcb2-613e4bc945ac" providerId="ADAL" clId="{16FF8E01-DE24-0F4F-A559-943D670B7764}" dt="2024-08-15T06:12:31.924" v="2533" actId="729"/>
        <pc:sldMkLst>
          <pc:docMk/>
          <pc:sldMk cId="538568147" sldId="265"/>
        </pc:sldMkLst>
        <pc:spChg chg="mod">
          <ac:chgData name="Ronnel D. Palenzuela" userId="27216d6f-a712-48da-bcb2-613e4bc945ac" providerId="ADAL" clId="{16FF8E01-DE24-0F4F-A559-943D670B7764}" dt="2024-08-14T14:55:35.293" v="832" actId="20577"/>
          <ac:spMkLst>
            <pc:docMk/>
            <pc:sldMk cId="538568147" sldId="265"/>
            <ac:spMk id="2" creationId="{1FD87645-D8E6-23DE-A822-448BF1054783}"/>
          </ac:spMkLst>
        </pc:spChg>
        <pc:spChg chg="mod">
          <ac:chgData name="Ronnel D. Palenzuela" userId="27216d6f-a712-48da-bcb2-613e4bc945ac" providerId="ADAL" clId="{16FF8E01-DE24-0F4F-A559-943D670B7764}" dt="2024-08-14T13:46:58.170" v="402" actId="113"/>
          <ac:spMkLst>
            <pc:docMk/>
            <pc:sldMk cId="538568147" sldId="265"/>
            <ac:spMk id="3" creationId="{F9E9654B-D8E5-22CA-371A-57FADD13842B}"/>
          </ac:spMkLst>
        </pc:spChg>
        <pc:picChg chg="add mod">
          <ac:chgData name="Ronnel D. Palenzuela" userId="27216d6f-a712-48da-bcb2-613e4bc945ac" providerId="ADAL" clId="{16FF8E01-DE24-0F4F-A559-943D670B7764}" dt="2024-08-14T14:08:52.904" v="652" actId="1076"/>
          <ac:picMkLst>
            <pc:docMk/>
            <pc:sldMk cId="538568147" sldId="265"/>
            <ac:picMk id="5" creationId="{70008023-F501-145C-0B44-5194C048510F}"/>
          </ac:picMkLst>
        </pc:picChg>
        <pc:picChg chg="add mod">
          <ac:chgData name="Ronnel D. Palenzuela" userId="27216d6f-a712-48da-bcb2-613e4bc945ac" providerId="ADAL" clId="{16FF8E01-DE24-0F4F-A559-943D670B7764}" dt="2024-08-14T14:08:59.711" v="656" actId="1076"/>
          <ac:picMkLst>
            <pc:docMk/>
            <pc:sldMk cId="538568147" sldId="265"/>
            <ac:picMk id="6" creationId="{24353777-D960-C968-46B2-C9D39EBD397E}"/>
          </ac:picMkLst>
        </pc:picChg>
        <pc:picChg chg="del">
          <ac:chgData name="Ronnel D. Palenzuela" userId="27216d6f-a712-48da-bcb2-613e4bc945ac" providerId="ADAL" clId="{16FF8E01-DE24-0F4F-A559-943D670B7764}" dt="2024-08-14T13:36:35.785" v="186" actId="478"/>
          <ac:picMkLst>
            <pc:docMk/>
            <pc:sldMk cId="538568147" sldId="265"/>
            <ac:picMk id="6" creationId="{E6F66661-8045-D9A5-7A22-9C32CFDC9130}"/>
          </ac:picMkLst>
        </pc:picChg>
        <pc:picChg chg="del">
          <ac:chgData name="Ronnel D. Palenzuela" userId="27216d6f-a712-48da-bcb2-613e4bc945ac" providerId="ADAL" clId="{16FF8E01-DE24-0F4F-A559-943D670B7764}" dt="2024-08-14T13:36:36.302" v="188" actId="478"/>
          <ac:picMkLst>
            <pc:docMk/>
            <pc:sldMk cId="538568147" sldId="265"/>
            <ac:picMk id="7" creationId="{034B6557-36A5-121F-76C7-3EA4B37D7CFA}"/>
          </ac:picMkLst>
        </pc:picChg>
        <pc:picChg chg="del">
          <ac:chgData name="Ronnel D. Palenzuela" userId="27216d6f-a712-48da-bcb2-613e4bc945ac" providerId="ADAL" clId="{16FF8E01-DE24-0F4F-A559-943D670B7764}" dt="2024-08-14T13:36:36.076" v="187" actId="478"/>
          <ac:picMkLst>
            <pc:docMk/>
            <pc:sldMk cId="538568147" sldId="265"/>
            <ac:picMk id="8" creationId="{1FB21C6D-D0A1-8AEB-319B-0296807954C0}"/>
          </ac:picMkLst>
        </pc:picChg>
        <pc:picChg chg="del">
          <ac:chgData name="Ronnel D. Palenzuela" userId="27216d6f-a712-48da-bcb2-613e4bc945ac" providerId="ADAL" clId="{16FF8E01-DE24-0F4F-A559-943D670B7764}" dt="2024-08-14T13:36:36.597" v="189" actId="478"/>
          <ac:picMkLst>
            <pc:docMk/>
            <pc:sldMk cId="538568147" sldId="265"/>
            <ac:picMk id="10" creationId="{DA4EB7EF-513D-C40D-5DC5-6B39809CDC00}"/>
          </ac:picMkLst>
        </pc:picChg>
      </pc:sldChg>
      <pc:sldChg chg="addSp delSp modSp add mod modShow modNotesTx">
        <pc:chgData name="Ronnel D. Palenzuela" userId="27216d6f-a712-48da-bcb2-613e4bc945ac" providerId="ADAL" clId="{16FF8E01-DE24-0F4F-A559-943D670B7764}" dt="2024-08-15T06:12:31.924" v="2533" actId="729"/>
        <pc:sldMkLst>
          <pc:docMk/>
          <pc:sldMk cId="1782960047" sldId="266"/>
        </pc:sldMkLst>
        <pc:spChg chg="mod">
          <ac:chgData name="Ronnel D. Palenzuela" userId="27216d6f-a712-48da-bcb2-613e4bc945ac" providerId="ADAL" clId="{16FF8E01-DE24-0F4F-A559-943D670B7764}" dt="2024-08-14T13:45:50.997" v="383" actId="20577"/>
          <ac:spMkLst>
            <pc:docMk/>
            <pc:sldMk cId="1782960047" sldId="266"/>
            <ac:spMk id="2" creationId="{1FD87645-D8E6-23DE-A822-448BF1054783}"/>
          </ac:spMkLst>
        </pc:spChg>
        <pc:spChg chg="mod">
          <ac:chgData name="Ronnel D. Palenzuela" userId="27216d6f-a712-48da-bcb2-613e4bc945ac" providerId="ADAL" clId="{16FF8E01-DE24-0F4F-A559-943D670B7764}" dt="2024-08-14T13:52:01.538" v="473" actId="207"/>
          <ac:spMkLst>
            <pc:docMk/>
            <pc:sldMk cId="1782960047" sldId="266"/>
            <ac:spMk id="3" creationId="{F9E9654B-D8E5-22CA-371A-57FADD13842B}"/>
          </ac:spMkLst>
        </pc:spChg>
        <pc:spChg chg="add mod">
          <ac:chgData name="Ronnel D. Palenzuela" userId="27216d6f-a712-48da-bcb2-613e4bc945ac" providerId="ADAL" clId="{16FF8E01-DE24-0F4F-A559-943D670B7764}" dt="2024-08-14T13:54:36.838" v="483" actId="1076"/>
          <ac:spMkLst>
            <pc:docMk/>
            <pc:sldMk cId="1782960047" sldId="266"/>
            <ac:spMk id="6" creationId="{D96DF1EF-8473-896F-2BBC-6D1558971D10}"/>
          </ac:spMkLst>
        </pc:spChg>
        <pc:picChg chg="del">
          <ac:chgData name="Ronnel D. Palenzuela" userId="27216d6f-a712-48da-bcb2-613e4bc945ac" providerId="ADAL" clId="{16FF8E01-DE24-0F4F-A559-943D670B7764}" dt="2024-08-14T13:45:55.174" v="384" actId="478"/>
          <ac:picMkLst>
            <pc:docMk/>
            <pc:sldMk cId="1782960047" sldId="266"/>
            <ac:picMk id="5" creationId="{70008023-F501-145C-0B44-5194C048510F}"/>
          </ac:picMkLst>
        </pc:picChg>
      </pc:sldChg>
      <pc:sldChg chg="add del">
        <pc:chgData name="Ronnel D. Palenzuela" userId="27216d6f-a712-48da-bcb2-613e4bc945ac" providerId="ADAL" clId="{16FF8E01-DE24-0F4F-A559-943D670B7764}" dt="2024-08-14T04:37:36.180" v="138" actId="2696"/>
        <pc:sldMkLst>
          <pc:docMk/>
          <pc:sldMk cId="3029220167" sldId="266"/>
        </pc:sldMkLst>
      </pc:sldChg>
      <pc:sldChg chg="modSp add mod modShow modNotesTx">
        <pc:chgData name="Ronnel D. Palenzuela" userId="27216d6f-a712-48da-bcb2-613e4bc945ac" providerId="ADAL" clId="{16FF8E01-DE24-0F4F-A559-943D670B7764}" dt="2024-08-15T06:12:31.924" v="2533" actId="729"/>
        <pc:sldMkLst>
          <pc:docMk/>
          <pc:sldMk cId="2149631211" sldId="267"/>
        </pc:sldMkLst>
        <pc:spChg chg="mod">
          <ac:chgData name="Ronnel D. Palenzuela" userId="27216d6f-a712-48da-bcb2-613e4bc945ac" providerId="ADAL" clId="{16FF8E01-DE24-0F4F-A559-943D670B7764}" dt="2024-08-14T15:58:59.103" v="1314" actId="11"/>
          <ac:spMkLst>
            <pc:docMk/>
            <pc:sldMk cId="2149631211" sldId="267"/>
            <ac:spMk id="3" creationId="{F9E9654B-D8E5-22CA-371A-57FADD13842B}"/>
          </ac:spMkLst>
        </pc:spChg>
      </pc:sldChg>
      <pc:sldChg chg="add del">
        <pc:chgData name="Ronnel D. Palenzuela" userId="27216d6f-a712-48da-bcb2-613e4bc945ac" providerId="ADAL" clId="{16FF8E01-DE24-0F4F-A559-943D670B7764}" dt="2024-08-14T13:54:04.562" v="479" actId="2696"/>
        <pc:sldMkLst>
          <pc:docMk/>
          <pc:sldMk cId="2717857131" sldId="267"/>
        </pc:sldMkLst>
      </pc:sldChg>
      <pc:sldChg chg="add del">
        <pc:chgData name="Ronnel D. Palenzuela" userId="27216d6f-a712-48da-bcb2-613e4bc945ac" providerId="ADAL" clId="{16FF8E01-DE24-0F4F-A559-943D670B7764}" dt="2024-08-14T04:37:36.180" v="138" actId="2696"/>
        <pc:sldMkLst>
          <pc:docMk/>
          <pc:sldMk cId="3285671655" sldId="267"/>
        </pc:sldMkLst>
      </pc:sldChg>
      <pc:sldChg chg="add del">
        <pc:chgData name="Ronnel D. Palenzuela" userId="27216d6f-a712-48da-bcb2-613e4bc945ac" providerId="ADAL" clId="{16FF8E01-DE24-0F4F-A559-943D670B7764}" dt="2024-08-14T13:54:30.391" v="482" actId="2696"/>
        <pc:sldMkLst>
          <pc:docMk/>
          <pc:sldMk cId="3367849497" sldId="267"/>
        </pc:sldMkLst>
      </pc:sldChg>
      <pc:sldChg chg="modSp add mod modShow modNotesTx">
        <pc:chgData name="Ronnel D. Palenzuela" userId="27216d6f-a712-48da-bcb2-613e4bc945ac" providerId="ADAL" clId="{16FF8E01-DE24-0F4F-A559-943D670B7764}" dt="2024-08-15T06:12:31.924" v="2533" actId="729"/>
        <pc:sldMkLst>
          <pc:docMk/>
          <pc:sldMk cId="155138258" sldId="268"/>
        </pc:sldMkLst>
        <pc:spChg chg="mod">
          <ac:chgData name="Ronnel D. Palenzuela" userId="27216d6f-a712-48da-bcb2-613e4bc945ac" providerId="ADAL" clId="{16FF8E01-DE24-0F4F-A559-943D670B7764}" dt="2024-08-14T15:59:15.816" v="1315" actId="11"/>
          <ac:spMkLst>
            <pc:docMk/>
            <pc:sldMk cId="155138258" sldId="268"/>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1637530094" sldId="268"/>
        </pc:sldMkLst>
      </pc:sldChg>
      <pc:sldChg chg="addSp modSp add mod ord modShow modNotesTx">
        <pc:chgData name="Ronnel D. Palenzuela" userId="27216d6f-a712-48da-bcb2-613e4bc945ac" providerId="ADAL" clId="{16FF8E01-DE24-0F4F-A559-943D670B7764}" dt="2024-08-15T06:12:31.924" v="2533" actId="729"/>
        <pc:sldMkLst>
          <pc:docMk/>
          <pc:sldMk cId="2831007090" sldId="269"/>
        </pc:sldMkLst>
        <pc:spChg chg="mod">
          <ac:chgData name="Ronnel D. Palenzuela" userId="27216d6f-a712-48da-bcb2-613e4bc945ac" providerId="ADAL" clId="{16FF8E01-DE24-0F4F-A559-943D670B7764}" dt="2024-08-14T14:10:47.606" v="696" actId="20577"/>
          <ac:spMkLst>
            <pc:docMk/>
            <pc:sldMk cId="2831007090" sldId="269"/>
            <ac:spMk id="2" creationId="{1FD87645-D8E6-23DE-A822-448BF1054783}"/>
          </ac:spMkLst>
        </pc:spChg>
        <pc:spChg chg="mod">
          <ac:chgData name="Ronnel D. Palenzuela" userId="27216d6f-a712-48da-bcb2-613e4bc945ac" providerId="ADAL" clId="{16FF8E01-DE24-0F4F-A559-943D670B7764}" dt="2024-08-14T14:16:06.339" v="778" actId="1076"/>
          <ac:spMkLst>
            <pc:docMk/>
            <pc:sldMk cId="2831007090" sldId="269"/>
            <ac:spMk id="3" creationId="{F9E9654B-D8E5-22CA-371A-57FADD13842B}"/>
          </ac:spMkLst>
        </pc:spChg>
        <pc:spChg chg="add mod">
          <ac:chgData name="Ronnel D. Palenzuela" userId="27216d6f-a712-48da-bcb2-613e4bc945ac" providerId="ADAL" clId="{16FF8E01-DE24-0F4F-A559-943D670B7764}" dt="2024-08-14T14:15:42.779" v="771" actId="113"/>
          <ac:spMkLst>
            <pc:docMk/>
            <pc:sldMk cId="2831007090" sldId="269"/>
            <ac:spMk id="4" creationId="{CB6DD4F9-08BE-3AF6-FDDC-AB693A0D38F1}"/>
          </ac:spMkLst>
        </pc:spChg>
      </pc:sldChg>
      <pc:sldChg chg="add del">
        <pc:chgData name="Ronnel D. Palenzuela" userId="27216d6f-a712-48da-bcb2-613e4bc945ac" providerId="ADAL" clId="{16FF8E01-DE24-0F4F-A559-943D670B7764}" dt="2024-08-14T04:37:36.180" v="138" actId="2696"/>
        <pc:sldMkLst>
          <pc:docMk/>
          <pc:sldMk cId="4018365145" sldId="269"/>
        </pc:sldMkLst>
      </pc:sldChg>
      <pc:sldChg chg="add del">
        <pc:chgData name="Ronnel D. Palenzuela" userId="27216d6f-a712-48da-bcb2-613e4bc945ac" providerId="ADAL" clId="{16FF8E01-DE24-0F4F-A559-943D670B7764}" dt="2024-08-14T04:37:36.180" v="138" actId="2696"/>
        <pc:sldMkLst>
          <pc:docMk/>
          <pc:sldMk cId="1107698705" sldId="270"/>
        </pc:sldMkLst>
      </pc:sldChg>
      <pc:sldChg chg="addSp delSp modSp add mod ord modShow modNotesTx">
        <pc:chgData name="Ronnel D. Palenzuela" userId="27216d6f-a712-48da-bcb2-613e4bc945ac" providerId="ADAL" clId="{16FF8E01-DE24-0F4F-A559-943D670B7764}" dt="2024-08-15T06:12:31.924" v="2533" actId="729"/>
        <pc:sldMkLst>
          <pc:docMk/>
          <pc:sldMk cId="2073403413" sldId="270"/>
        </pc:sldMkLst>
        <pc:spChg chg="mod">
          <ac:chgData name="Ronnel D. Palenzuela" userId="27216d6f-a712-48da-bcb2-613e4bc945ac" providerId="ADAL" clId="{16FF8E01-DE24-0F4F-A559-943D670B7764}" dt="2024-08-14T14:55:39.952" v="834" actId="20577"/>
          <ac:spMkLst>
            <pc:docMk/>
            <pc:sldMk cId="2073403413" sldId="270"/>
            <ac:spMk id="2" creationId="{1FD87645-D8E6-23DE-A822-448BF1054783}"/>
          </ac:spMkLst>
        </pc:spChg>
        <pc:spChg chg="mod">
          <ac:chgData name="Ronnel D. Palenzuela" userId="27216d6f-a712-48da-bcb2-613e4bc945ac" providerId="ADAL" clId="{16FF8E01-DE24-0F4F-A559-943D670B7764}" dt="2024-08-14T15:31:54.057" v="880" actId="207"/>
          <ac:spMkLst>
            <pc:docMk/>
            <pc:sldMk cId="2073403413" sldId="270"/>
            <ac:spMk id="3" creationId="{F9E9654B-D8E5-22CA-371A-57FADD13842B}"/>
          </ac:spMkLst>
        </pc:spChg>
        <pc:picChg chg="add del mod">
          <ac:chgData name="Ronnel D. Palenzuela" userId="27216d6f-a712-48da-bcb2-613e4bc945ac" providerId="ADAL" clId="{16FF8E01-DE24-0F4F-A559-943D670B7764}" dt="2024-08-14T15:09:23.422" v="836" actId="478"/>
          <ac:picMkLst>
            <pc:docMk/>
            <pc:sldMk cId="2073403413" sldId="270"/>
            <ac:picMk id="4" creationId="{369191B6-2A1C-3113-9BFD-747A4657F8D7}"/>
          </ac:picMkLst>
        </pc:picChg>
        <pc:picChg chg="del">
          <ac:chgData name="Ronnel D. Palenzuela" userId="27216d6f-a712-48da-bcb2-613e4bc945ac" providerId="ADAL" clId="{16FF8E01-DE24-0F4F-A559-943D670B7764}" dt="2024-08-14T14:53:40.293" v="791" actId="478"/>
          <ac:picMkLst>
            <pc:docMk/>
            <pc:sldMk cId="2073403413" sldId="270"/>
            <ac:picMk id="5" creationId="{70008023-F501-145C-0B44-5194C048510F}"/>
          </ac:picMkLst>
        </pc:picChg>
        <pc:picChg chg="del">
          <ac:chgData name="Ronnel D. Palenzuela" userId="27216d6f-a712-48da-bcb2-613e4bc945ac" providerId="ADAL" clId="{16FF8E01-DE24-0F4F-A559-943D670B7764}" dt="2024-08-14T14:53:41.454" v="792" actId="478"/>
          <ac:picMkLst>
            <pc:docMk/>
            <pc:sldMk cId="2073403413" sldId="270"/>
            <ac:picMk id="6" creationId="{24353777-D960-C968-46B2-C9D39EBD397E}"/>
          </ac:picMkLst>
        </pc:picChg>
        <pc:picChg chg="add del mod">
          <ac:chgData name="Ronnel D. Palenzuela" userId="27216d6f-a712-48da-bcb2-613e4bc945ac" providerId="ADAL" clId="{16FF8E01-DE24-0F4F-A559-943D670B7764}" dt="2024-08-14T15:09:24.556" v="837" actId="478"/>
          <ac:picMkLst>
            <pc:docMk/>
            <pc:sldMk cId="2073403413" sldId="270"/>
            <ac:picMk id="7" creationId="{CFF5A6F2-A391-E973-A9F9-EEAEDEBC41C8}"/>
          </ac:picMkLst>
        </pc:picChg>
        <pc:picChg chg="add del mod">
          <ac:chgData name="Ronnel D. Palenzuela" userId="27216d6f-a712-48da-bcb2-613e4bc945ac" providerId="ADAL" clId="{16FF8E01-DE24-0F4F-A559-943D670B7764}" dt="2024-08-14T15:38:21.939" v="921"/>
          <ac:picMkLst>
            <pc:docMk/>
            <pc:sldMk cId="2073403413" sldId="270"/>
            <ac:picMk id="8" creationId="{7628CA4E-3E92-F09C-D2FD-C46202C5E649}"/>
          </ac:picMkLst>
        </pc:picChg>
        <pc:picChg chg="add mod">
          <ac:chgData name="Ronnel D. Palenzuela" userId="27216d6f-a712-48da-bcb2-613e4bc945ac" providerId="ADAL" clId="{16FF8E01-DE24-0F4F-A559-943D670B7764}" dt="2024-08-14T15:34:34.583" v="908" actId="1076"/>
          <ac:picMkLst>
            <pc:docMk/>
            <pc:sldMk cId="2073403413" sldId="270"/>
            <ac:picMk id="9" creationId="{FFA2BE38-0E04-5FB6-310F-C9B71C57486B}"/>
          </ac:picMkLst>
        </pc:picChg>
        <pc:picChg chg="add mod">
          <ac:chgData name="Ronnel D. Palenzuela" userId="27216d6f-a712-48da-bcb2-613e4bc945ac" providerId="ADAL" clId="{16FF8E01-DE24-0F4F-A559-943D670B7764}" dt="2024-08-14T15:34:23.881" v="905" actId="1076"/>
          <ac:picMkLst>
            <pc:docMk/>
            <pc:sldMk cId="2073403413" sldId="270"/>
            <ac:picMk id="10" creationId="{667804E6-901E-3F8A-8E71-F3840CE73713}"/>
          </ac:picMkLst>
        </pc:picChg>
      </pc:sldChg>
      <pc:sldChg chg="addSp delSp modSp add mod modShow modNotesTx">
        <pc:chgData name="Ronnel D. Palenzuela" userId="27216d6f-a712-48da-bcb2-613e4bc945ac" providerId="ADAL" clId="{16FF8E01-DE24-0F4F-A559-943D670B7764}" dt="2024-08-15T06:12:31.924" v="2533" actId="729"/>
        <pc:sldMkLst>
          <pc:docMk/>
          <pc:sldMk cId="2406508294" sldId="271"/>
        </pc:sldMkLst>
        <pc:spChg chg="mod">
          <ac:chgData name="Ronnel D. Palenzuela" userId="27216d6f-a712-48da-bcb2-613e4bc945ac" providerId="ADAL" clId="{16FF8E01-DE24-0F4F-A559-943D670B7764}" dt="2024-08-14T15:45:04.117" v="1046" actId="20577"/>
          <ac:spMkLst>
            <pc:docMk/>
            <pc:sldMk cId="2406508294" sldId="271"/>
            <ac:spMk id="3" creationId="{F9E9654B-D8E5-22CA-371A-57FADD13842B}"/>
          </ac:spMkLst>
        </pc:spChg>
        <pc:spChg chg="add del">
          <ac:chgData name="Ronnel D. Palenzuela" userId="27216d6f-a712-48da-bcb2-613e4bc945ac" providerId="ADAL" clId="{16FF8E01-DE24-0F4F-A559-943D670B7764}" dt="2024-08-14T15:35:02.613" v="915" actId="22"/>
          <ac:spMkLst>
            <pc:docMk/>
            <pc:sldMk cId="2406508294" sldId="271"/>
            <ac:spMk id="5" creationId="{4142F3C9-0F99-D487-F109-5D1080BCD242}"/>
          </ac:spMkLst>
        </pc:spChg>
        <pc:spChg chg="add mod">
          <ac:chgData name="Ronnel D. Palenzuela" userId="27216d6f-a712-48da-bcb2-613e4bc945ac" providerId="ADAL" clId="{16FF8E01-DE24-0F4F-A559-943D670B7764}" dt="2024-08-14T15:35:21.596" v="919" actId="1076"/>
          <ac:spMkLst>
            <pc:docMk/>
            <pc:sldMk cId="2406508294" sldId="271"/>
            <ac:spMk id="7" creationId="{59101826-B0CF-114B-0320-F5905D2B047C}"/>
          </ac:spMkLst>
        </pc:spChg>
        <pc:picChg chg="del">
          <ac:chgData name="Ronnel D. Palenzuela" userId="27216d6f-a712-48da-bcb2-613e4bc945ac" providerId="ADAL" clId="{16FF8E01-DE24-0F4F-A559-943D670B7764}" dt="2024-08-14T15:34:53.519" v="911" actId="478"/>
          <ac:picMkLst>
            <pc:docMk/>
            <pc:sldMk cId="2406508294" sldId="271"/>
            <ac:picMk id="8" creationId="{7628CA4E-3E92-F09C-D2FD-C46202C5E649}"/>
          </ac:picMkLst>
        </pc:picChg>
        <pc:picChg chg="del">
          <ac:chgData name="Ronnel D. Palenzuela" userId="27216d6f-a712-48da-bcb2-613e4bc945ac" providerId="ADAL" clId="{16FF8E01-DE24-0F4F-A559-943D670B7764}" dt="2024-08-14T15:34:52.857" v="910" actId="478"/>
          <ac:picMkLst>
            <pc:docMk/>
            <pc:sldMk cId="2406508294" sldId="271"/>
            <ac:picMk id="9" creationId="{FFA2BE38-0E04-5FB6-310F-C9B71C57486B}"/>
          </ac:picMkLst>
        </pc:picChg>
        <pc:picChg chg="del">
          <ac:chgData name="Ronnel D. Palenzuela" userId="27216d6f-a712-48da-bcb2-613e4bc945ac" providerId="ADAL" clId="{16FF8E01-DE24-0F4F-A559-943D670B7764}" dt="2024-08-14T15:34:53.775" v="912" actId="478"/>
          <ac:picMkLst>
            <pc:docMk/>
            <pc:sldMk cId="2406508294" sldId="271"/>
            <ac:picMk id="10" creationId="{667804E6-901E-3F8A-8E71-F3840CE73713}"/>
          </ac:picMkLst>
        </pc:picChg>
        <pc:picChg chg="add del mod">
          <ac:chgData name="Ronnel D. Palenzuela" userId="27216d6f-a712-48da-bcb2-613e4bc945ac" providerId="ADAL" clId="{16FF8E01-DE24-0F4F-A559-943D670B7764}" dt="2024-08-14T15:40:56.703" v="965" actId="478"/>
          <ac:picMkLst>
            <pc:docMk/>
            <pc:sldMk cId="2406508294" sldId="271"/>
            <ac:picMk id="11" creationId="{7451C57A-98EA-DF71-2373-89D7F90904CF}"/>
          </ac:picMkLst>
        </pc:picChg>
      </pc:sldChg>
      <pc:sldChg chg="add del">
        <pc:chgData name="Ronnel D. Palenzuela" userId="27216d6f-a712-48da-bcb2-613e4bc945ac" providerId="ADAL" clId="{16FF8E01-DE24-0F4F-A559-943D670B7764}" dt="2024-08-14T04:37:36.180" v="138" actId="2696"/>
        <pc:sldMkLst>
          <pc:docMk/>
          <pc:sldMk cId="4120804606" sldId="271"/>
        </pc:sldMkLst>
      </pc:sldChg>
      <pc:sldChg chg="add del">
        <pc:chgData name="Ronnel D. Palenzuela" userId="27216d6f-a712-48da-bcb2-613e4bc945ac" providerId="ADAL" clId="{16FF8E01-DE24-0F4F-A559-943D670B7764}" dt="2024-08-14T04:37:36.180" v="138" actId="2696"/>
        <pc:sldMkLst>
          <pc:docMk/>
          <pc:sldMk cId="2005021045" sldId="272"/>
        </pc:sldMkLst>
      </pc:sldChg>
      <pc:sldChg chg="modSp add mod modShow modNotesTx">
        <pc:chgData name="Ronnel D. Palenzuela" userId="27216d6f-a712-48da-bcb2-613e4bc945ac" providerId="ADAL" clId="{16FF8E01-DE24-0F4F-A559-943D670B7764}" dt="2024-08-15T06:12:31.924" v="2533" actId="729"/>
        <pc:sldMkLst>
          <pc:docMk/>
          <pc:sldMk cId="2217730064" sldId="272"/>
        </pc:sldMkLst>
        <pc:spChg chg="mod">
          <ac:chgData name="Ronnel D. Palenzuela" userId="27216d6f-a712-48da-bcb2-613e4bc945ac" providerId="ADAL" clId="{16FF8E01-DE24-0F4F-A559-943D670B7764}" dt="2024-08-14T15:59:35.416" v="1316" actId="11"/>
          <ac:spMkLst>
            <pc:docMk/>
            <pc:sldMk cId="2217730064" sldId="272"/>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716507679" sldId="273"/>
        </pc:sldMkLst>
      </pc:sldChg>
      <pc:sldChg chg="modSp add mod ord modShow modNotesTx">
        <pc:chgData name="Ronnel D. Palenzuela" userId="27216d6f-a712-48da-bcb2-613e4bc945ac" providerId="ADAL" clId="{16FF8E01-DE24-0F4F-A559-943D670B7764}" dt="2024-08-15T06:12:31.924" v="2533" actId="729"/>
        <pc:sldMkLst>
          <pc:docMk/>
          <pc:sldMk cId="1773650369" sldId="273"/>
        </pc:sldMkLst>
        <pc:spChg chg="mod">
          <ac:chgData name="Ronnel D. Palenzuela" userId="27216d6f-a712-48da-bcb2-613e4bc945ac" providerId="ADAL" clId="{16FF8E01-DE24-0F4F-A559-943D670B7764}" dt="2024-08-14T15:59:48.974" v="1318" actId="11"/>
          <ac:spMkLst>
            <pc:docMk/>
            <pc:sldMk cId="1773650369" sldId="273"/>
            <ac:spMk id="3" creationId="{F9E9654B-D8E5-22CA-371A-57FADD13842B}"/>
          </ac:spMkLst>
        </pc:spChg>
      </pc:sldChg>
      <pc:sldChg chg="add del ord">
        <pc:chgData name="Ronnel D. Palenzuela" userId="27216d6f-a712-48da-bcb2-613e4bc945ac" providerId="ADAL" clId="{16FF8E01-DE24-0F4F-A559-943D670B7764}" dt="2024-08-14T16:09:44.931" v="1436" actId="2696"/>
        <pc:sldMkLst>
          <pc:docMk/>
          <pc:sldMk cId="415108391" sldId="274"/>
        </pc:sldMkLst>
      </pc:sldChg>
      <pc:sldChg chg="addSp modSp add mod modNotesTx">
        <pc:chgData name="Ronnel D. Palenzuela" userId="27216d6f-a712-48da-bcb2-613e4bc945ac" providerId="ADAL" clId="{16FF8E01-DE24-0F4F-A559-943D670B7764}" dt="2024-08-14T17:35:56.996" v="2348" actId="207"/>
        <pc:sldMkLst>
          <pc:docMk/>
          <pc:sldMk cId="3520817057" sldId="274"/>
        </pc:sldMkLst>
        <pc:spChg chg="mod">
          <ac:chgData name="Ronnel D. Palenzuela" userId="27216d6f-a712-48da-bcb2-613e4bc945ac" providerId="ADAL" clId="{16FF8E01-DE24-0F4F-A559-943D670B7764}" dt="2024-08-14T16:34:48.838" v="1740" actId="1076"/>
          <ac:spMkLst>
            <pc:docMk/>
            <pc:sldMk cId="3520817057" sldId="274"/>
            <ac:spMk id="2" creationId="{4B9DC0FD-E73C-26A6-891F-61B461076958}"/>
          </ac:spMkLst>
        </pc:spChg>
        <pc:spChg chg="add mod">
          <ac:chgData name="Ronnel D. Palenzuela" userId="27216d6f-a712-48da-bcb2-613e4bc945ac" providerId="ADAL" clId="{16FF8E01-DE24-0F4F-A559-943D670B7764}" dt="2024-08-14T17:35:56.996" v="2348" actId="207"/>
          <ac:spMkLst>
            <pc:docMk/>
            <pc:sldMk cId="3520817057" sldId="274"/>
            <ac:spMk id="4" creationId="{02334A40-A4A9-25FE-DC7A-9B1C1C6A0886}"/>
          </ac:spMkLst>
        </pc:spChg>
      </pc:sldChg>
      <pc:sldChg chg="addSp delSp modSp add del mod">
        <pc:chgData name="Ronnel D. Palenzuela" userId="27216d6f-a712-48da-bcb2-613e4bc945ac" providerId="ADAL" clId="{16FF8E01-DE24-0F4F-A559-943D670B7764}" dt="2024-08-14T16:15:45.956" v="1532" actId="2696"/>
        <pc:sldMkLst>
          <pc:docMk/>
          <pc:sldMk cId="2172138736" sldId="275"/>
        </pc:sldMkLst>
        <pc:spChg chg="mod">
          <ac:chgData name="Ronnel D. Palenzuela" userId="27216d6f-a712-48da-bcb2-613e4bc945ac" providerId="ADAL" clId="{16FF8E01-DE24-0F4F-A559-943D670B7764}" dt="2024-08-14T16:15:14.648" v="1524" actId="20577"/>
          <ac:spMkLst>
            <pc:docMk/>
            <pc:sldMk cId="2172138736" sldId="275"/>
            <ac:spMk id="2" creationId="{1FD87645-D8E6-23DE-A822-448BF1054783}"/>
          </ac:spMkLst>
        </pc:spChg>
        <pc:spChg chg="mod">
          <ac:chgData name="Ronnel D. Palenzuela" userId="27216d6f-a712-48da-bcb2-613e4bc945ac" providerId="ADAL" clId="{16FF8E01-DE24-0F4F-A559-943D670B7764}" dt="2024-08-14T16:15:40.915" v="1531"/>
          <ac:spMkLst>
            <pc:docMk/>
            <pc:sldMk cId="2172138736" sldId="275"/>
            <ac:spMk id="3" creationId="{F9E9654B-D8E5-22CA-371A-57FADD13842B}"/>
          </ac:spMkLst>
        </pc:spChg>
        <pc:picChg chg="add del mod">
          <ac:chgData name="Ronnel D. Palenzuela" userId="27216d6f-a712-48da-bcb2-613e4bc945ac" providerId="ADAL" clId="{16FF8E01-DE24-0F4F-A559-943D670B7764}" dt="2024-08-14T16:15:16.283" v="1525" actId="478"/>
          <ac:picMkLst>
            <pc:docMk/>
            <pc:sldMk cId="2172138736" sldId="275"/>
            <ac:picMk id="4" creationId="{3DD2775A-1217-7607-D818-9986C2B95701}"/>
          </ac:picMkLst>
        </pc:picChg>
        <pc:picChg chg="del">
          <ac:chgData name="Ronnel D. Palenzuela" userId="27216d6f-a712-48da-bcb2-613e4bc945ac" providerId="ADAL" clId="{16FF8E01-DE24-0F4F-A559-943D670B7764}" dt="2024-08-14T16:10:15.858" v="1472" actId="478"/>
          <ac:picMkLst>
            <pc:docMk/>
            <pc:sldMk cId="2172138736" sldId="275"/>
            <ac:picMk id="8" creationId="{7628CA4E-3E92-F09C-D2FD-C46202C5E649}"/>
          </ac:picMkLst>
        </pc:picChg>
        <pc:picChg chg="del">
          <ac:chgData name="Ronnel D. Palenzuela" userId="27216d6f-a712-48da-bcb2-613e4bc945ac" providerId="ADAL" clId="{16FF8E01-DE24-0F4F-A559-943D670B7764}" dt="2024-08-14T16:10:15.605" v="1471" actId="478"/>
          <ac:picMkLst>
            <pc:docMk/>
            <pc:sldMk cId="2172138736" sldId="275"/>
            <ac:picMk id="9" creationId="{FFA2BE38-0E04-5FB6-310F-C9B71C57486B}"/>
          </ac:picMkLst>
        </pc:picChg>
        <pc:picChg chg="del">
          <ac:chgData name="Ronnel D. Palenzuela" userId="27216d6f-a712-48da-bcb2-613e4bc945ac" providerId="ADAL" clId="{16FF8E01-DE24-0F4F-A559-943D670B7764}" dt="2024-08-14T16:10:16.066" v="1473" actId="478"/>
          <ac:picMkLst>
            <pc:docMk/>
            <pc:sldMk cId="2172138736" sldId="275"/>
            <ac:picMk id="10" creationId="{667804E6-901E-3F8A-8E71-F3840CE73713}"/>
          </ac:picMkLst>
        </pc:picChg>
      </pc:sldChg>
      <pc:sldChg chg="add del">
        <pc:chgData name="Ronnel D. Palenzuela" userId="27216d6f-a712-48da-bcb2-613e4bc945ac" providerId="ADAL" clId="{16FF8E01-DE24-0F4F-A559-943D670B7764}" dt="2024-08-14T04:37:36.180" v="138" actId="2696"/>
        <pc:sldMkLst>
          <pc:docMk/>
          <pc:sldMk cId="4070147815" sldId="275"/>
        </pc:sldMkLst>
      </pc:sldChg>
      <pc:sldChg chg="modSp add mod ord modNotesTx">
        <pc:chgData name="Ronnel D. Palenzuela" userId="27216d6f-a712-48da-bcb2-613e4bc945ac" providerId="ADAL" clId="{16FF8E01-DE24-0F4F-A559-943D670B7764}" dt="2024-08-14T16:34:54.089" v="1743" actId="20577"/>
        <pc:sldMkLst>
          <pc:docMk/>
          <pc:sldMk cId="2154677164" sldId="276"/>
        </pc:sldMkLst>
        <pc:spChg chg="mod">
          <ac:chgData name="Ronnel D. Palenzuela" userId="27216d6f-a712-48da-bcb2-613e4bc945ac" providerId="ADAL" clId="{16FF8E01-DE24-0F4F-A559-943D670B7764}" dt="2024-08-14T16:34:54.089" v="1743" actId="20577"/>
          <ac:spMkLst>
            <pc:docMk/>
            <pc:sldMk cId="2154677164" sldId="276"/>
            <ac:spMk id="2" creationId="{1FD87645-D8E6-23DE-A822-448BF1054783}"/>
          </ac:spMkLst>
        </pc:spChg>
        <pc:spChg chg="mod">
          <ac:chgData name="Ronnel D. Palenzuela" userId="27216d6f-a712-48da-bcb2-613e4bc945ac" providerId="ADAL" clId="{16FF8E01-DE24-0F4F-A559-943D670B7764}" dt="2024-08-14T16:15:04.817" v="1513" actId="207"/>
          <ac:spMkLst>
            <pc:docMk/>
            <pc:sldMk cId="2154677164" sldId="276"/>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3621742425" sldId="276"/>
        </pc:sldMkLst>
      </pc:sldChg>
      <pc:sldChg chg="add del">
        <pc:chgData name="Ronnel D. Palenzuela" userId="27216d6f-a712-48da-bcb2-613e4bc945ac" providerId="ADAL" clId="{16FF8E01-DE24-0F4F-A559-943D670B7764}" dt="2024-08-14T04:37:36.180" v="138" actId="2696"/>
        <pc:sldMkLst>
          <pc:docMk/>
          <pc:sldMk cId="908275361" sldId="277"/>
        </pc:sldMkLst>
      </pc:sldChg>
      <pc:sldChg chg="addSp delSp modSp add mod modNotesTx">
        <pc:chgData name="Ronnel D. Palenzuela" userId="27216d6f-a712-48da-bcb2-613e4bc945ac" providerId="ADAL" clId="{16FF8E01-DE24-0F4F-A559-943D670B7764}" dt="2024-08-14T16:24:40.231" v="1652"/>
        <pc:sldMkLst>
          <pc:docMk/>
          <pc:sldMk cId="1655093992" sldId="277"/>
        </pc:sldMkLst>
        <pc:spChg chg="mod">
          <ac:chgData name="Ronnel D. Palenzuela" userId="27216d6f-a712-48da-bcb2-613e4bc945ac" providerId="ADAL" clId="{16FF8E01-DE24-0F4F-A559-943D670B7764}" dt="2024-08-14T16:15:53.933" v="1548" actId="20577"/>
          <ac:spMkLst>
            <pc:docMk/>
            <pc:sldMk cId="1655093992" sldId="277"/>
            <ac:spMk id="2" creationId="{1FD87645-D8E6-23DE-A822-448BF1054783}"/>
          </ac:spMkLst>
        </pc:spChg>
        <pc:spChg chg="mod">
          <ac:chgData name="Ronnel D. Palenzuela" userId="27216d6f-a712-48da-bcb2-613e4bc945ac" providerId="ADAL" clId="{16FF8E01-DE24-0F4F-A559-943D670B7764}" dt="2024-08-14T16:16:03.761" v="1554" actId="207"/>
          <ac:spMkLst>
            <pc:docMk/>
            <pc:sldMk cId="1655093992" sldId="277"/>
            <ac:spMk id="3" creationId="{F9E9654B-D8E5-22CA-371A-57FADD13842B}"/>
          </ac:spMkLst>
        </pc:spChg>
        <pc:picChg chg="del">
          <ac:chgData name="Ronnel D. Palenzuela" userId="27216d6f-a712-48da-bcb2-613e4bc945ac" providerId="ADAL" clId="{16FF8E01-DE24-0F4F-A559-943D670B7764}" dt="2024-08-14T16:15:49.738" v="1534" actId="478"/>
          <ac:picMkLst>
            <pc:docMk/>
            <pc:sldMk cId="1655093992" sldId="277"/>
            <ac:picMk id="4" creationId="{3DD2775A-1217-7607-D818-9986C2B95701}"/>
          </ac:picMkLst>
        </pc:picChg>
        <pc:picChg chg="add mod">
          <ac:chgData name="Ronnel D. Palenzuela" userId="27216d6f-a712-48da-bcb2-613e4bc945ac" providerId="ADAL" clId="{16FF8E01-DE24-0F4F-A559-943D670B7764}" dt="2024-08-14T16:22:20.410" v="1645" actId="1076"/>
          <ac:picMkLst>
            <pc:docMk/>
            <pc:sldMk cId="1655093992" sldId="277"/>
            <ac:picMk id="5" creationId="{21F98874-7EDA-6F8F-7A52-E913F2501EF4}"/>
          </ac:picMkLst>
        </pc:picChg>
        <pc:picChg chg="add mod">
          <ac:chgData name="Ronnel D. Palenzuela" userId="27216d6f-a712-48da-bcb2-613e4bc945ac" providerId="ADAL" clId="{16FF8E01-DE24-0F4F-A559-943D670B7764}" dt="2024-08-14T16:22:19.327" v="1644" actId="1076"/>
          <ac:picMkLst>
            <pc:docMk/>
            <pc:sldMk cId="1655093992" sldId="277"/>
            <ac:picMk id="6" creationId="{AB87846A-7FEB-769F-7BA7-C9DDDB124761}"/>
          </ac:picMkLst>
        </pc:picChg>
      </pc:sldChg>
      <pc:sldChg chg="add del">
        <pc:chgData name="Ronnel D. Palenzuela" userId="27216d6f-a712-48da-bcb2-613e4bc945ac" providerId="ADAL" clId="{16FF8E01-DE24-0F4F-A559-943D670B7764}" dt="2024-08-14T04:37:36.180" v="138" actId="2696"/>
        <pc:sldMkLst>
          <pc:docMk/>
          <pc:sldMk cId="928633288" sldId="278"/>
        </pc:sldMkLst>
      </pc:sldChg>
      <pc:sldChg chg="addSp delSp modSp add mod modNotesTx">
        <pc:chgData name="Ronnel D. Palenzuela" userId="27216d6f-a712-48da-bcb2-613e4bc945ac" providerId="ADAL" clId="{16FF8E01-DE24-0F4F-A559-943D670B7764}" dt="2024-08-14T16:25:33.500" v="1670"/>
        <pc:sldMkLst>
          <pc:docMk/>
          <pc:sldMk cId="1084106175" sldId="278"/>
        </pc:sldMkLst>
        <pc:spChg chg="mod">
          <ac:chgData name="Ronnel D. Palenzuela" userId="27216d6f-a712-48da-bcb2-613e4bc945ac" providerId="ADAL" clId="{16FF8E01-DE24-0F4F-A559-943D670B7764}" dt="2024-08-14T16:16:15.683" v="1568" actId="20577"/>
          <ac:spMkLst>
            <pc:docMk/>
            <pc:sldMk cId="1084106175" sldId="278"/>
            <ac:spMk id="2" creationId="{1FD87645-D8E6-23DE-A822-448BF1054783}"/>
          </ac:spMkLst>
        </pc:spChg>
        <pc:spChg chg="mod">
          <ac:chgData name="Ronnel D. Palenzuela" userId="27216d6f-a712-48da-bcb2-613e4bc945ac" providerId="ADAL" clId="{16FF8E01-DE24-0F4F-A559-943D670B7764}" dt="2024-08-14T16:18:13.356" v="1628" actId="207"/>
          <ac:spMkLst>
            <pc:docMk/>
            <pc:sldMk cId="1084106175" sldId="278"/>
            <ac:spMk id="3" creationId="{F9E9654B-D8E5-22CA-371A-57FADD13842B}"/>
          </ac:spMkLst>
        </pc:spChg>
        <pc:spChg chg="add del">
          <ac:chgData name="Ronnel D. Palenzuela" userId="27216d6f-a712-48da-bcb2-613e4bc945ac" providerId="ADAL" clId="{16FF8E01-DE24-0F4F-A559-943D670B7764}" dt="2024-08-14T16:17:30.269" v="1608" actId="22"/>
          <ac:spMkLst>
            <pc:docMk/>
            <pc:sldMk cId="1084106175" sldId="278"/>
            <ac:spMk id="5" creationId="{161974CA-D17A-C7C9-D387-4B786DACE39F}"/>
          </ac:spMkLst>
        </pc:spChg>
        <pc:picChg chg="add mod">
          <ac:chgData name="Ronnel D. Palenzuela" userId="27216d6f-a712-48da-bcb2-613e4bc945ac" providerId="ADAL" clId="{16FF8E01-DE24-0F4F-A559-943D670B7764}" dt="2024-08-14T16:24:18.313" v="1650" actId="1076"/>
          <ac:picMkLst>
            <pc:docMk/>
            <pc:sldMk cId="1084106175" sldId="278"/>
            <ac:picMk id="6" creationId="{1DBAEE34-611C-C72E-D674-1D598742FCFC}"/>
          </ac:picMkLst>
        </pc:picChg>
      </pc:sldChg>
      <pc:sldChg chg="addSp delSp modSp add mod modNotesTx">
        <pc:chgData name="Ronnel D. Palenzuela" userId="27216d6f-a712-48da-bcb2-613e4bc945ac" providerId="ADAL" clId="{16FF8E01-DE24-0F4F-A559-943D670B7764}" dt="2024-08-14T16:28:49.228" v="1688" actId="1076"/>
        <pc:sldMkLst>
          <pc:docMk/>
          <pc:sldMk cId="562485659" sldId="279"/>
        </pc:sldMkLst>
        <pc:spChg chg="mod">
          <ac:chgData name="Ronnel D. Palenzuela" userId="27216d6f-a712-48da-bcb2-613e4bc945ac" providerId="ADAL" clId="{16FF8E01-DE24-0F4F-A559-943D670B7764}" dt="2024-08-14T16:16:20.804" v="1575" actId="20577"/>
          <ac:spMkLst>
            <pc:docMk/>
            <pc:sldMk cId="562485659" sldId="279"/>
            <ac:spMk id="2" creationId="{1FD87645-D8E6-23DE-A822-448BF1054783}"/>
          </ac:spMkLst>
        </pc:spChg>
        <pc:spChg chg="add del mod">
          <ac:chgData name="Ronnel D. Palenzuela" userId="27216d6f-a712-48da-bcb2-613e4bc945ac" providerId="ADAL" clId="{16FF8E01-DE24-0F4F-A559-943D670B7764}" dt="2024-08-14T16:18:17.416" v="1630" actId="207"/>
          <ac:spMkLst>
            <pc:docMk/>
            <pc:sldMk cId="562485659" sldId="279"/>
            <ac:spMk id="3" creationId="{F9E9654B-D8E5-22CA-371A-57FADD13842B}"/>
          </ac:spMkLst>
        </pc:spChg>
        <pc:spChg chg="add del mod">
          <ac:chgData name="Ronnel D. Palenzuela" userId="27216d6f-a712-48da-bcb2-613e4bc945ac" providerId="ADAL" clId="{16FF8E01-DE24-0F4F-A559-943D670B7764}" dt="2024-08-14T16:17:08.500" v="1600" actId="478"/>
          <ac:spMkLst>
            <pc:docMk/>
            <pc:sldMk cId="562485659" sldId="279"/>
            <ac:spMk id="5" creationId="{C512883A-C3F1-9C1D-1BC0-B118C33FB485}"/>
          </ac:spMkLst>
        </pc:spChg>
        <pc:picChg chg="add mod">
          <ac:chgData name="Ronnel D. Palenzuela" userId="27216d6f-a712-48da-bcb2-613e4bc945ac" providerId="ADAL" clId="{16FF8E01-DE24-0F4F-A559-943D670B7764}" dt="2024-08-14T16:28:47.407" v="1687" actId="1076"/>
          <ac:picMkLst>
            <pc:docMk/>
            <pc:sldMk cId="562485659" sldId="279"/>
            <ac:picMk id="6" creationId="{25F73CC1-53BA-4567-E3BA-1C63F2D9CE93}"/>
          </ac:picMkLst>
        </pc:picChg>
        <pc:picChg chg="add mod">
          <ac:chgData name="Ronnel D. Palenzuela" userId="27216d6f-a712-48da-bcb2-613e4bc945ac" providerId="ADAL" clId="{16FF8E01-DE24-0F4F-A559-943D670B7764}" dt="2024-08-14T16:28:49.228" v="1688" actId="1076"/>
          <ac:picMkLst>
            <pc:docMk/>
            <pc:sldMk cId="562485659" sldId="279"/>
            <ac:picMk id="7" creationId="{3FAF6F31-D00C-5848-28EC-E4192A65B293}"/>
          </ac:picMkLst>
        </pc:picChg>
      </pc:sldChg>
      <pc:sldChg chg="add del">
        <pc:chgData name="Ronnel D. Palenzuela" userId="27216d6f-a712-48da-bcb2-613e4bc945ac" providerId="ADAL" clId="{16FF8E01-DE24-0F4F-A559-943D670B7764}" dt="2024-08-14T04:37:36.180" v="138" actId="2696"/>
        <pc:sldMkLst>
          <pc:docMk/>
          <pc:sldMk cId="2220697961" sldId="279"/>
        </pc:sldMkLst>
      </pc:sldChg>
      <pc:sldChg chg="addSp modSp add mod modNotesTx">
        <pc:chgData name="Ronnel D. Palenzuela" userId="27216d6f-a712-48da-bcb2-613e4bc945ac" providerId="ADAL" clId="{16FF8E01-DE24-0F4F-A559-943D670B7764}" dt="2024-08-14T17:09:09.590" v="2182"/>
        <pc:sldMkLst>
          <pc:docMk/>
          <pc:sldMk cId="2101055377" sldId="280"/>
        </pc:sldMkLst>
        <pc:spChg chg="mod">
          <ac:chgData name="Ronnel D. Palenzuela" userId="27216d6f-a712-48da-bcb2-613e4bc945ac" providerId="ADAL" clId="{16FF8E01-DE24-0F4F-A559-943D670B7764}" dt="2024-08-14T16:16:29.753" v="1592" actId="20577"/>
          <ac:spMkLst>
            <pc:docMk/>
            <pc:sldMk cId="2101055377" sldId="280"/>
            <ac:spMk id="2" creationId="{1FD87645-D8E6-23DE-A822-448BF1054783}"/>
          </ac:spMkLst>
        </pc:spChg>
        <pc:spChg chg="mod">
          <ac:chgData name="Ronnel D. Palenzuela" userId="27216d6f-a712-48da-bcb2-613e4bc945ac" providerId="ADAL" clId="{16FF8E01-DE24-0F4F-A559-943D670B7764}" dt="2024-08-14T16:18:21.161" v="1632" actId="207"/>
          <ac:spMkLst>
            <pc:docMk/>
            <pc:sldMk cId="2101055377" sldId="280"/>
            <ac:spMk id="3" creationId="{F9E9654B-D8E5-22CA-371A-57FADD13842B}"/>
          </ac:spMkLst>
        </pc:spChg>
        <pc:picChg chg="add mod">
          <ac:chgData name="Ronnel D. Palenzuela" userId="27216d6f-a712-48da-bcb2-613e4bc945ac" providerId="ADAL" clId="{16FF8E01-DE24-0F4F-A559-943D670B7764}" dt="2024-08-14T16:30:09.396" v="1697" actId="1076"/>
          <ac:picMkLst>
            <pc:docMk/>
            <pc:sldMk cId="2101055377" sldId="280"/>
            <ac:picMk id="4" creationId="{B5ABF6ED-2604-A356-F8D2-8A031F072FC1}"/>
          </ac:picMkLst>
        </pc:picChg>
        <pc:picChg chg="add mod">
          <ac:chgData name="Ronnel D. Palenzuela" userId="27216d6f-a712-48da-bcb2-613e4bc945ac" providerId="ADAL" clId="{16FF8E01-DE24-0F4F-A559-943D670B7764}" dt="2024-08-14T16:30:09.396" v="1697" actId="1076"/>
          <ac:picMkLst>
            <pc:docMk/>
            <pc:sldMk cId="2101055377" sldId="280"/>
            <ac:picMk id="5" creationId="{EE318E40-1124-8135-1738-B9359FE81254}"/>
          </ac:picMkLst>
        </pc:picChg>
      </pc:sldChg>
      <pc:sldChg chg="add del">
        <pc:chgData name="Ronnel D. Palenzuela" userId="27216d6f-a712-48da-bcb2-613e4bc945ac" providerId="ADAL" clId="{16FF8E01-DE24-0F4F-A559-943D670B7764}" dt="2024-08-14T04:37:36.180" v="138" actId="2696"/>
        <pc:sldMkLst>
          <pc:docMk/>
          <pc:sldMk cId="2456681114" sldId="280"/>
        </pc:sldMkLst>
      </pc:sldChg>
      <pc:sldChg chg="add del">
        <pc:chgData name="Ronnel D. Palenzuela" userId="27216d6f-a712-48da-bcb2-613e4bc945ac" providerId="ADAL" clId="{16FF8E01-DE24-0F4F-A559-943D670B7764}" dt="2024-08-14T04:37:36.180" v="138" actId="2696"/>
        <pc:sldMkLst>
          <pc:docMk/>
          <pc:sldMk cId="1557213172" sldId="281"/>
        </pc:sldMkLst>
      </pc:sldChg>
      <pc:sldChg chg="addSp modSp add mod ord modNotesTx">
        <pc:chgData name="Ronnel D. Palenzuela" userId="27216d6f-a712-48da-bcb2-613e4bc945ac" providerId="ADAL" clId="{16FF8E01-DE24-0F4F-A559-943D670B7764}" dt="2024-08-14T17:09:31.130" v="2186"/>
        <pc:sldMkLst>
          <pc:docMk/>
          <pc:sldMk cId="4052999246" sldId="281"/>
        </pc:sldMkLst>
        <pc:spChg chg="mod">
          <ac:chgData name="Ronnel D. Palenzuela" userId="27216d6f-a712-48da-bcb2-613e4bc945ac" providerId="ADAL" clId="{16FF8E01-DE24-0F4F-A559-943D670B7764}" dt="2024-08-14T16:16:42.177" v="1594"/>
          <ac:spMkLst>
            <pc:docMk/>
            <pc:sldMk cId="4052999246" sldId="281"/>
            <ac:spMk id="2" creationId="{1FD87645-D8E6-23DE-A822-448BF1054783}"/>
          </ac:spMkLst>
        </pc:spChg>
        <pc:spChg chg="mod">
          <ac:chgData name="Ronnel D. Palenzuela" userId="27216d6f-a712-48da-bcb2-613e4bc945ac" providerId="ADAL" clId="{16FF8E01-DE24-0F4F-A559-943D670B7764}" dt="2024-08-14T16:18:25.511" v="1634" actId="207"/>
          <ac:spMkLst>
            <pc:docMk/>
            <pc:sldMk cId="4052999246" sldId="281"/>
            <ac:spMk id="3" creationId="{F9E9654B-D8E5-22CA-371A-57FADD13842B}"/>
          </ac:spMkLst>
        </pc:spChg>
        <pc:picChg chg="add mod">
          <ac:chgData name="Ronnel D. Palenzuela" userId="27216d6f-a712-48da-bcb2-613e4bc945ac" providerId="ADAL" clId="{16FF8E01-DE24-0F4F-A559-943D670B7764}" dt="2024-08-14T16:31:29.020" v="1716" actId="1076"/>
          <ac:picMkLst>
            <pc:docMk/>
            <pc:sldMk cId="4052999246" sldId="281"/>
            <ac:picMk id="4" creationId="{5548C54F-301E-DCA9-21D7-E0AD96A9FA43}"/>
          </ac:picMkLst>
        </pc:picChg>
        <pc:picChg chg="add mod">
          <ac:chgData name="Ronnel D. Palenzuela" userId="27216d6f-a712-48da-bcb2-613e4bc945ac" providerId="ADAL" clId="{16FF8E01-DE24-0F4F-A559-943D670B7764}" dt="2024-08-14T16:31:30.328" v="1717" actId="1076"/>
          <ac:picMkLst>
            <pc:docMk/>
            <pc:sldMk cId="4052999246" sldId="281"/>
            <ac:picMk id="5" creationId="{89C006CD-3837-CB39-23CD-A101C01CDA91}"/>
          </ac:picMkLst>
        </pc:picChg>
      </pc:sldChg>
      <pc:sldChg chg="add del">
        <pc:chgData name="Ronnel D. Palenzuela" userId="27216d6f-a712-48da-bcb2-613e4bc945ac" providerId="ADAL" clId="{16FF8E01-DE24-0F4F-A559-943D670B7764}" dt="2024-08-14T04:37:36.180" v="138" actId="2696"/>
        <pc:sldMkLst>
          <pc:docMk/>
          <pc:sldMk cId="296683317" sldId="282"/>
        </pc:sldMkLst>
      </pc:sldChg>
      <pc:sldChg chg="addSp delSp modSp add mod ord">
        <pc:chgData name="Ronnel D. Palenzuela" userId="27216d6f-a712-48da-bcb2-613e4bc945ac" providerId="ADAL" clId="{16FF8E01-DE24-0F4F-A559-943D670B7764}" dt="2024-08-14T16:58:26.475" v="2121" actId="20577"/>
        <pc:sldMkLst>
          <pc:docMk/>
          <pc:sldMk cId="3651396270" sldId="282"/>
        </pc:sldMkLst>
        <pc:spChg chg="mod">
          <ac:chgData name="Ronnel D. Palenzuela" userId="27216d6f-a712-48da-bcb2-613e4bc945ac" providerId="ADAL" clId="{16FF8E01-DE24-0F4F-A559-943D670B7764}" dt="2024-08-14T16:38:16.616" v="1763" actId="20577"/>
          <ac:spMkLst>
            <pc:docMk/>
            <pc:sldMk cId="3651396270" sldId="282"/>
            <ac:spMk id="2" creationId="{1FD87645-D8E6-23DE-A822-448BF1054783}"/>
          </ac:spMkLst>
        </pc:spChg>
        <pc:spChg chg="mod">
          <ac:chgData name="Ronnel D. Palenzuela" userId="27216d6f-a712-48da-bcb2-613e4bc945ac" providerId="ADAL" clId="{16FF8E01-DE24-0F4F-A559-943D670B7764}" dt="2024-08-14T16:58:26.475" v="2121" actId="20577"/>
          <ac:spMkLst>
            <pc:docMk/>
            <pc:sldMk cId="3651396270" sldId="282"/>
            <ac:spMk id="3" creationId="{F9E9654B-D8E5-22CA-371A-57FADD13842B}"/>
          </ac:spMkLst>
        </pc:spChg>
        <pc:picChg chg="del">
          <ac:chgData name="Ronnel D. Palenzuela" userId="27216d6f-a712-48da-bcb2-613e4bc945ac" providerId="ADAL" clId="{16FF8E01-DE24-0F4F-A559-943D670B7764}" dt="2024-08-14T16:33:50.779" v="1722" actId="478"/>
          <ac:picMkLst>
            <pc:docMk/>
            <pc:sldMk cId="3651396270" sldId="282"/>
            <ac:picMk id="4" creationId="{3DD2775A-1217-7607-D818-9986C2B95701}"/>
          </ac:picMkLst>
        </pc:picChg>
        <pc:picChg chg="add del mod">
          <ac:chgData name="Ronnel D. Palenzuela" userId="27216d6f-a712-48da-bcb2-613e4bc945ac" providerId="ADAL" clId="{16FF8E01-DE24-0F4F-A559-943D670B7764}" dt="2024-08-14T16:33:57.413" v="1726" actId="478"/>
          <ac:picMkLst>
            <pc:docMk/>
            <pc:sldMk cId="3651396270" sldId="282"/>
            <ac:picMk id="5" creationId="{5C4865FA-8A85-CD96-7E00-91EA3C1322EA}"/>
          </ac:picMkLst>
        </pc:picChg>
        <pc:picChg chg="add mod">
          <ac:chgData name="Ronnel D. Palenzuela" userId="27216d6f-a712-48da-bcb2-613e4bc945ac" providerId="ADAL" clId="{16FF8E01-DE24-0F4F-A559-943D670B7764}" dt="2024-08-14T16:37:32.689" v="1754" actId="1076"/>
          <ac:picMkLst>
            <pc:docMk/>
            <pc:sldMk cId="3651396270" sldId="282"/>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993575964" sldId="283"/>
        </pc:sldMkLst>
      </pc:sldChg>
      <pc:sldChg chg="addSp delSp modSp add mod modNotesTx">
        <pc:chgData name="Ronnel D. Palenzuela" userId="27216d6f-a712-48da-bcb2-613e4bc945ac" providerId="ADAL" clId="{16FF8E01-DE24-0F4F-A559-943D670B7764}" dt="2024-08-14T17:02:26.342" v="2138"/>
        <pc:sldMkLst>
          <pc:docMk/>
          <pc:sldMk cId="3162599194" sldId="283"/>
        </pc:sldMkLst>
        <pc:spChg chg="mod">
          <ac:chgData name="Ronnel D. Palenzuela" userId="27216d6f-a712-48da-bcb2-613e4bc945ac" providerId="ADAL" clId="{16FF8E01-DE24-0F4F-A559-943D670B7764}" dt="2024-08-14T16:47:28.766" v="1822"/>
          <ac:spMkLst>
            <pc:docMk/>
            <pc:sldMk cId="3162599194" sldId="283"/>
            <ac:spMk id="2" creationId="{1FD87645-D8E6-23DE-A822-448BF1054783}"/>
          </ac:spMkLst>
        </pc:spChg>
        <pc:spChg chg="mod">
          <ac:chgData name="Ronnel D. Palenzuela" userId="27216d6f-a712-48da-bcb2-613e4bc945ac" providerId="ADAL" clId="{16FF8E01-DE24-0F4F-A559-943D670B7764}" dt="2024-08-14T16:52:16.070" v="1994" actId="207"/>
          <ac:spMkLst>
            <pc:docMk/>
            <pc:sldMk cId="3162599194" sldId="283"/>
            <ac:spMk id="3" creationId="{F9E9654B-D8E5-22CA-371A-57FADD13842B}"/>
          </ac:spMkLst>
        </pc:spChg>
        <pc:spChg chg="add mod">
          <ac:chgData name="Ronnel D. Palenzuela" userId="27216d6f-a712-48da-bcb2-613e4bc945ac" providerId="ADAL" clId="{16FF8E01-DE24-0F4F-A559-943D670B7764}" dt="2024-08-14T16:57:40.683" v="2117" actId="1076"/>
          <ac:spMkLst>
            <pc:docMk/>
            <pc:sldMk cId="3162599194" sldId="283"/>
            <ac:spMk id="4" creationId="{B086C906-76C1-C80B-2402-3CD150AED030}"/>
          </ac:spMkLst>
        </pc:spChg>
        <pc:spChg chg="add mod">
          <ac:chgData name="Ronnel D. Palenzuela" userId="27216d6f-a712-48da-bcb2-613e4bc945ac" providerId="ADAL" clId="{16FF8E01-DE24-0F4F-A559-943D670B7764}" dt="2024-08-14T16:52:23.273" v="2000" actId="113"/>
          <ac:spMkLst>
            <pc:docMk/>
            <pc:sldMk cId="3162599194" sldId="283"/>
            <ac:spMk id="5" creationId="{374C59D7-230E-26A4-3307-5D188332993A}"/>
          </ac:spMkLst>
        </pc:spChg>
        <pc:picChg chg="del">
          <ac:chgData name="Ronnel D. Palenzuela" userId="27216d6f-a712-48da-bcb2-613e4bc945ac" providerId="ADAL" clId="{16FF8E01-DE24-0F4F-A559-943D670B7764}" dt="2024-08-14T16:39:23.886" v="1788" actId="478"/>
          <ac:picMkLst>
            <pc:docMk/>
            <pc:sldMk cId="3162599194" sldId="283"/>
            <ac:picMk id="6" creationId="{FB4307CA-B2C0-91D7-AC3C-D22C8F2AE28E}"/>
          </ac:picMkLst>
        </pc:picChg>
      </pc:sldChg>
      <pc:sldChg chg="delSp modSp add del mod">
        <pc:chgData name="Ronnel D. Palenzuela" userId="27216d6f-a712-48da-bcb2-613e4bc945ac" providerId="ADAL" clId="{16FF8E01-DE24-0F4F-A559-943D670B7764}" dt="2024-08-14T16:52:56.130" v="2002" actId="2696"/>
        <pc:sldMkLst>
          <pc:docMk/>
          <pc:sldMk cId="476145324" sldId="284"/>
        </pc:sldMkLst>
        <pc:spChg chg="mod">
          <ac:chgData name="Ronnel D. Palenzuela" userId="27216d6f-a712-48da-bcb2-613e4bc945ac" providerId="ADAL" clId="{16FF8E01-DE24-0F4F-A559-943D670B7764}" dt="2024-08-14T16:39:28.295" v="1798" actId="20577"/>
          <ac:spMkLst>
            <pc:docMk/>
            <pc:sldMk cId="476145324" sldId="284"/>
            <ac:spMk id="2" creationId="{1FD87645-D8E6-23DE-A822-448BF1054783}"/>
          </ac:spMkLst>
        </pc:spChg>
        <pc:picChg chg="del">
          <ac:chgData name="Ronnel D. Palenzuela" userId="27216d6f-a712-48da-bcb2-613e4bc945ac" providerId="ADAL" clId="{16FF8E01-DE24-0F4F-A559-943D670B7764}" dt="2024-08-14T16:39:22.241" v="1787" actId="478"/>
          <ac:picMkLst>
            <pc:docMk/>
            <pc:sldMk cId="476145324" sldId="284"/>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1253337562" sldId="284"/>
        </pc:sldMkLst>
      </pc:sldChg>
      <pc:sldChg chg="add del">
        <pc:chgData name="Ronnel D. Palenzuela" userId="27216d6f-a712-48da-bcb2-613e4bc945ac" providerId="ADAL" clId="{16FF8E01-DE24-0F4F-A559-943D670B7764}" dt="2024-08-14T04:37:36.180" v="138" actId="2696"/>
        <pc:sldMkLst>
          <pc:docMk/>
          <pc:sldMk cId="2980579114" sldId="285"/>
        </pc:sldMkLst>
      </pc:sldChg>
      <pc:sldChg chg="modSp add del mod">
        <pc:chgData name="Ronnel D. Palenzuela" userId="27216d6f-a712-48da-bcb2-613e4bc945ac" providerId="ADAL" clId="{16FF8E01-DE24-0F4F-A559-943D670B7764}" dt="2024-08-14T16:55:44.538" v="2067" actId="2696"/>
        <pc:sldMkLst>
          <pc:docMk/>
          <pc:sldMk cId="3500652590" sldId="285"/>
        </pc:sldMkLst>
        <pc:spChg chg="mod">
          <ac:chgData name="Ronnel D. Palenzuela" userId="27216d6f-a712-48da-bcb2-613e4bc945ac" providerId="ADAL" clId="{16FF8E01-DE24-0F4F-A559-943D670B7764}" dt="2024-08-14T16:39:32.355" v="1805" actId="20577"/>
          <ac:spMkLst>
            <pc:docMk/>
            <pc:sldMk cId="3500652590" sldId="285"/>
            <ac:spMk id="2" creationId="{1FD87645-D8E6-23DE-A822-448BF1054783}"/>
          </ac:spMkLst>
        </pc:spChg>
      </pc:sldChg>
      <pc:sldChg chg="add del">
        <pc:chgData name="Ronnel D. Palenzuela" userId="27216d6f-a712-48da-bcb2-613e4bc945ac" providerId="ADAL" clId="{16FF8E01-DE24-0F4F-A559-943D670B7764}" dt="2024-08-14T04:37:36.180" v="138" actId="2696"/>
        <pc:sldMkLst>
          <pc:docMk/>
          <pc:sldMk cId="1581186720" sldId="286"/>
        </pc:sldMkLst>
      </pc:sldChg>
      <pc:sldChg chg="addSp delSp modSp add mod modNotesTx">
        <pc:chgData name="Ronnel D. Palenzuela" userId="27216d6f-a712-48da-bcb2-613e4bc945ac" providerId="ADAL" clId="{16FF8E01-DE24-0F4F-A559-943D670B7764}" dt="2024-08-14T17:04:33.737" v="2156" actId="1076"/>
        <pc:sldMkLst>
          <pc:docMk/>
          <pc:sldMk cId="1740139509" sldId="286"/>
        </pc:sldMkLst>
        <pc:spChg chg="mod">
          <ac:chgData name="Ronnel D. Palenzuela" userId="27216d6f-a712-48da-bcb2-613e4bc945ac" providerId="ADAL" clId="{16FF8E01-DE24-0F4F-A559-943D670B7764}" dt="2024-08-14T16:53:39.266" v="2019" actId="20577"/>
          <ac:spMkLst>
            <pc:docMk/>
            <pc:sldMk cId="1740139509" sldId="286"/>
            <ac:spMk id="2" creationId="{1FD87645-D8E6-23DE-A822-448BF1054783}"/>
          </ac:spMkLst>
        </pc:spChg>
        <pc:spChg chg="mod">
          <ac:chgData name="Ronnel D. Palenzuela" userId="27216d6f-a712-48da-bcb2-613e4bc945ac" providerId="ADAL" clId="{16FF8E01-DE24-0F4F-A559-943D670B7764}" dt="2024-08-14T16:54:54.289" v="2059" actId="27636"/>
          <ac:spMkLst>
            <pc:docMk/>
            <pc:sldMk cId="1740139509" sldId="286"/>
            <ac:spMk id="3" creationId="{F9E9654B-D8E5-22CA-371A-57FADD13842B}"/>
          </ac:spMkLst>
        </pc:spChg>
        <pc:spChg chg="mod">
          <ac:chgData name="Ronnel D. Palenzuela" userId="27216d6f-a712-48da-bcb2-613e4bc945ac" providerId="ADAL" clId="{16FF8E01-DE24-0F4F-A559-943D670B7764}" dt="2024-08-14T16:57:02.572" v="2104" actId="1076"/>
          <ac:spMkLst>
            <pc:docMk/>
            <pc:sldMk cId="1740139509" sldId="286"/>
            <ac:spMk id="4" creationId="{B086C906-76C1-C80B-2402-3CD150AED030}"/>
          </ac:spMkLst>
        </pc:spChg>
        <pc:spChg chg="del mod">
          <ac:chgData name="Ronnel D. Palenzuela" userId="27216d6f-a712-48da-bcb2-613e4bc945ac" providerId="ADAL" clId="{16FF8E01-DE24-0F4F-A559-943D670B7764}" dt="2024-08-14T16:54:29.712" v="2047" actId="478"/>
          <ac:spMkLst>
            <pc:docMk/>
            <pc:sldMk cId="1740139509" sldId="286"/>
            <ac:spMk id="5" creationId="{374C59D7-230E-26A4-3307-5D188332993A}"/>
          </ac:spMkLst>
        </pc:spChg>
        <pc:picChg chg="add mod">
          <ac:chgData name="Ronnel D. Palenzuela" userId="27216d6f-a712-48da-bcb2-613e4bc945ac" providerId="ADAL" clId="{16FF8E01-DE24-0F4F-A559-943D670B7764}" dt="2024-08-14T17:04:33.737" v="2156" actId="1076"/>
          <ac:picMkLst>
            <pc:docMk/>
            <pc:sldMk cId="1740139509" sldId="286"/>
            <ac:picMk id="6" creationId="{7355D678-29E7-A4B1-013E-B622157A0CE9}"/>
          </ac:picMkLst>
        </pc:picChg>
      </pc:sldChg>
      <pc:sldChg chg="addSp delSp modSp add mod ord modNotesTx">
        <pc:chgData name="Ronnel D. Palenzuela" userId="27216d6f-a712-48da-bcb2-613e4bc945ac" providerId="ADAL" clId="{16FF8E01-DE24-0F4F-A559-943D670B7764}" dt="2024-08-14T17:09:41.649" v="2189" actId="20578"/>
        <pc:sldMkLst>
          <pc:docMk/>
          <pc:sldMk cId="2244338286" sldId="287"/>
        </pc:sldMkLst>
        <pc:spChg chg="mod">
          <ac:chgData name="Ronnel D. Palenzuela" userId="27216d6f-a712-48da-bcb2-613e4bc945ac" providerId="ADAL" clId="{16FF8E01-DE24-0F4F-A559-943D670B7764}" dt="2024-08-14T16:55:51.174" v="2074" actId="20577"/>
          <ac:spMkLst>
            <pc:docMk/>
            <pc:sldMk cId="2244338286" sldId="287"/>
            <ac:spMk id="2" creationId="{1FD87645-D8E6-23DE-A822-448BF1054783}"/>
          </ac:spMkLst>
        </pc:spChg>
        <pc:spChg chg="mod">
          <ac:chgData name="Ronnel D. Palenzuela" userId="27216d6f-a712-48da-bcb2-613e4bc945ac" providerId="ADAL" clId="{16FF8E01-DE24-0F4F-A559-943D670B7764}" dt="2024-08-14T16:56:49.755" v="2102" actId="27636"/>
          <ac:spMkLst>
            <pc:docMk/>
            <pc:sldMk cId="2244338286" sldId="287"/>
            <ac:spMk id="3" creationId="{F9E9654B-D8E5-22CA-371A-57FADD13842B}"/>
          </ac:spMkLst>
        </pc:spChg>
        <pc:spChg chg="mod">
          <ac:chgData name="Ronnel D. Palenzuela" userId="27216d6f-a712-48da-bcb2-613e4bc945ac" providerId="ADAL" clId="{16FF8E01-DE24-0F4F-A559-943D670B7764}" dt="2024-08-14T16:57:17.574" v="2108" actId="1076"/>
          <ac:spMkLst>
            <pc:docMk/>
            <pc:sldMk cId="2244338286" sldId="287"/>
            <ac:spMk id="4" creationId="{B086C906-76C1-C80B-2402-3CD150AED030}"/>
          </ac:spMkLst>
        </pc:spChg>
        <pc:picChg chg="add del mod">
          <ac:chgData name="Ronnel D. Palenzuela" userId="27216d6f-a712-48da-bcb2-613e4bc945ac" providerId="ADAL" clId="{16FF8E01-DE24-0F4F-A559-943D670B7764}" dt="2024-08-14T17:06:20.306" v="2162" actId="478"/>
          <ac:picMkLst>
            <pc:docMk/>
            <pc:sldMk cId="2244338286" sldId="287"/>
            <ac:picMk id="5" creationId="{C84F9925-8BF0-7942-2733-4A5D508AEA7C}"/>
          </ac:picMkLst>
        </pc:picChg>
        <pc:picChg chg="add mod">
          <ac:chgData name="Ronnel D. Palenzuela" userId="27216d6f-a712-48da-bcb2-613e4bc945ac" providerId="ADAL" clId="{16FF8E01-DE24-0F4F-A559-943D670B7764}" dt="2024-08-14T17:07:53.726" v="2172" actId="1076"/>
          <ac:picMkLst>
            <pc:docMk/>
            <pc:sldMk cId="2244338286" sldId="287"/>
            <ac:picMk id="6" creationId="{FABA4C1D-2D18-55BC-C0A4-FFF3AFC35C03}"/>
          </ac:picMkLst>
        </pc:picChg>
        <pc:picChg chg="add mod">
          <ac:chgData name="Ronnel D. Palenzuela" userId="27216d6f-a712-48da-bcb2-613e4bc945ac" providerId="ADAL" clId="{16FF8E01-DE24-0F4F-A559-943D670B7764}" dt="2024-08-14T17:07:55.489" v="2173" actId="1076"/>
          <ac:picMkLst>
            <pc:docMk/>
            <pc:sldMk cId="2244338286" sldId="287"/>
            <ac:picMk id="7" creationId="{C43B6C84-21DD-D63D-908A-759A84CA71F1}"/>
          </ac:picMkLst>
        </pc:picChg>
      </pc:sldChg>
      <pc:sldChg chg="add del">
        <pc:chgData name="Ronnel D. Palenzuela" userId="27216d6f-a712-48da-bcb2-613e4bc945ac" providerId="ADAL" clId="{16FF8E01-DE24-0F4F-A559-943D670B7764}" dt="2024-08-14T04:37:36.180" v="138" actId="2696"/>
        <pc:sldMkLst>
          <pc:docMk/>
          <pc:sldMk cId="4278137860" sldId="287"/>
        </pc:sldMkLst>
      </pc:sldChg>
      <pc:sldChg chg="addSp delSp modSp add mod ord modNotesTx">
        <pc:chgData name="Ronnel D. Palenzuela" userId="27216d6f-a712-48da-bcb2-613e4bc945ac" providerId="ADAL" clId="{16FF8E01-DE24-0F4F-A559-943D670B7764}" dt="2024-08-15T02:15:44.096" v="2527" actId="20577"/>
        <pc:sldMkLst>
          <pc:docMk/>
          <pc:sldMk cId="2479479881" sldId="288"/>
        </pc:sldMkLst>
        <pc:spChg chg="mod">
          <ac:chgData name="Ronnel D. Palenzuela" userId="27216d6f-a712-48da-bcb2-613e4bc945ac" providerId="ADAL" clId="{16FF8E01-DE24-0F4F-A559-943D670B7764}" dt="2024-08-14T17:10:09.427" v="2193"/>
          <ac:spMkLst>
            <pc:docMk/>
            <pc:sldMk cId="2479479881" sldId="288"/>
            <ac:spMk id="2" creationId="{1FD87645-D8E6-23DE-A822-448BF1054783}"/>
          </ac:spMkLst>
        </pc:spChg>
        <pc:spChg chg="mod">
          <ac:chgData name="Ronnel D. Palenzuela" userId="27216d6f-a712-48da-bcb2-613e4bc945ac" providerId="ADAL" clId="{16FF8E01-DE24-0F4F-A559-943D670B7764}" dt="2024-08-15T02:15:44.096" v="2527" actId="20577"/>
          <ac:spMkLst>
            <pc:docMk/>
            <pc:sldMk cId="2479479881" sldId="288"/>
            <ac:spMk id="3" creationId="{F9E9654B-D8E5-22CA-371A-57FADD13842B}"/>
          </ac:spMkLst>
        </pc:spChg>
        <pc:picChg chg="add mod">
          <ac:chgData name="Ronnel D. Palenzuela" userId="27216d6f-a712-48da-bcb2-613e4bc945ac" providerId="ADAL" clId="{16FF8E01-DE24-0F4F-A559-943D670B7764}" dt="2024-08-14T17:24:50.208" v="2303" actId="1076"/>
          <ac:picMkLst>
            <pc:docMk/>
            <pc:sldMk cId="2479479881" sldId="288"/>
            <ac:picMk id="4" creationId="{AF7B02EF-789B-13F1-37A8-FD2A27B92C39}"/>
          </ac:picMkLst>
        </pc:picChg>
        <pc:picChg chg="add mod">
          <ac:chgData name="Ronnel D. Palenzuela" userId="27216d6f-a712-48da-bcb2-613e4bc945ac" providerId="ADAL" clId="{16FF8E01-DE24-0F4F-A559-943D670B7764}" dt="2024-08-14T17:24:49.104" v="2302" actId="1076"/>
          <ac:picMkLst>
            <pc:docMk/>
            <pc:sldMk cId="2479479881" sldId="288"/>
            <ac:picMk id="5" creationId="{D6307E59-5ABC-0E69-DD46-32B7DC644359}"/>
          </ac:picMkLst>
        </pc:picChg>
        <pc:picChg chg="del">
          <ac:chgData name="Ronnel D. Palenzuela" userId="27216d6f-a712-48da-bcb2-613e4bc945ac" providerId="ADAL" clId="{16FF8E01-DE24-0F4F-A559-943D670B7764}" dt="2024-08-14T17:10:50.216" v="2201" actId="478"/>
          <ac:picMkLst>
            <pc:docMk/>
            <pc:sldMk cId="2479479881" sldId="288"/>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3972629357" sldId="288"/>
        </pc:sldMkLst>
      </pc:sldChg>
      <pc:sldChg chg="addSp delSp modSp add mod modNotesTx">
        <pc:chgData name="Ronnel D. Palenzuela" userId="27216d6f-a712-48da-bcb2-613e4bc945ac" providerId="ADAL" clId="{16FF8E01-DE24-0F4F-A559-943D670B7764}" dt="2024-08-15T03:52:08.349" v="2531" actId="20577"/>
        <pc:sldMkLst>
          <pc:docMk/>
          <pc:sldMk cId="1306085031" sldId="289"/>
        </pc:sldMkLst>
        <pc:spChg chg="mod">
          <ac:chgData name="Ronnel D. Palenzuela" userId="27216d6f-a712-48da-bcb2-613e4bc945ac" providerId="ADAL" clId="{16FF8E01-DE24-0F4F-A559-943D670B7764}" dt="2024-08-14T17:10:29.110" v="2196" actId="20577"/>
          <ac:spMkLst>
            <pc:docMk/>
            <pc:sldMk cId="1306085031" sldId="289"/>
            <ac:spMk id="2" creationId="{1FD87645-D8E6-23DE-A822-448BF1054783}"/>
          </ac:spMkLst>
        </pc:spChg>
        <pc:spChg chg="mod">
          <ac:chgData name="Ronnel D. Palenzuela" userId="27216d6f-a712-48da-bcb2-613e4bc945ac" providerId="ADAL" clId="{16FF8E01-DE24-0F4F-A559-943D670B7764}" dt="2024-08-15T03:52:08.349" v="2531" actId="20577"/>
          <ac:spMkLst>
            <pc:docMk/>
            <pc:sldMk cId="1306085031" sldId="289"/>
            <ac:spMk id="3" creationId="{F9E9654B-D8E5-22CA-371A-57FADD13842B}"/>
          </ac:spMkLst>
        </pc:spChg>
        <pc:picChg chg="add mod">
          <ac:chgData name="Ronnel D. Palenzuela" userId="27216d6f-a712-48da-bcb2-613e4bc945ac" providerId="ADAL" clId="{16FF8E01-DE24-0F4F-A559-943D670B7764}" dt="2024-08-14T17:28:52.052" v="2320" actId="1076"/>
          <ac:picMkLst>
            <pc:docMk/>
            <pc:sldMk cId="1306085031" sldId="289"/>
            <ac:picMk id="4" creationId="{348B68C4-CC0D-0D98-D64F-7F073EC0550F}"/>
          </ac:picMkLst>
        </pc:picChg>
        <pc:picChg chg="add del mod">
          <ac:chgData name="Ronnel D. Palenzuela" userId="27216d6f-a712-48da-bcb2-613e4bc945ac" providerId="ADAL" clId="{16FF8E01-DE24-0F4F-A559-943D670B7764}" dt="2024-08-14T17:34:52.342" v="2323" actId="478"/>
          <ac:picMkLst>
            <pc:docMk/>
            <pc:sldMk cId="1306085031" sldId="289"/>
            <ac:picMk id="5" creationId="{514E46FE-484E-F430-4A44-43DE9197FE51}"/>
          </ac:picMkLst>
        </pc:picChg>
        <pc:picChg chg="del">
          <ac:chgData name="Ronnel D. Palenzuela" userId="27216d6f-a712-48da-bcb2-613e4bc945ac" providerId="ADAL" clId="{16FF8E01-DE24-0F4F-A559-943D670B7764}" dt="2024-08-14T17:10:48.048" v="2199" actId="478"/>
          <ac:picMkLst>
            <pc:docMk/>
            <pc:sldMk cId="1306085031" sldId="289"/>
            <ac:picMk id="6" creationId="{FB4307CA-B2C0-91D7-AC3C-D22C8F2AE28E}"/>
          </ac:picMkLst>
        </pc:picChg>
        <pc:picChg chg="add mod">
          <ac:chgData name="Ronnel D. Palenzuela" userId="27216d6f-a712-48da-bcb2-613e4bc945ac" providerId="ADAL" clId="{16FF8E01-DE24-0F4F-A559-943D670B7764}" dt="2024-08-14T17:34:57.159" v="2326" actId="1076"/>
          <ac:picMkLst>
            <pc:docMk/>
            <pc:sldMk cId="1306085031" sldId="289"/>
            <ac:picMk id="7" creationId="{EA60A796-7362-0FE0-7118-D1172B57B748}"/>
          </ac:picMkLst>
        </pc:picChg>
      </pc:sldChg>
      <pc:sldChg chg="add del">
        <pc:chgData name="Ronnel D. Palenzuela" userId="27216d6f-a712-48da-bcb2-613e4bc945ac" providerId="ADAL" clId="{16FF8E01-DE24-0F4F-A559-943D670B7764}" dt="2024-08-14T04:37:36.180" v="138" actId="2696"/>
        <pc:sldMkLst>
          <pc:docMk/>
          <pc:sldMk cId="2990164252" sldId="289"/>
        </pc:sldMkLst>
      </pc:sldChg>
      <pc:sldChg chg="addSp delSp modSp add mod">
        <pc:chgData name="Ronnel D. Palenzuela" userId="27216d6f-a712-48da-bcb2-613e4bc945ac" providerId="ADAL" clId="{16FF8E01-DE24-0F4F-A559-943D670B7764}" dt="2024-08-14T17:50:12.782" v="2526" actId="207"/>
        <pc:sldMkLst>
          <pc:docMk/>
          <pc:sldMk cId="926710605" sldId="290"/>
        </pc:sldMkLst>
        <pc:spChg chg="mod">
          <ac:chgData name="Ronnel D. Palenzuela" userId="27216d6f-a712-48da-bcb2-613e4bc945ac" providerId="ADAL" clId="{16FF8E01-DE24-0F4F-A559-943D670B7764}" dt="2024-08-14T17:13:25.130" v="2214" actId="20577"/>
          <ac:spMkLst>
            <pc:docMk/>
            <pc:sldMk cId="926710605" sldId="290"/>
            <ac:spMk id="2" creationId="{1FD87645-D8E6-23DE-A822-448BF1054783}"/>
          </ac:spMkLst>
        </pc:spChg>
        <pc:spChg chg="mod">
          <ac:chgData name="Ronnel D. Palenzuela" userId="27216d6f-a712-48da-bcb2-613e4bc945ac" providerId="ADAL" clId="{16FF8E01-DE24-0F4F-A559-943D670B7764}" dt="2024-08-14T17:50:12.782" v="2526" actId="207"/>
          <ac:spMkLst>
            <pc:docMk/>
            <pc:sldMk cId="926710605" sldId="290"/>
            <ac:spMk id="3" creationId="{F9E9654B-D8E5-22CA-371A-57FADD13842B}"/>
          </ac:spMkLst>
        </pc:spChg>
        <pc:picChg chg="add del mod">
          <ac:chgData name="Ronnel D. Palenzuela" userId="27216d6f-a712-48da-bcb2-613e4bc945ac" providerId="ADAL" clId="{16FF8E01-DE24-0F4F-A559-943D670B7764}" dt="2024-08-14T17:16:19.870" v="2228" actId="478"/>
          <ac:picMkLst>
            <pc:docMk/>
            <pc:sldMk cId="926710605" sldId="290"/>
            <ac:picMk id="4" creationId="{EDC21406-25B3-5E1C-5A7A-A71E21C74D60}"/>
          </ac:picMkLst>
        </pc:picChg>
        <pc:picChg chg="add del mod">
          <ac:chgData name="Ronnel D. Palenzuela" userId="27216d6f-a712-48da-bcb2-613e4bc945ac" providerId="ADAL" clId="{16FF8E01-DE24-0F4F-A559-943D670B7764}" dt="2024-08-14T17:41:36.468" v="2400" actId="1076"/>
          <ac:picMkLst>
            <pc:docMk/>
            <pc:sldMk cId="926710605" sldId="290"/>
            <ac:picMk id="5" creationId="{6F24035F-763D-2A44-9E4D-3B3AB777BA78}"/>
          </ac:picMkLst>
        </pc:picChg>
        <pc:picChg chg="del">
          <ac:chgData name="Ronnel D. Palenzuela" userId="27216d6f-a712-48da-bcb2-613e4bc945ac" providerId="ADAL" clId="{16FF8E01-DE24-0F4F-A559-943D670B7764}" dt="2024-08-14T17:10:49.106" v="2200" actId="478"/>
          <ac:picMkLst>
            <pc:docMk/>
            <pc:sldMk cId="926710605" sldId="290"/>
            <ac:picMk id="6" creationId="{FB4307CA-B2C0-91D7-AC3C-D22C8F2AE28E}"/>
          </ac:picMkLst>
        </pc:picChg>
        <pc:picChg chg="add mod">
          <ac:chgData name="Ronnel D. Palenzuela" userId="27216d6f-a712-48da-bcb2-613e4bc945ac" providerId="ADAL" clId="{16FF8E01-DE24-0F4F-A559-943D670B7764}" dt="2024-08-14T17:41:43.973" v="2401" actId="1076"/>
          <ac:picMkLst>
            <pc:docMk/>
            <pc:sldMk cId="926710605" sldId="290"/>
            <ac:picMk id="7" creationId="{5A1661AD-4B34-6DA1-9F77-CE678239C894}"/>
          </ac:picMkLst>
        </pc:picChg>
        <pc:picChg chg="add mod">
          <ac:chgData name="Ronnel D. Palenzuela" userId="27216d6f-a712-48da-bcb2-613e4bc945ac" providerId="ADAL" clId="{16FF8E01-DE24-0F4F-A559-943D670B7764}" dt="2024-08-14T17:41:32.404" v="2398" actId="1076"/>
          <ac:picMkLst>
            <pc:docMk/>
            <pc:sldMk cId="926710605" sldId="290"/>
            <ac:picMk id="8" creationId="{E4E637F6-DB44-DC58-477A-29220CC8DA04}"/>
          </ac:picMkLst>
        </pc:picChg>
      </pc:sldChg>
      <pc:sldChg chg="add del">
        <pc:chgData name="Ronnel D. Palenzuela" userId="27216d6f-a712-48da-bcb2-613e4bc945ac" providerId="ADAL" clId="{16FF8E01-DE24-0F4F-A559-943D670B7764}" dt="2024-08-14T04:37:36.180" v="138" actId="2696"/>
        <pc:sldMkLst>
          <pc:docMk/>
          <pc:sldMk cId="1111498698" sldId="290"/>
        </pc:sldMkLst>
      </pc:sldChg>
      <pc:sldChg chg="addSp delSp modSp add mod modNotesTx">
        <pc:chgData name="Ronnel D. Palenzuela" userId="27216d6f-a712-48da-bcb2-613e4bc945ac" providerId="ADAL" clId="{16FF8E01-DE24-0F4F-A559-943D670B7764}" dt="2024-08-14T17:48:56.991" v="2524" actId="1076"/>
        <pc:sldMkLst>
          <pc:docMk/>
          <pc:sldMk cId="234676306" sldId="291"/>
        </pc:sldMkLst>
        <pc:spChg chg="mod">
          <ac:chgData name="Ronnel D. Palenzuela" userId="27216d6f-a712-48da-bcb2-613e4bc945ac" providerId="ADAL" clId="{16FF8E01-DE24-0F4F-A559-943D670B7764}" dt="2024-08-14T17:18:52.390" v="2243" actId="20577"/>
          <ac:spMkLst>
            <pc:docMk/>
            <pc:sldMk cId="234676306" sldId="291"/>
            <ac:spMk id="2" creationId="{1FD87645-D8E6-23DE-A822-448BF1054783}"/>
          </ac:spMkLst>
        </pc:spChg>
        <pc:spChg chg="mod">
          <ac:chgData name="Ronnel D. Palenzuela" userId="27216d6f-a712-48da-bcb2-613e4bc945ac" providerId="ADAL" clId="{16FF8E01-DE24-0F4F-A559-943D670B7764}" dt="2024-08-14T17:44:12.036" v="2474" actId="20577"/>
          <ac:spMkLst>
            <pc:docMk/>
            <pc:sldMk cId="234676306" sldId="291"/>
            <ac:spMk id="3" creationId="{F9E9654B-D8E5-22CA-371A-57FADD13842B}"/>
          </ac:spMkLst>
        </pc:spChg>
        <pc:picChg chg="add mod">
          <ac:chgData name="Ronnel D. Palenzuela" userId="27216d6f-a712-48da-bcb2-613e4bc945ac" providerId="ADAL" clId="{16FF8E01-DE24-0F4F-A559-943D670B7764}" dt="2024-08-14T17:48:56.991" v="2524" actId="1076"/>
          <ac:picMkLst>
            <pc:docMk/>
            <pc:sldMk cId="234676306" sldId="291"/>
            <ac:picMk id="4" creationId="{77B54F2E-F3FD-7965-C9AC-7AD3C16CC21A}"/>
          </ac:picMkLst>
        </pc:picChg>
        <pc:picChg chg="del">
          <ac:chgData name="Ronnel D. Palenzuela" userId="27216d6f-a712-48da-bcb2-613e4bc945ac" providerId="ADAL" clId="{16FF8E01-DE24-0F4F-A559-943D670B7764}" dt="2024-08-14T17:43:01.527" v="2455" actId="478"/>
          <ac:picMkLst>
            <pc:docMk/>
            <pc:sldMk cId="234676306" sldId="291"/>
            <ac:picMk id="5" creationId="{6F24035F-763D-2A44-9E4D-3B3AB777BA78}"/>
          </ac:picMkLst>
        </pc:picChg>
        <pc:picChg chg="add del mod">
          <ac:chgData name="Ronnel D. Palenzuela" userId="27216d6f-a712-48da-bcb2-613e4bc945ac" providerId="ADAL" clId="{16FF8E01-DE24-0F4F-A559-943D670B7764}" dt="2024-08-14T17:47:51.981" v="2508" actId="478"/>
          <ac:picMkLst>
            <pc:docMk/>
            <pc:sldMk cId="234676306" sldId="291"/>
            <ac:picMk id="6" creationId="{50F79B71-AA73-A4EC-42FF-95E9F8E1747A}"/>
          </ac:picMkLst>
        </pc:picChg>
        <pc:picChg chg="add mod">
          <ac:chgData name="Ronnel D. Palenzuela" userId="27216d6f-a712-48da-bcb2-613e4bc945ac" providerId="ADAL" clId="{16FF8E01-DE24-0F4F-A559-943D670B7764}" dt="2024-08-14T17:48:51.118" v="2520" actId="1076"/>
          <ac:picMkLst>
            <pc:docMk/>
            <pc:sldMk cId="234676306" sldId="291"/>
            <ac:picMk id="7" creationId="{BFFCD08C-39CF-85D4-AFAB-20D06151775B}"/>
          </ac:picMkLst>
        </pc:picChg>
        <pc:picChg chg="add mod">
          <ac:chgData name="Ronnel D. Palenzuela" userId="27216d6f-a712-48da-bcb2-613e4bc945ac" providerId="ADAL" clId="{16FF8E01-DE24-0F4F-A559-943D670B7764}" dt="2024-08-14T17:48:55.627" v="2522" actId="1076"/>
          <ac:picMkLst>
            <pc:docMk/>
            <pc:sldMk cId="234676306" sldId="291"/>
            <ac:picMk id="8" creationId="{94650D83-6F61-D6E5-506A-5BEBD5E1B8C5}"/>
          </ac:picMkLst>
        </pc:picChg>
      </pc:sldChg>
      <pc:sldChg chg="add del">
        <pc:chgData name="Ronnel D. Palenzuela" userId="27216d6f-a712-48da-bcb2-613e4bc945ac" providerId="ADAL" clId="{16FF8E01-DE24-0F4F-A559-943D670B7764}" dt="2024-08-14T04:37:36.180" v="138" actId="2696"/>
        <pc:sldMkLst>
          <pc:docMk/>
          <pc:sldMk cId="815011119" sldId="291"/>
        </pc:sldMkLst>
      </pc:sldChg>
      <pc:sldMasterChg chg="modSldLayout">
        <pc:chgData name="Ronnel D. Palenzuela" userId="27216d6f-a712-48da-bcb2-613e4bc945ac" providerId="ADAL" clId="{16FF8E01-DE24-0F4F-A559-943D670B7764}" dt="2024-08-14T16:14:03.102" v="1502" actId="20577"/>
        <pc:sldMasterMkLst>
          <pc:docMk/>
          <pc:sldMasterMk cId="651270159" sldId="2147483648"/>
        </pc:sldMasterMkLst>
        <pc:sldLayoutChg chg="modSp mod">
          <pc:chgData name="Ronnel D. Palenzuela" userId="27216d6f-a712-48da-bcb2-613e4bc945ac" providerId="ADAL" clId="{16FF8E01-DE24-0F4F-A559-943D670B7764}" dt="2024-08-14T16:13:56.324" v="1498" actId="20577"/>
          <pc:sldLayoutMkLst>
            <pc:docMk/>
            <pc:sldMasterMk cId="651270159" sldId="2147483648"/>
            <pc:sldLayoutMk cId="2921653432" sldId="2147483649"/>
          </pc:sldLayoutMkLst>
          <pc:spChg chg="mod">
            <ac:chgData name="Ronnel D. Palenzuela" userId="27216d6f-a712-48da-bcb2-613e4bc945ac" providerId="ADAL" clId="{16FF8E01-DE24-0F4F-A559-943D670B7764}" dt="2024-08-14T16:13:56.324" v="1498" actId="20577"/>
            <ac:spMkLst>
              <pc:docMk/>
              <pc:sldMasterMk cId="651270159" sldId="2147483648"/>
              <pc:sldLayoutMk cId="2921653432" sldId="2147483649"/>
              <ac:spMk id="14" creationId="{D0B6F2F1-CE07-6C53-35DD-423B006969A2}"/>
            </ac:spMkLst>
          </pc:spChg>
        </pc:sldLayoutChg>
        <pc:sldLayoutChg chg="modSp mod">
          <pc:chgData name="Ronnel D. Palenzuela" userId="27216d6f-a712-48da-bcb2-613e4bc945ac" providerId="ADAL" clId="{16FF8E01-DE24-0F4F-A559-943D670B7764}" dt="2024-08-14T16:13:59.827" v="1500" actId="20577"/>
          <pc:sldLayoutMkLst>
            <pc:docMk/>
            <pc:sldMasterMk cId="651270159" sldId="2147483648"/>
            <pc:sldLayoutMk cId="414239045" sldId="2147483650"/>
          </pc:sldLayoutMkLst>
          <pc:spChg chg="mod">
            <ac:chgData name="Ronnel D. Palenzuela" userId="27216d6f-a712-48da-bcb2-613e4bc945ac" providerId="ADAL" clId="{16FF8E01-DE24-0F4F-A559-943D670B7764}" dt="2024-08-14T16:13:59.827" v="1500" actId="20577"/>
            <ac:spMkLst>
              <pc:docMk/>
              <pc:sldMasterMk cId="651270159" sldId="2147483648"/>
              <pc:sldLayoutMk cId="414239045" sldId="2147483650"/>
              <ac:spMk id="8" creationId="{A20CEFFD-1670-10A5-7ED4-7F9703262EA1}"/>
            </ac:spMkLst>
          </pc:spChg>
        </pc:sldLayoutChg>
        <pc:sldLayoutChg chg="modSp mod">
          <pc:chgData name="Ronnel D. Palenzuela" userId="27216d6f-a712-48da-bcb2-613e4bc945ac" providerId="ADAL" clId="{16FF8E01-DE24-0F4F-A559-943D670B7764}" dt="2024-08-14T16:14:03.102" v="1502" actId="20577"/>
          <pc:sldLayoutMkLst>
            <pc:docMk/>
            <pc:sldMasterMk cId="651270159" sldId="2147483648"/>
            <pc:sldLayoutMk cId="2618641526" sldId="2147483653"/>
          </pc:sldLayoutMkLst>
          <pc:spChg chg="mod">
            <ac:chgData name="Ronnel D. Palenzuela" userId="27216d6f-a712-48da-bcb2-613e4bc945ac" providerId="ADAL" clId="{16FF8E01-DE24-0F4F-A559-943D670B7764}" dt="2024-08-14T16:14:03.102" v="1502" actId="20577"/>
            <ac:spMkLst>
              <pc:docMk/>
              <pc:sldMasterMk cId="651270159" sldId="2147483648"/>
              <pc:sldLayoutMk cId="2618641526" sldId="2147483653"/>
              <ac:spMk id="11" creationId="{3E084DDE-82D5-F74F-6486-DED2612274C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99358-0554-3345-871D-48A6BABEE3E1}" type="datetimeFigureOut">
              <a:rPr lang="en-US" smtClean="0"/>
              <a:t>11/21/25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6209C-F82F-8948-8964-C389942C0FEE}" type="slidenum">
              <a:rPr lang="en-US" smtClean="0"/>
              <a:t>‹#›</a:t>
            </a:fld>
            <a:endParaRPr lang="en-US"/>
          </a:p>
        </p:txBody>
      </p:sp>
    </p:spTree>
    <p:extLst>
      <p:ext uri="{BB962C8B-B14F-4D97-AF65-F5344CB8AC3E}">
        <p14:creationId xmlns:p14="http://schemas.microsoft.com/office/powerpoint/2010/main" val="41840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ABA2-F050-76BB-E4A9-9A1817A308D8}"/>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Lesson 1</a:t>
            </a:r>
          </a:p>
        </p:txBody>
      </p:sp>
      <p:sp>
        <p:nvSpPr>
          <p:cNvPr id="3" name="Subtitle 2">
            <a:extLst>
              <a:ext uri="{FF2B5EF4-FFF2-40B4-BE49-F238E27FC236}">
                <a16:creationId xmlns:a16="http://schemas.microsoft.com/office/drawing/2014/main" id="{2788B8A1-4019-4D0D-69E4-51C58926FF24}"/>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Lesson Name</a:t>
            </a:r>
          </a:p>
        </p:txBody>
      </p:sp>
      <p:pic>
        <p:nvPicPr>
          <p:cNvPr id="8" name="Picture 7" descr="Blue text on a white background&#10;&#10;Description automatically generated">
            <a:extLst>
              <a:ext uri="{FF2B5EF4-FFF2-40B4-BE49-F238E27FC236}">
                <a16:creationId xmlns:a16="http://schemas.microsoft.com/office/drawing/2014/main" id="{1E41D946-B0E6-5FE9-7F33-DECF0431287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Date Placeholder 3">
            <a:extLst>
              <a:ext uri="{FF2B5EF4-FFF2-40B4-BE49-F238E27FC236}">
                <a16:creationId xmlns:a16="http://schemas.microsoft.com/office/drawing/2014/main" id="{330826D9-D744-BD54-EF64-70E8CB5AE242}"/>
              </a:ext>
            </a:extLst>
          </p:cNvPr>
          <p:cNvSpPr>
            <a:spLocks noGrp="1"/>
          </p:cNvSpPr>
          <p:nvPr>
            <p:ph type="dt" sz="half" idx="10"/>
          </p:nvPr>
        </p:nvSpPr>
        <p:spPr/>
        <p:txBody>
          <a:bodyPr/>
          <a:lstStyle/>
          <a:p>
            <a:fld id="{04BC266F-70C8-954B-9EC8-D842168CE9D2}" type="datetimeFigureOut">
              <a:rPr lang="en-US" smtClean="0"/>
              <a:t>11/21/25</a:t>
            </a:fld>
            <a:endParaRPr lang="en-US"/>
          </a:p>
        </p:txBody>
      </p:sp>
      <p:sp>
        <p:nvSpPr>
          <p:cNvPr id="5" name="Footer Placeholder 4">
            <a:extLst>
              <a:ext uri="{FF2B5EF4-FFF2-40B4-BE49-F238E27FC236}">
                <a16:creationId xmlns:a16="http://schemas.microsoft.com/office/drawing/2014/main" id="{3794B7A0-4232-A0AC-7E3A-3BF632F0C8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A9B9C0-7AE6-2F09-7A4E-D58AB0F87DAF}"/>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14" name="Footer Placeholder 4">
            <a:extLst>
              <a:ext uri="{FF2B5EF4-FFF2-40B4-BE49-F238E27FC236}">
                <a16:creationId xmlns:a16="http://schemas.microsoft.com/office/drawing/2014/main" id="{D0B6F2F1-CE07-6C53-35DD-423B006969A2}"/>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7" name="Footer Placeholder 4">
            <a:extLst>
              <a:ext uri="{FF2B5EF4-FFF2-40B4-BE49-F238E27FC236}">
                <a16:creationId xmlns:a16="http://schemas.microsoft.com/office/drawing/2014/main" id="{7EC7D6A8-C716-40D7-8EA0-CBACE0B8E8B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88EE941-D370-38CE-7C65-D512B4AC642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165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934C-88AA-65C7-69FD-291768EA3BAD}"/>
              </a:ext>
            </a:extLst>
          </p:cNvPr>
          <p:cNvSpPr>
            <a:spLocks noGrp="1"/>
          </p:cNvSpPr>
          <p:nvPr>
            <p:ph type="title" hasCustomPrompt="1"/>
          </p:nvPr>
        </p:nvSpPr>
        <p:spPr>
          <a:xfrm>
            <a:off x="838200" y="826369"/>
            <a:ext cx="10515600" cy="1325563"/>
          </a:xfrm>
        </p:spPr>
        <p:txBody>
          <a:bodyPr/>
          <a:lstStyle/>
          <a:p>
            <a:r>
              <a:rPr lang="en-US" dirty="0"/>
              <a:t>Topic Name</a:t>
            </a:r>
          </a:p>
        </p:txBody>
      </p:sp>
      <p:sp>
        <p:nvSpPr>
          <p:cNvPr id="3" name="Content Placeholder 2">
            <a:extLst>
              <a:ext uri="{FF2B5EF4-FFF2-40B4-BE49-F238E27FC236}">
                <a16:creationId xmlns:a16="http://schemas.microsoft.com/office/drawing/2014/main" id="{F9A40A79-3EDB-F8E7-BE0C-7ADA403789EC}"/>
              </a:ext>
            </a:extLst>
          </p:cNvPr>
          <p:cNvSpPr>
            <a:spLocks noGrp="1"/>
          </p:cNvSpPr>
          <p:nvPr>
            <p:ph idx="1"/>
          </p:nvPr>
        </p:nvSpPr>
        <p:spPr>
          <a:xfrm>
            <a:off x="838200" y="228686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Blue text on a white background&#10;&#10;Description automatically generated">
            <a:extLst>
              <a:ext uri="{FF2B5EF4-FFF2-40B4-BE49-F238E27FC236}">
                <a16:creationId xmlns:a16="http://schemas.microsoft.com/office/drawing/2014/main" id="{D2B64AD2-0907-0C80-4C6F-E5925CA19DB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A20CEFFD-1670-10A5-7ED4-7F9703262EA1}"/>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2E0509C1-2A03-2148-8C1A-8FA9E5ACBECF}"/>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3A86EC78-3FBD-4A30-427B-30963D3C6ABF}"/>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3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428-0162-8984-D72C-F96220FAF2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15D9C-50A3-FEC4-9D1D-487FA259D4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59D22-453E-BFFB-3F8A-759A6391CA8C}"/>
              </a:ext>
            </a:extLst>
          </p:cNvPr>
          <p:cNvSpPr>
            <a:spLocks noGrp="1"/>
          </p:cNvSpPr>
          <p:nvPr>
            <p:ph type="dt" sz="half" idx="10"/>
          </p:nvPr>
        </p:nvSpPr>
        <p:spPr/>
        <p:txBody>
          <a:bodyPr/>
          <a:lstStyle/>
          <a:p>
            <a:fld id="{04BC266F-70C8-954B-9EC8-D842168CE9D2}" type="datetimeFigureOut">
              <a:rPr lang="en-US" smtClean="0"/>
              <a:t>11/21/25</a:t>
            </a:fld>
            <a:endParaRPr lang="en-US"/>
          </a:p>
        </p:txBody>
      </p:sp>
      <p:sp>
        <p:nvSpPr>
          <p:cNvPr id="5" name="Footer Placeholder 4">
            <a:extLst>
              <a:ext uri="{FF2B5EF4-FFF2-40B4-BE49-F238E27FC236}">
                <a16:creationId xmlns:a16="http://schemas.microsoft.com/office/drawing/2014/main" id="{B0FF2910-0DE9-B288-360A-0BEB46FC4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0602E-2E56-CB33-125B-47DD51E32515}"/>
              </a:ext>
            </a:extLst>
          </p:cNvPr>
          <p:cNvSpPr>
            <a:spLocks noGrp="1"/>
          </p:cNvSpPr>
          <p:nvPr>
            <p:ph type="sldNum" sz="quarter" idx="12"/>
          </p:nvPr>
        </p:nvSpPr>
        <p:spPr/>
        <p:txBody>
          <a:bodyPr/>
          <a:lstStyle/>
          <a:p>
            <a:fld id="{5AEF18FD-875D-A541-8C07-F37C775C0F13}" type="slidenum">
              <a:rPr lang="en-US" smtClean="0"/>
              <a:t>‹#›</a:t>
            </a:fld>
            <a:endParaRPr lang="en-US"/>
          </a:p>
        </p:txBody>
      </p:sp>
      <p:pic>
        <p:nvPicPr>
          <p:cNvPr id="7" name="Picture 6" descr="Blue text on a white background&#10;&#10;Description automatically generated">
            <a:extLst>
              <a:ext uri="{FF2B5EF4-FFF2-40B4-BE49-F238E27FC236}">
                <a16:creationId xmlns:a16="http://schemas.microsoft.com/office/drawing/2014/main" id="{384689F0-2863-7C4B-17BF-BE5B5D9EC3F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2F959288-960D-4A38-60A1-E81A6BCED55C}"/>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F72B048E-A6FE-4CAB-EC85-1198407F2FD8}"/>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3F180FA-D017-2661-AF92-BFE9BEC5084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324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7A8-E096-D9F8-9F8D-29067968C762}"/>
              </a:ext>
            </a:extLst>
          </p:cNvPr>
          <p:cNvSpPr>
            <a:spLocks noGrp="1"/>
          </p:cNvSpPr>
          <p:nvPr>
            <p:ph type="title"/>
          </p:nvPr>
        </p:nvSpPr>
        <p:spPr>
          <a:xfrm>
            <a:off x="838200" y="85064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DD67934-A1CC-85B8-7BAE-95BB6C6E0426}"/>
              </a:ext>
            </a:extLst>
          </p:cNvPr>
          <p:cNvSpPr>
            <a:spLocks noGrp="1"/>
          </p:cNvSpPr>
          <p:nvPr>
            <p:ph sz="half" idx="1"/>
          </p:nvPr>
        </p:nvSpPr>
        <p:spPr>
          <a:xfrm>
            <a:off x="838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00EA0AFE-62F3-0422-AA84-A575E4E80E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Content Placeholder 3">
            <a:extLst>
              <a:ext uri="{FF2B5EF4-FFF2-40B4-BE49-F238E27FC236}">
                <a16:creationId xmlns:a16="http://schemas.microsoft.com/office/drawing/2014/main" id="{F8AB141E-535E-5ACA-4F43-5F265BED592F}"/>
              </a:ext>
            </a:extLst>
          </p:cNvPr>
          <p:cNvSpPr>
            <a:spLocks noGrp="1"/>
          </p:cNvSpPr>
          <p:nvPr>
            <p:ph sz="half" idx="2"/>
          </p:nvPr>
        </p:nvSpPr>
        <p:spPr>
          <a:xfrm>
            <a:off x="6172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F5878491-3BC2-286A-8527-9EC73F050C5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0" name="Footer Placeholder 4">
            <a:extLst>
              <a:ext uri="{FF2B5EF4-FFF2-40B4-BE49-F238E27FC236}">
                <a16:creationId xmlns:a16="http://schemas.microsoft.com/office/drawing/2014/main" id="{E6E02060-1062-1563-E549-CD8CEB48D9B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C202D2-FCDD-C68E-CAA2-6C1E5DD4685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433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FD41-6019-CD6C-6665-80EA8D7A6C02}"/>
              </a:ext>
            </a:extLst>
          </p:cNvPr>
          <p:cNvSpPr>
            <a:spLocks noGrp="1"/>
          </p:cNvSpPr>
          <p:nvPr>
            <p:ph type="title"/>
          </p:nvPr>
        </p:nvSpPr>
        <p:spPr>
          <a:xfrm>
            <a:off x="839788" y="82636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C9F666-6A8D-602E-BBFD-BDB638D94CE9}"/>
              </a:ext>
            </a:extLst>
          </p:cNvPr>
          <p:cNvSpPr>
            <a:spLocks noGrp="1"/>
          </p:cNvSpPr>
          <p:nvPr>
            <p:ph type="body" idx="1"/>
          </p:nvPr>
        </p:nvSpPr>
        <p:spPr>
          <a:xfrm>
            <a:off x="839788" y="21424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7DB928-AEB0-9052-5F03-5F10A5A6D0B7}"/>
              </a:ext>
            </a:extLst>
          </p:cNvPr>
          <p:cNvSpPr>
            <a:spLocks noGrp="1"/>
          </p:cNvSpPr>
          <p:nvPr>
            <p:ph sz="half" idx="2"/>
          </p:nvPr>
        </p:nvSpPr>
        <p:spPr>
          <a:xfrm>
            <a:off x="839788" y="2966319"/>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987E17-25F6-814C-5955-581112A1DAE5}"/>
              </a:ext>
            </a:extLst>
          </p:cNvPr>
          <p:cNvSpPr>
            <a:spLocks noGrp="1"/>
          </p:cNvSpPr>
          <p:nvPr>
            <p:ph type="body" sz="quarter" idx="3"/>
          </p:nvPr>
        </p:nvSpPr>
        <p:spPr>
          <a:xfrm>
            <a:off x="6172200" y="21424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8" name="Picture 7" descr="Blue text on a white background&#10;&#10;Description automatically generated">
            <a:extLst>
              <a:ext uri="{FF2B5EF4-FFF2-40B4-BE49-F238E27FC236}">
                <a16:creationId xmlns:a16="http://schemas.microsoft.com/office/drawing/2014/main" id="{0C68B052-178B-68EB-74D0-1F72A961D625}"/>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6" name="Content Placeholder 5">
            <a:extLst>
              <a:ext uri="{FF2B5EF4-FFF2-40B4-BE49-F238E27FC236}">
                <a16:creationId xmlns:a16="http://schemas.microsoft.com/office/drawing/2014/main" id="{58E2F8CB-407F-E9C8-0B60-6661F8F09C93}"/>
              </a:ext>
            </a:extLst>
          </p:cNvPr>
          <p:cNvSpPr>
            <a:spLocks noGrp="1"/>
          </p:cNvSpPr>
          <p:nvPr>
            <p:ph sz="quarter" idx="4"/>
          </p:nvPr>
        </p:nvSpPr>
        <p:spPr>
          <a:xfrm>
            <a:off x="6172200" y="2966319"/>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E084DDE-82D5-F74F-6486-DED2612274CD}"/>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2" name="Footer Placeholder 4">
            <a:extLst>
              <a:ext uri="{FF2B5EF4-FFF2-40B4-BE49-F238E27FC236}">
                <a16:creationId xmlns:a16="http://schemas.microsoft.com/office/drawing/2014/main" id="{8B202EF5-2A81-8235-70C4-6821549220EA}"/>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3" name="Straight Connector 12">
            <a:extLst>
              <a:ext uri="{FF2B5EF4-FFF2-40B4-BE49-F238E27FC236}">
                <a16:creationId xmlns:a16="http://schemas.microsoft.com/office/drawing/2014/main" id="{334AFFD4-4F3C-D078-8FAB-44BBE50F61A1}"/>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864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380C-E50D-70D7-4C76-E7BA7AFD9524}"/>
              </a:ext>
            </a:extLst>
          </p:cNvPr>
          <p:cNvSpPr>
            <a:spLocks noGrp="1"/>
          </p:cNvSpPr>
          <p:nvPr>
            <p:ph type="title"/>
          </p:nvPr>
        </p:nvSpPr>
        <p:spPr>
          <a:xfrm>
            <a:off x="838200" y="785909"/>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2B6F113-2EC8-CE48-879A-6833BF6200A1}"/>
              </a:ext>
            </a:extLst>
          </p:cNvPr>
          <p:cNvSpPr>
            <a:spLocks noGrp="1"/>
          </p:cNvSpPr>
          <p:nvPr>
            <p:ph type="dt" sz="half" idx="10"/>
          </p:nvPr>
        </p:nvSpPr>
        <p:spPr/>
        <p:txBody>
          <a:bodyPr/>
          <a:lstStyle/>
          <a:p>
            <a:fld id="{04BC266F-70C8-954B-9EC8-D842168CE9D2}" type="datetimeFigureOut">
              <a:rPr lang="en-US" smtClean="0"/>
              <a:t>11/21/25</a:t>
            </a:fld>
            <a:endParaRPr lang="en-US"/>
          </a:p>
        </p:txBody>
      </p:sp>
      <p:sp>
        <p:nvSpPr>
          <p:cNvPr id="4" name="Footer Placeholder 3">
            <a:extLst>
              <a:ext uri="{FF2B5EF4-FFF2-40B4-BE49-F238E27FC236}">
                <a16:creationId xmlns:a16="http://schemas.microsoft.com/office/drawing/2014/main" id="{7B9D26BA-5C98-F77F-4E74-A5E405BDFC16}"/>
              </a:ext>
            </a:extLst>
          </p:cNvPr>
          <p:cNvSpPr>
            <a:spLocks noGrp="1"/>
          </p:cNvSpPr>
          <p:nvPr>
            <p:ph type="ftr" sz="quarter" idx="11"/>
          </p:nvPr>
        </p:nvSpPr>
        <p:spPr/>
        <p:txBody>
          <a:body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5F6499B7-7705-4022-0E3D-6F15DA33E04D}"/>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5" name="Slide Number Placeholder 4">
            <a:extLst>
              <a:ext uri="{FF2B5EF4-FFF2-40B4-BE49-F238E27FC236}">
                <a16:creationId xmlns:a16="http://schemas.microsoft.com/office/drawing/2014/main" id="{E96EE29F-553C-C4CE-B95E-AA4C5D73A3B6}"/>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7" name="Footer Placeholder 4">
            <a:extLst>
              <a:ext uri="{FF2B5EF4-FFF2-40B4-BE49-F238E27FC236}">
                <a16:creationId xmlns:a16="http://schemas.microsoft.com/office/drawing/2014/main" id="{708DDE5B-2DD9-86EA-2AF6-4C8E51EEF8B4}"/>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8" name="Footer Placeholder 4">
            <a:extLst>
              <a:ext uri="{FF2B5EF4-FFF2-40B4-BE49-F238E27FC236}">
                <a16:creationId xmlns:a16="http://schemas.microsoft.com/office/drawing/2014/main" id="{7E49FA92-9689-FAB4-2ECB-5B956E927256}"/>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9" name="Straight Connector 8">
            <a:extLst>
              <a:ext uri="{FF2B5EF4-FFF2-40B4-BE49-F238E27FC236}">
                <a16:creationId xmlns:a16="http://schemas.microsoft.com/office/drawing/2014/main" id="{BF669ED5-94B9-9A07-F0FF-9839ED506F34}"/>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008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E8268-BB09-9115-852C-9588795B4AB9}"/>
              </a:ext>
            </a:extLst>
          </p:cNvPr>
          <p:cNvSpPr>
            <a:spLocks noGrp="1"/>
          </p:cNvSpPr>
          <p:nvPr>
            <p:ph type="dt" sz="half" idx="10"/>
          </p:nvPr>
        </p:nvSpPr>
        <p:spPr/>
        <p:txBody>
          <a:bodyPr/>
          <a:lstStyle/>
          <a:p>
            <a:fld id="{04BC266F-70C8-954B-9EC8-D842168CE9D2}" type="datetimeFigureOut">
              <a:rPr lang="en-US" smtClean="0"/>
              <a:t>11/21/25</a:t>
            </a:fld>
            <a:endParaRPr lang="en-US"/>
          </a:p>
        </p:txBody>
      </p:sp>
      <p:sp>
        <p:nvSpPr>
          <p:cNvPr id="3" name="Footer Placeholder 2">
            <a:extLst>
              <a:ext uri="{FF2B5EF4-FFF2-40B4-BE49-F238E27FC236}">
                <a16:creationId xmlns:a16="http://schemas.microsoft.com/office/drawing/2014/main" id="{E6F8A218-E351-876A-DAA5-28871E0DA9EF}"/>
              </a:ext>
            </a:extLst>
          </p:cNvPr>
          <p:cNvSpPr>
            <a:spLocks noGrp="1"/>
          </p:cNvSpPr>
          <p:nvPr>
            <p:ph type="ftr" sz="quarter" idx="11"/>
          </p:nvPr>
        </p:nvSpPr>
        <p:spPr/>
        <p:txBody>
          <a:bodyPr/>
          <a:lstStyle/>
          <a:p>
            <a:endParaRPr lang="en-US"/>
          </a:p>
        </p:txBody>
      </p:sp>
      <p:pic>
        <p:nvPicPr>
          <p:cNvPr id="5" name="Picture 4" descr="Blue text on a white background&#10;&#10;Description automatically generated">
            <a:extLst>
              <a:ext uri="{FF2B5EF4-FFF2-40B4-BE49-F238E27FC236}">
                <a16:creationId xmlns:a16="http://schemas.microsoft.com/office/drawing/2014/main" id="{32B622B8-10FD-A134-458C-E6877FD8060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Slide Number Placeholder 3">
            <a:extLst>
              <a:ext uri="{FF2B5EF4-FFF2-40B4-BE49-F238E27FC236}">
                <a16:creationId xmlns:a16="http://schemas.microsoft.com/office/drawing/2014/main" id="{754078DA-EA1A-D15A-DC5A-C7E4EB745A60}"/>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6" name="Footer Placeholder 4">
            <a:extLst>
              <a:ext uri="{FF2B5EF4-FFF2-40B4-BE49-F238E27FC236}">
                <a16:creationId xmlns:a16="http://schemas.microsoft.com/office/drawing/2014/main" id="{40560B87-4053-202F-E17D-9EF3D6733F8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7" name="Footer Placeholder 4">
            <a:extLst>
              <a:ext uri="{FF2B5EF4-FFF2-40B4-BE49-F238E27FC236}">
                <a16:creationId xmlns:a16="http://schemas.microsoft.com/office/drawing/2014/main" id="{B5E66F80-159E-0E16-E237-CC8F92940701}"/>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8" name="Straight Connector 7">
            <a:extLst>
              <a:ext uri="{FF2B5EF4-FFF2-40B4-BE49-F238E27FC236}">
                <a16:creationId xmlns:a16="http://schemas.microsoft.com/office/drawing/2014/main" id="{ADFE5D7F-2C5A-49EE-7A01-6A6A94CCC39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801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9512-DB3C-27D6-94A1-4CE5658EDA6D}"/>
              </a:ext>
            </a:extLst>
          </p:cNvPr>
          <p:cNvSpPr>
            <a:spLocks noGrp="1"/>
          </p:cNvSpPr>
          <p:nvPr>
            <p:ph type="title"/>
          </p:nvPr>
        </p:nvSpPr>
        <p:spPr>
          <a:xfrm>
            <a:off x="839788" y="98318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4B6E74-9F00-7DB0-255C-B77AD9A41B6F}"/>
              </a:ext>
            </a:extLst>
          </p:cNvPr>
          <p:cNvSpPr>
            <a:spLocks noGrp="1"/>
          </p:cNvSpPr>
          <p:nvPr>
            <p:ph idx="1"/>
          </p:nvPr>
        </p:nvSpPr>
        <p:spPr>
          <a:xfrm>
            <a:off x="5183188" y="151340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FE831EBC-12E1-F4A6-863D-4B8D84A1AF5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49782F70-FC76-DA9D-9C9B-5C7223768922}"/>
              </a:ext>
            </a:extLst>
          </p:cNvPr>
          <p:cNvSpPr>
            <a:spLocks noGrp="1"/>
          </p:cNvSpPr>
          <p:nvPr>
            <p:ph type="body" sz="half" idx="2"/>
          </p:nvPr>
        </p:nvSpPr>
        <p:spPr>
          <a:xfrm>
            <a:off x="839788" y="258338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5762C284-A385-C151-F898-C6E0FD35F2E8}"/>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B9779549-2BAC-513C-0330-0CC70BE106D4}"/>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95A169-9043-0478-7765-F692CDA08802}"/>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11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646F-9BC1-59FE-5CD1-0334C05843C2}"/>
              </a:ext>
            </a:extLst>
          </p:cNvPr>
          <p:cNvSpPr>
            <a:spLocks noGrp="1"/>
          </p:cNvSpPr>
          <p:nvPr>
            <p:ph type="title"/>
          </p:nvPr>
        </p:nvSpPr>
        <p:spPr>
          <a:xfrm>
            <a:off x="839788" y="934628"/>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7D81B3-860D-217A-1F5F-D7F60AB4D897}"/>
              </a:ext>
            </a:extLst>
          </p:cNvPr>
          <p:cNvSpPr>
            <a:spLocks noGrp="1"/>
          </p:cNvSpPr>
          <p:nvPr>
            <p:ph type="pic" idx="1"/>
          </p:nvPr>
        </p:nvSpPr>
        <p:spPr>
          <a:xfrm>
            <a:off x="5183188" y="146485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749EBEBA-9410-EC61-6F84-BC52B450D7F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618FB98A-B430-C6D2-5211-28791F38A231}"/>
              </a:ext>
            </a:extLst>
          </p:cNvPr>
          <p:cNvSpPr>
            <a:spLocks noGrp="1"/>
          </p:cNvSpPr>
          <p:nvPr>
            <p:ph type="body" sz="half" idx="2"/>
          </p:nvPr>
        </p:nvSpPr>
        <p:spPr>
          <a:xfrm>
            <a:off x="839788" y="2534828"/>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123FCC6A-2F3F-4971-9EC4-557092FB1A40}"/>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8236CCB9-8956-84BC-DEF4-5AC27703601C}"/>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5A05EB57-C136-624C-3951-8BA8F4AF0526}"/>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802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4" descr="Blue text on a white background&#10;&#10;Description automatically generated">
            <a:extLst>
              <a:ext uri="{FF2B5EF4-FFF2-40B4-BE49-F238E27FC236}">
                <a16:creationId xmlns:a16="http://schemas.microsoft.com/office/drawing/2014/main" id="{7B5669AE-17C4-21B8-716E-576EA07222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2" name="Title 1">
            <a:extLst>
              <a:ext uri="{FF2B5EF4-FFF2-40B4-BE49-F238E27FC236}">
                <a16:creationId xmlns:a16="http://schemas.microsoft.com/office/drawing/2014/main" id="{CB411D1C-0F2D-DA60-ACD5-56D862F86C92}"/>
              </a:ext>
            </a:extLst>
          </p:cNvPr>
          <p:cNvSpPr>
            <a:spLocks noGrp="1"/>
          </p:cNvSpPr>
          <p:nvPr>
            <p:ph type="title"/>
          </p:nvPr>
        </p:nvSpPr>
        <p:spPr>
          <a:xfrm>
            <a:off x="838200" y="866829"/>
            <a:ext cx="10515600"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B6DBA-925F-FB98-9AA6-17E75C3A831D}"/>
              </a:ext>
            </a:extLst>
          </p:cNvPr>
          <p:cNvSpPr>
            <a:spLocks noGrp="1"/>
          </p:cNvSpPr>
          <p:nvPr>
            <p:ph type="body" orient="vert" idx="1"/>
          </p:nvPr>
        </p:nvSpPr>
        <p:spPr>
          <a:xfrm>
            <a:off x="838200" y="2327329"/>
            <a:ext cx="1051560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1C6A99E0-164E-8E07-5CE2-462A5715BED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57BC6584-4AE6-A403-9D75-64B3D096197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5A268FE7-9424-BA2B-6407-5EDFA2D19315}"/>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53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05C3D-FB3F-3C25-7050-4E9FC83033CB}"/>
              </a:ext>
            </a:extLst>
          </p:cNvPr>
          <p:cNvSpPr>
            <a:spLocks noGrp="1"/>
          </p:cNvSpPr>
          <p:nvPr>
            <p:ph type="title" orient="vert"/>
          </p:nvPr>
        </p:nvSpPr>
        <p:spPr>
          <a:xfrm>
            <a:off x="8724900" y="858737"/>
            <a:ext cx="2628900" cy="5811838"/>
          </a:xfrm>
        </p:spPr>
        <p:txBody>
          <a:bodyPr vert="eaVert"/>
          <a:lstStyle/>
          <a:p>
            <a:r>
              <a:rPr lang="en-US"/>
              <a:t>Click to edit Master title style</a:t>
            </a:r>
          </a:p>
        </p:txBody>
      </p:sp>
      <p:pic>
        <p:nvPicPr>
          <p:cNvPr id="5" name="Picture 4" descr="Blue text on a white background&#10;&#10;Description automatically generated">
            <a:extLst>
              <a:ext uri="{FF2B5EF4-FFF2-40B4-BE49-F238E27FC236}">
                <a16:creationId xmlns:a16="http://schemas.microsoft.com/office/drawing/2014/main" id="{19D51CD6-6B48-B408-FB65-BEBD1C62DA2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3" name="Vertical Text Placeholder 2">
            <a:extLst>
              <a:ext uri="{FF2B5EF4-FFF2-40B4-BE49-F238E27FC236}">
                <a16:creationId xmlns:a16="http://schemas.microsoft.com/office/drawing/2014/main" id="{A4F8A6BD-D071-5134-8DAB-9685A5A426F0}"/>
              </a:ext>
            </a:extLst>
          </p:cNvPr>
          <p:cNvSpPr>
            <a:spLocks noGrp="1"/>
          </p:cNvSpPr>
          <p:nvPr>
            <p:ph type="body" orient="vert" idx="1"/>
          </p:nvPr>
        </p:nvSpPr>
        <p:spPr>
          <a:xfrm>
            <a:off x="838200" y="85873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C9D8348D-1C95-7E0B-1725-AD73063169B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FC05B5A8-0ED3-B01C-7645-7C6B12D8F1E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13D5E4D1-6755-AA74-3EC7-549A709B197A}"/>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397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C53B7-FED3-EFF9-26A5-392907AB9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Subject Title</a:t>
            </a:r>
          </a:p>
        </p:txBody>
      </p:sp>
      <p:sp>
        <p:nvSpPr>
          <p:cNvPr id="3" name="Text Placeholder 2">
            <a:extLst>
              <a:ext uri="{FF2B5EF4-FFF2-40B4-BE49-F238E27FC236}">
                <a16:creationId xmlns:a16="http://schemas.microsoft.com/office/drawing/2014/main" id="{D5B91B9D-A735-901B-1C8F-AF7739954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FCA33F-C01E-0A3B-9D81-943147441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BC266F-70C8-954B-9EC8-D842168CE9D2}" type="datetimeFigureOut">
              <a:rPr lang="en-US" smtClean="0"/>
              <a:t>11/21/25</a:t>
            </a:fld>
            <a:endParaRPr lang="en-US"/>
          </a:p>
        </p:txBody>
      </p:sp>
      <p:sp>
        <p:nvSpPr>
          <p:cNvPr id="5" name="Footer Placeholder 4">
            <a:extLst>
              <a:ext uri="{FF2B5EF4-FFF2-40B4-BE49-F238E27FC236}">
                <a16:creationId xmlns:a16="http://schemas.microsoft.com/office/drawing/2014/main" id="{EF14D509-240F-F8C7-25C0-84E3FCFA7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FA56B6-26D6-957A-7566-E1928B430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F18FD-875D-A541-8C07-F37C775C0F13}" type="slidenum">
              <a:rPr lang="en-US" smtClean="0"/>
              <a:t>‹#›</a:t>
            </a:fld>
            <a:endParaRPr lang="en-US"/>
          </a:p>
        </p:txBody>
      </p:sp>
    </p:spTree>
    <p:extLst>
      <p:ext uri="{BB962C8B-B14F-4D97-AF65-F5344CB8AC3E}">
        <p14:creationId xmlns:p14="http://schemas.microsoft.com/office/powerpoint/2010/main" val="6512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pubrica.com/academy/data-collection/planning-data-collection-methods-research/"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794475"/>
            <a:ext cx="9144000" cy="1184161"/>
          </a:xfrm>
        </p:spPr>
        <p:txBody>
          <a:bodyPr>
            <a:normAutofit/>
          </a:bodyPr>
          <a:lstStyle/>
          <a:p>
            <a:r>
              <a:rPr lang="en-US" sz="7000" dirty="0">
                <a:solidFill>
                  <a:srgbClr val="32418C"/>
                </a:solidFill>
                <a:latin typeface="Aptos" panose="020B0004020202020204" pitchFamily="34" charset="0"/>
              </a:rPr>
              <a:t>Data </a:t>
            </a:r>
            <a:r>
              <a:rPr lang="en-US" sz="7000">
                <a:solidFill>
                  <a:srgbClr val="32418C"/>
                </a:solidFill>
                <a:latin typeface="Aptos" panose="020B0004020202020204" pitchFamily="34" charset="0"/>
              </a:rPr>
              <a:t>Collection Plan</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endParaRPr lang="en-US" dirty="0"/>
          </a:p>
        </p:txBody>
      </p:sp>
    </p:spTree>
    <p:extLst>
      <p:ext uri="{BB962C8B-B14F-4D97-AF65-F5344CB8AC3E}">
        <p14:creationId xmlns:p14="http://schemas.microsoft.com/office/powerpoint/2010/main" val="345536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D54278-6261-E048-F5E4-3E1EAFFC0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34454-ABE6-A0CB-DBA8-0054AD14E974}"/>
              </a:ext>
            </a:extLst>
          </p:cNvPr>
          <p:cNvSpPr>
            <a:spLocks noGrp="1"/>
          </p:cNvSpPr>
          <p:nvPr>
            <p:ph type="title"/>
          </p:nvPr>
        </p:nvSpPr>
        <p:spPr/>
        <p:txBody>
          <a:bodyPr/>
          <a:lstStyle/>
          <a:p>
            <a:r>
              <a:rPr lang="en-US" dirty="0"/>
              <a:t>Planning your Data Collection Procedures</a:t>
            </a:r>
          </a:p>
        </p:txBody>
      </p:sp>
      <p:sp>
        <p:nvSpPr>
          <p:cNvPr id="3" name="Content Placeholder 2">
            <a:extLst>
              <a:ext uri="{FF2B5EF4-FFF2-40B4-BE49-F238E27FC236}">
                <a16:creationId xmlns:a16="http://schemas.microsoft.com/office/drawing/2014/main" id="{F7F8210E-2667-C7A7-2D5E-EE67D0ACD8BF}"/>
              </a:ext>
            </a:extLst>
          </p:cNvPr>
          <p:cNvSpPr>
            <a:spLocks noGrp="1"/>
          </p:cNvSpPr>
          <p:nvPr>
            <p:ph idx="1"/>
          </p:nvPr>
        </p:nvSpPr>
        <p:spPr/>
        <p:txBody>
          <a:bodyPr>
            <a:normAutofit/>
          </a:bodyPr>
          <a:lstStyle/>
          <a:p>
            <a:pPr marL="0" indent="0">
              <a:buNone/>
            </a:pPr>
            <a:r>
              <a:rPr lang="en-GB" dirty="0"/>
              <a:t>After you have decided on your data collection method, now you need to plan exactly how you will use them to answer your research question.</a:t>
            </a:r>
          </a:p>
        </p:txBody>
      </p:sp>
    </p:spTree>
    <p:extLst>
      <p:ext uri="{BB962C8B-B14F-4D97-AF65-F5344CB8AC3E}">
        <p14:creationId xmlns:p14="http://schemas.microsoft.com/office/powerpoint/2010/main" val="1814165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5DAB34F9-2381-09AD-DEE2-547FF48828F4}"/>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Tree>
    <p:extLst>
      <p:ext uri="{BB962C8B-B14F-4D97-AF65-F5344CB8AC3E}">
        <p14:creationId xmlns:p14="http://schemas.microsoft.com/office/powerpoint/2010/main" val="1500610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838C13-5E23-470B-8C23-488BA57CC924}"/>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DFA877BA-D22D-633B-C47F-03C65BF2F6CC}"/>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30309D38-612F-3B32-0CDB-7DF4E34308E7}"/>
              </a:ext>
            </a:extLst>
          </p:cNvPr>
          <p:cNvSpPr txBox="1"/>
          <p:nvPr/>
        </p:nvSpPr>
        <p:spPr>
          <a:xfrm>
            <a:off x="808566" y="5435938"/>
            <a:ext cx="10574867" cy="923330"/>
          </a:xfrm>
          <a:prstGeom prst="rect">
            <a:avLst/>
          </a:prstGeom>
          <a:noFill/>
        </p:spPr>
        <p:txBody>
          <a:bodyPr wrap="square">
            <a:spAutoFit/>
          </a:bodyPr>
          <a:lstStyle/>
          <a:p>
            <a:r>
              <a:rPr lang="en-PH" dirty="0"/>
              <a:t>Before you begin data collection, it is critical to clearly </a:t>
            </a:r>
            <a:r>
              <a:rPr lang="en-PH" b="1" dirty="0">
                <a:solidFill>
                  <a:srgbClr val="0070C0"/>
                </a:solidFill>
              </a:rPr>
              <a:t>articulate your research objectives</a:t>
            </a:r>
            <a:r>
              <a:rPr lang="en-PH" dirty="0"/>
              <a:t>. The research objectives will help you think about the types of data that are relevant to the goals. You should write the research questions and try to define them. This will implement a level of focus on the study.</a:t>
            </a:r>
            <a:endParaRPr lang="en-US" dirty="0"/>
          </a:p>
        </p:txBody>
      </p:sp>
      <p:sp>
        <p:nvSpPr>
          <p:cNvPr id="12" name="Rectangle 11">
            <a:extLst>
              <a:ext uri="{FF2B5EF4-FFF2-40B4-BE49-F238E27FC236}">
                <a16:creationId xmlns:a16="http://schemas.microsoft.com/office/drawing/2014/main" id="{92EBAFDC-BC55-DA8F-3960-66AE8F9FEFF4}"/>
              </a:ext>
            </a:extLst>
          </p:cNvPr>
          <p:cNvSpPr/>
          <p:nvPr/>
        </p:nvSpPr>
        <p:spPr>
          <a:xfrm>
            <a:off x="555589" y="2582335"/>
            <a:ext cx="1569543" cy="22606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183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977483-176E-4D38-2890-87937D896906}"/>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5A50E6ED-E2EB-A2A3-2C4D-11B0048C798C}"/>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FCAE6A6C-9737-2C78-7CDC-81922D88A15B}"/>
              </a:ext>
            </a:extLst>
          </p:cNvPr>
          <p:cNvSpPr txBox="1"/>
          <p:nvPr/>
        </p:nvSpPr>
        <p:spPr>
          <a:xfrm>
            <a:off x="758790" y="5376335"/>
            <a:ext cx="10574867" cy="923330"/>
          </a:xfrm>
          <a:prstGeom prst="rect">
            <a:avLst/>
          </a:prstGeom>
          <a:noFill/>
        </p:spPr>
        <p:txBody>
          <a:bodyPr wrap="square">
            <a:spAutoFit/>
          </a:bodyPr>
          <a:lstStyle/>
          <a:p>
            <a:r>
              <a:rPr lang="en-PH" dirty="0"/>
              <a:t>Once you define your research objectives, you must ascertain the precise data elements you require to appropriately answer the research questions. In addition, make sure that the data is available and accessible and determine its effectiveness. </a:t>
            </a:r>
            <a:endParaRPr lang="en-US" dirty="0"/>
          </a:p>
        </p:txBody>
      </p:sp>
      <p:sp>
        <p:nvSpPr>
          <p:cNvPr id="12" name="Rectangle 11">
            <a:extLst>
              <a:ext uri="{FF2B5EF4-FFF2-40B4-BE49-F238E27FC236}">
                <a16:creationId xmlns:a16="http://schemas.microsoft.com/office/drawing/2014/main" id="{8200E3AB-7733-A202-16BC-CF9A839E5E52}"/>
              </a:ext>
            </a:extLst>
          </p:cNvPr>
          <p:cNvSpPr/>
          <p:nvPr/>
        </p:nvSpPr>
        <p:spPr>
          <a:xfrm>
            <a:off x="1927189" y="736601"/>
            <a:ext cx="1569543"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54161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507DE1-F489-6D70-D0FC-4BCBB050EA01}"/>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8C35515C-59A1-127E-C7FE-37DC9C069D77}"/>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D51E1D93-3CB3-E22B-F134-38599EE1091B}"/>
              </a:ext>
            </a:extLst>
          </p:cNvPr>
          <p:cNvSpPr txBox="1"/>
          <p:nvPr/>
        </p:nvSpPr>
        <p:spPr>
          <a:xfrm>
            <a:off x="758790" y="5376335"/>
            <a:ext cx="10574867" cy="646331"/>
          </a:xfrm>
          <a:prstGeom prst="rect">
            <a:avLst/>
          </a:prstGeom>
          <a:noFill/>
        </p:spPr>
        <p:txBody>
          <a:bodyPr wrap="square">
            <a:spAutoFit/>
          </a:bodyPr>
          <a:lstStyle/>
          <a:p>
            <a:r>
              <a:rPr lang="en-PH" dirty="0"/>
              <a:t>When considering available data, think both qualitatively and quantitatively – which could include surveys, interviews, observations, existing datasets, or experiment data studies. </a:t>
            </a:r>
            <a:endParaRPr lang="en-US" dirty="0"/>
          </a:p>
        </p:txBody>
      </p:sp>
      <p:sp>
        <p:nvSpPr>
          <p:cNvPr id="12" name="Rectangle 11">
            <a:extLst>
              <a:ext uri="{FF2B5EF4-FFF2-40B4-BE49-F238E27FC236}">
                <a16:creationId xmlns:a16="http://schemas.microsoft.com/office/drawing/2014/main" id="{71765740-EEA2-6A36-4A94-ED565615C563}"/>
              </a:ext>
            </a:extLst>
          </p:cNvPr>
          <p:cNvSpPr/>
          <p:nvPr/>
        </p:nvSpPr>
        <p:spPr>
          <a:xfrm>
            <a:off x="1927189" y="736601"/>
            <a:ext cx="1569543"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6287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F4AB0A-163C-D843-B0EE-0B489988BBAA}"/>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779E632E-5967-748F-6F52-21EAED94584A}"/>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A7A74D0D-74FF-AE17-B28E-F4046F9A8D53}"/>
              </a:ext>
            </a:extLst>
          </p:cNvPr>
          <p:cNvSpPr txBox="1"/>
          <p:nvPr/>
        </p:nvSpPr>
        <p:spPr>
          <a:xfrm>
            <a:off x="758790" y="5376335"/>
            <a:ext cx="10574867" cy="646331"/>
          </a:xfrm>
          <a:prstGeom prst="rect">
            <a:avLst/>
          </a:prstGeom>
          <a:noFill/>
        </p:spPr>
        <p:txBody>
          <a:bodyPr wrap="square">
            <a:spAutoFit/>
          </a:bodyPr>
          <a:lstStyle/>
          <a:p>
            <a:r>
              <a:rPr lang="en-PH" dirty="0"/>
              <a:t>Equally, think about the level of detail for each data point and the most applicable data collection methods.</a:t>
            </a:r>
            <a:endParaRPr lang="en-US" dirty="0"/>
          </a:p>
        </p:txBody>
      </p:sp>
      <p:sp>
        <p:nvSpPr>
          <p:cNvPr id="12" name="Rectangle 11">
            <a:extLst>
              <a:ext uri="{FF2B5EF4-FFF2-40B4-BE49-F238E27FC236}">
                <a16:creationId xmlns:a16="http://schemas.microsoft.com/office/drawing/2014/main" id="{E78E19D1-F767-32B8-2338-2D27A3265D9D}"/>
              </a:ext>
            </a:extLst>
          </p:cNvPr>
          <p:cNvSpPr/>
          <p:nvPr/>
        </p:nvSpPr>
        <p:spPr>
          <a:xfrm>
            <a:off x="1927189" y="736601"/>
            <a:ext cx="1569543"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1290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D10CA3-8C2A-DF5E-FDDA-FA6B1F3EC5B3}"/>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9203FED5-5CD7-209B-2C16-9FBA1FF8665E}"/>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E57EF058-23B0-2AA9-60EB-8627431F3E57}"/>
              </a:ext>
            </a:extLst>
          </p:cNvPr>
          <p:cNvSpPr txBox="1"/>
          <p:nvPr/>
        </p:nvSpPr>
        <p:spPr>
          <a:xfrm>
            <a:off x="758790" y="5376335"/>
            <a:ext cx="10574867" cy="646331"/>
          </a:xfrm>
          <a:prstGeom prst="rect">
            <a:avLst/>
          </a:prstGeom>
          <a:noFill/>
        </p:spPr>
        <p:txBody>
          <a:bodyPr wrap="square">
            <a:spAutoFit/>
          </a:bodyPr>
          <a:lstStyle/>
          <a:p>
            <a:r>
              <a:rPr lang="en-PH" dirty="0"/>
              <a:t>Identify data collection methods that suit your research purpose and data needs. Review the advantages and disadvantages of each method and select an appropriate method based on those considerations. </a:t>
            </a:r>
            <a:endParaRPr lang="en-US" dirty="0"/>
          </a:p>
        </p:txBody>
      </p:sp>
      <p:sp>
        <p:nvSpPr>
          <p:cNvPr id="2" name="Rectangle 1">
            <a:extLst>
              <a:ext uri="{FF2B5EF4-FFF2-40B4-BE49-F238E27FC236}">
                <a16:creationId xmlns:a16="http://schemas.microsoft.com/office/drawing/2014/main" id="{F1210270-C3F9-622D-238A-6ADF0AFE5022}"/>
              </a:ext>
            </a:extLst>
          </p:cNvPr>
          <p:cNvSpPr/>
          <p:nvPr/>
        </p:nvSpPr>
        <p:spPr>
          <a:xfrm>
            <a:off x="2819400" y="2641601"/>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2814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E285D4E-F218-FDCA-BE87-7F5688014A00}"/>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C3C8D61C-78C5-40E1-B1B1-4087F6857E37}"/>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3EB634BF-3C90-9C6E-DCED-DEA8E1683AB5}"/>
              </a:ext>
            </a:extLst>
          </p:cNvPr>
          <p:cNvSpPr txBox="1"/>
          <p:nvPr/>
        </p:nvSpPr>
        <p:spPr>
          <a:xfrm>
            <a:off x="758790" y="5376335"/>
            <a:ext cx="10574867" cy="923330"/>
          </a:xfrm>
          <a:prstGeom prst="rect">
            <a:avLst/>
          </a:prstGeom>
          <a:noFill/>
        </p:spPr>
        <p:txBody>
          <a:bodyPr wrap="square">
            <a:spAutoFit/>
          </a:bodyPr>
          <a:lstStyle/>
          <a:p>
            <a:r>
              <a:rPr lang="en-PH" dirty="0"/>
              <a:t>Develop a realistic timeline for the data collection stage of your study. This will help maintain </a:t>
            </a:r>
            <a:r>
              <a:rPr lang="en-PH" b="1" dirty="0">
                <a:solidFill>
                  <a:srgbClr val="0070C0"/>
                </a:solidFill>
              </a:rPr>
              <a:t>organization of your study</a:t>
            </a:r>
            <a:r>
              <a:rPr lang="en-PH" dirty="0"/>
              <a:t> as well as provide a </a:t>
            </a:r>
            <a:r>
              <a:rPr lang="en-PH" b="1" dirty="0">
                <a:solidFill>
                  <a:srgbClr val="0070C0"/>
                </a:solidFill>
              </a:rPr>
              <a:t>final date to reach a conclusion</a:t>
            </a:r>
            <a:r>
              <a:rPr lang="en-PH" dirty="0"/>
              <a:t>. Also consider the resources and limits available to develop a reasonable timeline.</a:t>
            </a:r>
            <a:endParaRPr lang="en-US" dirty="0"/>
          </a:p>
        </p:txBody>
      </p:sp>
      <p:sp>
        <p:nvSpPr>
          <p:cNvPr id="2" name="Rectangle 1">
            <a:extLst>
              <a:ext uri="{FF2B5EF4-FFF2-40B4-BE49-F238E27FC236}">
                <a16:creationId xmlns:a16="http://schemas.microsoft.com/office/drawing/2014/main" id="{92B9F4BE-EA2E-B817-D7D4-9275A2870A64}"/>
              </a:ext>
            </a:extLst>
          </p:cNvPr>
          <p:cNvSpPr/>
          <p:nvPr/>
        </p:nvSpPr>
        <p:spPr>
          <a:xfrm>
            <a:off x="4207933" y="8353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1375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86D66B-CC70-B175-D503-C7A9B1FDC41D}"/>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8EA077A5-2B64-4C1F-3E5A-E1597391406E}"/>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38BB87F2-4229-F8A0-251D-81F53A37CAEE}"/>
              </a:ext>
            </a:extLst>
          </p:cNvPr>
          <p:cNvSpPr txBox="1"/>
          <p:nvPr/>
        </p:nvSpPr>
        <p:spPr>
          <a:xfrm>
            <a:off x="758790" y="5376335"/>
            <a:ext cx="10574867" cy="646331"/>
          </a:xfrm>
          <a:prstGeom prst="rect">
            <a:avLst/>
          </a:prstGeom>
          <a:noFill/>
        </p:spPr>
        <p:txBody>
          <a:bodyPr wrap="square">
            <a:spAutoFit/>
          </a:bodyPr>
          <a:lstStyle/>
          <a:p>
            <a:r>
              <a:rPr lang="en-PH" dirty="0"/>
              <a:t>Once you have determined how you will collect your data, concretize the method with the necessary tools or materials. </a:t>
            </a:r>
            <a:endParaRPr lang="en-US" dirty="0"/>
          </a:p>
        </p:txBody>
      </p:sp>
      <p:sp>
        <p:nvSpPr>
          <p:cNvPr id="2" name="Rectangle 1">
            <a:extLst>
              <a:ext uri="{FF2B5EF4-FFF2-40B4-BE49-F238E27FC236}">
                <a16:creationId xmlns:a16="http://schemas.microsoft.com/office/drawing/2014/main" id="{80819DF4-36DC-8200-EF77-C3A7B2F89AA0}"/>
              </a:ext>
            </a:extLst>
          </p:cNvPr>
          <p:cNvSpPr/>
          <p:nvPr/>
        </p:nvSpPr>
        <p:spPr>
          <a:xfrm>
            <a:off x="5410200" y="26387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4283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0AC3AE-F74C-158B-9DE2-B6B530945AF8}"/>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0DF8795F-08EC-66F7-8F0D-40B1006AFF2F}"/>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532AF49D-3DD2-2D90-E459-CDC435291C07}"/>
              </a:ext>
            </a:extLst>
          </p:cNvPr>
          <p:cNvSpPr txBox="1"/>
          <p:nvPr/>
        </p:nvSpPr>
        <p:spPr>
          <a:xfrm>
            <a:off x="758790" y="5376335"/>
            <a:ext cx="10574867" cy="923330"/>
          </a:xfrm>
          <a:prstGeom prst="rect">
            <a:avLst/>
          </a:prstGeom>
          <a:noFill/>
        </p:spPr>
        <p:txBody>
          <a:bodyPr wrap="square">
            <a:spAutoFit/>
          </a:bodyPr>
          <a:lstStyle/>
          <a:p>
            <a:r>
              <a:rPr lang="en-PH" dirty="0"/>
              <a:t>For surveys, write clear, concise, and unbiased questions that will effectively elicit the information you want. Build structured interview protocols that facilitate thoughtful discussion about the key topics you want to address. </a:t>
            </a:r>
            <a:endParaRPr lang="en-US" dirty="0"/>
          </a:p>
        </p:txBody>
      </p:sp>
      <p:sp>
        <p:nvSpPr>
          <p:cNvPr id="2" name="Rectangle 1">
            <a:extLst>
              <a:ext uri="{FF2B5EF4-FFF2-40B4-BE49-F238E27FC236}">
                <a16:creationId xmlns:a16="http://schemas.microsoft.com/office/drawing/2014/main" id="{12D023FD-3480-FC2B-C0EC-72858E698DA0}"/>
              </a:ext>
            </a:extLst>
          </p:cNvPr>
          <p:cNvSpPr/>
          <p:nvPr/>
        </p:nvSpPr>
        <p:spPr>
          <a:xfrm>
            <a:off x="5410200" y="26387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9400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457EF1-02A8-39E2-ACFF-5C22CA852064}"/>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8E4E70AA-29A1-C6D5-3E6C-1AAFA7CA0876}"/>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E10B2D58-201A-B455-2B2E-31A502799AA5}"/>
              </a:ext>
            </a:extLst>
          </p:cNvPr>
          <p:cNvSpPr txBox="1"/>
          <p:nvPr/>
        </p:nvSpPr>
        <p:spPr>
          <a:xfrm>
            <a:off x="758790" y="5376335"/>
            <a:ext cx="10574867" cy="923330"/>
          </a:xfrm>
          <a:prstGeom prst="rect">
            <a:avLst/>
          </a:prstGeom>
          <a:noFill/>
        </p:spPr>
        <p:txBody>
          <a:bodyPr wrap="square">
            <a:spAutoFit/>
          </a:bodyPr>
          <a:lstStyle/>
          <a:p>
            <a:r>
              <a:rPr lang="en-PH" dirty="0"/>
              <a:t>Construct observation protocols that describe how the observations will be recorded for reliability and validity. Look for ways to collect the most useful data and put systems in place to specifically code and make sense of it. Finally, look for the ways you will measure the data you’ll be collecting.</a:t>
            </a:r>
            <a:endParaRPr lang="en-US" dirty="0"/>
          </a:p>
        </p:txBody>
      </p:sp>
      <p:sp>
        <p:nvSpPr>
          <p:cNvPr id="2" name="Rectangle 1">
            <a:extLst>
              <a:ext uri="{FF2B5EF4-FFF2-40B4-BE49-F238E27FC236}">
                <a16:creationId xmlns:a16="http://schemas.microsoft.com/office/drawing/2014/main" id="{A88E5112-10F6-4221-3F6B-B032D3B781D6}"/>
              </a:ext>
            </a:extLst>
          </p:cNvPr>
          <p:cNvSpPr/>
          <p:nvPr/>
        </p:nvSpPr>
        <p:spPr>
          <a:xfrm>
            <a:off x="5410200" y="26387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79683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B55CD4-B522-F4A5-59FE-0253AC58B4D2}"/>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BCEE46EC-256F-5365-A114-CB8FE22B2121}"/>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858A5C34-76F8-2792-9799-B9B2EE46FEA1}"/>
              </a:ext>
            </a:extLst>
          </p:cNvPr>
          <p:cNvSpPr txBox="1"/>
          <p:nvPr/>
        </p:nvSpPr>
        <p:spPr>
          <a:xfrm>
            <a:off x="758790" y="5376335"/>
            <a:ext cx="10574867" cy="369332"/>
          </a:xfrm>
          <a:prstGeom prst="rect">
            <a:avLst/>
          </a:prstGeom>
          <a:noFill/>
        </p:spPr>
        <p:txBody>
          <a:bodyPr wrap="square">
            <a:spAutoFit/>
          </a:bodyPr>
          <a:lstStyle/>
          <a:p>
            <a:pPr algn="ctr"/>
            <a:r>
              <a:rPr lang="en-PH" dirty="0"/>
              <a:t>Finally, look for the ways you will measure the data you’ll be collecting.</a:t>
            </a:r>
            <a:endParaRPr lang="en-US" dirty="0"/>
          </a:p>
        </p:txBody>
      </p:sp>
      <p:sp>
        <p:nvSpPr>
          <p:cNvPr id="2" name="Rectangle 1">
            <a:extLst>
              <a:ext uri="{FF2B5EF4-FFF2-40B4-BE49-F238E27FC236}">
                <a16:creationId xmlns:a16="http://schemas.microsoft.com/office/drawing/2014/main" id="{D51826E2-F4C3-23AA-C3DB-22C450340579}"/>
              </a:ext>
            </a:extLst>
          </p:cNvPr>
          <p:cNvSpPr/>
          <p:nvPr/>
        </p:nvSpPr>
        <p:spPr>
          <a:xfrm>
            <a:off x="5410200" y="26387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37246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DD3533-9D26-1BE9-1D02-90D1BAB75C6B}"/>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5E018EDE-A29B-A3EA-880A-00424B29687E}"/>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5BF07930-3A7D-E041-7319-28C14B7B9975}"/>
              </a:ext>
            </a:extLst>
          </p:cNvPr>
          <p:cNvSpPr txBox="1"/>
          <p:nvPr/>
        </p:nvSpPr>
        <p:spPr>
          <a:xfrm>
            <a:off x="758790" y="5376335"/>
            <a:ext cx="10574867" cy="923330"/>
          </a:xfrm>
          <a:prstGeom prst="rect">
            <a:avLst/>
          </a:prstGeom>
          <a:noFill/>
        </p:spPr>
        <p:txBody>
          <a:bodyPr wrap="square">
            <a:spAutoFit/>
          </a:bodyPr>
          <a:lstStyle/>
          <a:p>
            <a:r>
              <a:rPr lang="en-PH" dirty="0"/>
              <a:t>Before you commence the data collection, pilot test the instruments and procedures you will be employing. Pilot testing can help you verify that your instruments work, and the small trial run is a good way to identify any ambiguity in the processes</a:t>
            </a:r>
            <a:endParaRPr lang="en-US" dirty="0"/>
          </a:p>
        </p:txBody>
      </p:sp>
      <p:sp>
        <p:nvSpPr>
          <p:cNvPr id="2" name="Rectangle 1">
            <a:extLst>
              <a:ext uri="{FF2B5EF4-FFF2-40B4-BE49-F238E27FC236}">
                <a16:creationId xmlns:a16="http://schemas.microsoft.com/office/drawing/2014/main" id="{DB3B0F6A-1716-A514-97F5-4434A1281154}"/>
              </a:ext>
            </a:extLst>
          </p:cNvPr>
          <p:cNvSpPr/>
          <p:nvPr/>
        </p:nvSpPr>
        <p:spPr>
          <a:xfrm>
            <a:off x="6663267" y="8099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60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EEB3EA-8833-7945-FB18-D00846EF7A9F}"/>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EABA8AA8-E0B4-6C5C-FF13-38505EBA42C7}"/>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C7E81B32-B42E-E194-D7AD-EF75D052B547}"/>
              </a:ext>
            </a:extLst>
          </p:cNvPr>
          <p:cNvSpPr txBox="1"/>
          <p:nvPr/>
        </p:nvSpPr>
        <p:spPr>
          <a:xfrm>
            <a:off x="758790" y="5376335"/>
            <a:ext cx="10574867" cy="1200329"/>
          </a:xfrm>
          <a:prstGeom prst="rect">
            <a:avLst/>
          </a:prstGeom>
          <a:noFill/>
        </p:spPr>
        <p:txBody>
          <a:bodyPr wrap="square">
            <a:spAutoFit/>
          </a:bodyPr>
          <a:lstStyle/>
          <a:p>
            <a:r>
              <a:rPr lang="en-PH" dirty="0"/>
              <a:t>Develop a thorough standardized protocol guided by the types of data and what was learned from your pilot testing. Also, document the instruments and standard conditions that you want for the study. Standardization of your protocol will make any future work that replicates the study easier since two people are doing the same thing.</a:t>
            </a:r>
            <a:endParaRPr lang="en-US" dirty="0"/>
          </a:p>
        </p:txBody>
      </p:sp>
      <p:sp>
        <p:nvSpPr>
          <p:cNvPr id="2" name="Rectangle 1">
            <a:extLst>
              <a:ext uri="{FF2B5EF4-FFF2-40B4-BE49-F238E27FC236}">
                <a16:creationId xmlns:a16="http://schemas.microsoft.com/office/drawing/2014/main" id="{689D7D7E-B131-FE7A-B45D-B47AD68B27D4}"/>
              </a:ext>
            </a:extLst>
          </p:cNvPr>
          <p:cNvSpPr/>
          <p:nvPr/>
        </p:nvSpPr>
        <p:spPr>
          <a:xfrm>
            <a:off x="7620000" y="26387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6568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0A00BC-BD1A-EAC1-BE88-BBA1EBA6EA4B}"/>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F9CF7DFD-7F5E-376D-2E15-CF4AF7AF5315}"/>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BF156BD1-6B9F-9E4E-C190-EEA7E2BDC952}"/>
              </a:ext>
            </a:extLst>
          </p:cNvPr>
          <p:cNvSpPr txBox="1"/>
          <p:nvPr/>
        </p:nvSpPr>
        <p:spPr>
          <a:xfrm>
            <a:off x="758790" y="5376335"/>
            <a:ext cx="10574867" cy="923330"/>
          </a:xfrm>
          <a:prstGeom prst="rect">
            <a:avLst/>
          </a:prstGeom>
          <a:noFill/>
        </p:spPr>
        <p:txBody>
          <a:bodyPr wrap="square">
            <a:spAutoFit/>
          </a:bodyPr>
          <a:lstStyle/>
          <a:p>
            <a:r>
              <a:rPr lang="en-PH" dirty="0"/>
              <a:t>Include step-by-step procedures for data collection. You will want to document the procedures so that they are easy to follow and in the case of using surveys, interviews, or observation, you must state any ethical issues (if any).</a:t>
            </a:r>
            <a:endParaRPr lang="en-US" dirty="0"/>
          </a:p>
        </p:txBody>
      </p:sp>
      <p:sp>
        <p:nvSpPr>
          <p:cNvPr id="2" name="Rectangle 1">
            <a:extLst>
              <a:ext uri="{FF2B5EF4-FFF2-40B4-BE49-F238E27FC236}">
                <a16:creationId xmlns:a16="http://schemas.microsoft.com/office/drawing/2014/main" id="{3D2663A9-6893-5D18-ED4C-A4B650F28736}"/>
              </a:ext>
            </a:extLst>
          </p:cNvPr>
          <p:cNvSpPr/>
          <p:nvPr/>
        </p:nvSpPr>
        <p:spPr>
          <a:xfrm>
            <a:off x="8847666" y="10385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0869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224A8D-792D-CB9C-3202-9603F852D700}"/>
            </a:ext>
          </a:extLst>
        </p:cNvPr>
        <p:cNvGrpSpPr/>
        <p:nvPr/>
      </p:nvGrpSpPr>
      <p:grpSpPr>
        <a:xfrm>
          <a:off x="0" y="0"/>
          <a:ext cx="0" cy="0"/>
          <a:chOff x="0" y="0"/>
          <a:chExt cx="0" cy="0"/>
        </a:xfrm>
      </p:grpSpPr>
      <p:pic>
        <p:nvPicPr>
          <p:cNvPr id="7" name="Picture 6" descr="A diagram of a data collection&#10;&#10;AI-generated content may be incorrect.">
            <a:extLst>
              <a:ext uri="{FF2B5EF4-FFF2-40B4-BE49-F238E27FC236}">
                <a16:creationId xmlns:a16="http://schemas.microsoft.com/office/drawing/2014/main" id="{EA36DC61-D654-AF57-2AE5-8FAD641CE4A1}"/>
              </a:ext>
            </a:extLst>
          </p:cNvPr>
          <p:cNvPicPr>
            <a:picLocks noChangeAspect="1"/>
          </p:cNvPicPr>
          <p:nvPr/>
        </p:nvPicPr>
        <p:blipFill>
          <a:blip r:embed="rId2"/>
          <a:srcRect t="7409" b="6670"/>
          <a:stretch>
            <a:fillRect/>
          </a:stretch>
        </p:blipFill>
        <p:spPr>
          <a:xfrm>
            <a:off x="758790" y="143933"/>
            <a:ext cx="10674420" cy="4639734"/>
          </a:xfrm>
          <a:prstGeom prst="rect">
            <a:avLst/>
          </a:prstGeom>
        </p:spPr>
      </p:pic>
      <p:sp>
        <p:nvSpPr>
          <p:cNvPr id="11" name="TextBox 10">
            <a:extLst>
              <a:ext uri="{FF2B5EF4-FFF2-40B4-BE49-F238E27FC236}">
                <a16:creationId xmlns:a16="http://schemas.microsoft.com/office/drawing/2014/main" id="{8AE2F90D-B709-A32B-53DE-33278F8FC287}"/>
              </a:ext>
            </a:extLst>
          </p:cNvPr>
          <p:cNvSpPr txBox="1"/>
          <p:nvPr/>
        </p:nvSpPr>
        <p:spPr>
          <a:xfrm>
            <a:off x="758790" y="5376335"/>
            <a:ext cx="10574867" cy="1200329"/>
          </a:xfrm>
          <a:prstGeom prst="rect">
            <a:avLst/>
          </a:prstGeom>
          <a:noFill/>
        </p:spPr>
        <p:txBody>
          <a:bodyPr wrap="square">
            <a:spAutoFit/>
          </a:bodyPr>
          <a:lstStyle/>
          <a:p>
            <a:r>
              <a:rPr lang="en-PH" dirty="0"/>
              <a:t>You need also to decide and develop your statistical approach that is related to your quantitative analysis, or if your data is qualitative, document the qualitative analysis you intend to apply to your collected data. You will want to operationalize the data when your variables can not be measured. You’ll need to also plan how the data will be represented.</a:t>
            </a:r>
            <a:endParaRPr lang="en-US" dirty="0"/>
          </a:p>
        </p:txBody>
      </p:sp>
      <p:sp>
        <p:nvSpPr>
          <p:cNvPr id="2" name="Rectangle 1">
            <a:extLst>
              <a:ext uri="{FF2B5EF4-FFF2-40B4-BE49-F238E27FC236}">
                <a16:creationId xmlns:a16="http://schemas.microsoft.com/office/drawing/2014/main" id="{349AA734-7AB9-8A0E-F339-1A83D992A713}"/>
              </a:ext>
            </a:extLst>
          </p:cNvPr>
          <p:cNvSpPr/>
          <p:nvPr/>
        </p:nvSpPr>
        <p:spPr>
          <a:xfrm>
            <a:off x="9889066" y="2689534"/>
            <a:ext cx="2082800" cy="22775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14834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F52665-2367-67C2-AB72-9A6AFB521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9C0DF-4C39-ED50-3527-76E523FEB406}"/>
              </a:ext>
            </a:extLst>
          </p:cNvPr>
          <p:cNvSpPr>
            <a:spLocks noGrp="1"/>
          </p:cNvSpPr>
          <p:nvPr>
            <p:ph type="title"/>
          </p:nvPr>
        </p:nvSpPr>
        <p:spPr/>
        <p:txBody>
          <a:bodyPr/>
          <a:lstStyle/>
          <a:p>
            <a:r>
              <a:rPr lang="en-US" dirty="0"/>
              <a:t>Planning your Data Collection Procedures</a:t>
            </a:r>
          </a:p>
        </p:txBody>
      </p:sp>
      <p:sp>
        <p:nvSpPr>
          <p:cNvPr id="3" name="Content Placeholder 2">
            <a:extLst>
              <a:ext uri="{FF2B5EF4-FFF2-40B4-BE49-F238E27FC236}">
                <a16:creationId xmlns:a16="http://schemas.microsoft.com/office/drawing/2014/main" id="{DE96A0D1-BFCE-ED2A-1098-9D9ABE7AC8C9}"/>
              </a:ext>
            </a:extLst>
          </p:cNvPr>
          <p:cNvSpPr>
            <a:spLocks noGrp="1"/>
          </p:cNvSpPr>
          <p:nvPr>
            <p:ph idx="1"/>
          </p:nvPr>
        </p:nvSpPr>
        <p:spPr/>
        <p:txBody>
          <a:bodyPr>
            <a:normAutofit/>
          </a:bodyPr>
          <a:lstStyle/>
          <a:p>
            <a:pPr marL="0" indent="0">
              <a:buNone/>
            </a:pPr>
            <a:r>
              <a:rPr lang="en-GB" dirty="0"/>
              <a:t>Your data collection procedures are the specific steps you will take to gather data that is consistent, accurate and unbiased,</a:t>
            </a:r>
          </a:p>
        </p:txBody>
      </p:sp>
    </p:spTree>
    <p:extLst>
      <p:ext uri="{BB962C8B-B14F-4D97-AF65-F5344CB8AC3E}">
        <p14:creationId xmlns:p14="http://schemas.microsoft.com/office/powerpoint/2010/main" val="3660807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EE50C2-448D-EA83-A266-6B3A9B50B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8D83B-09F6-4DBC-82F6-B53639513CB2}"/>
              </a:ext>
            </a:extLst>
          </p:cNvPr>
          <p:cNvSpPr>
            <a:spLocks noGrp="1"/>
          </p:cNvSpPr>
          <p:nvPr>
            <p:ph type="title"/>
          </p:nvPr>
        </p:nvSpPr>
        <p:spPr/>
        <p:txBody>
          <a:bodyPr/>
          <a:lstStyle/>
          <a:p>
            <a:r>
              <a:rPr lang="en-US" dirty="0"/>
              <a:t>Planning your Data Collection Procedures</a:t>
            </a:r>
          </a:p>
        </p:txBody>
      </p:sp>
      <p:sp>
        <p:nvSpPr>
          <p:cNvPr id="3" name="Content Placeholder 2">
            <a:extLst>
              <a:ext uri="{FF2B5EF4-FFF2-40B4-BE49-F238E27FC236}">
                <a16:creationId xmlns:a16="http://schemas.microsoft.com/office/drawing/2014/main" id="{A032E0A5-2CB3-C804-4EA9-0A13B48ADC1B}"/>
              </a:ext>
            </a:extLst>
          </p:cNvPr>
          <p:cNvSpPr>
            <a:spLocks noGrp="1"/>
          </p:cNvSpPr>
          <p:nvPr>
            <p:ph idx="1"/>
          </p:nvPr>
        </p:nvSpPr>
        <p:spPr/>
        <p:txBody>
          <a:bodyPr>
            <a:normAutofit/>
          </a:bodyPr>
          <a:lstStyle/>
          <a:p>
            <a:pPr marL="0" indent="0">
              <a:buNone/>
            </a:pPr>
            <a:r>
              <a:rPr lang="en-GB" dirty="0"/>
              <a:t>To plan your procedures, consider these questions:</a:t>
            </a:r>
          </a:p>
          <a:p>
            <a:pPr marL="0" indent="0">
              <a:buNone/>
            </a:pPr>
            <a:endParaRPr lang="en-GB" dirty="0"/>
          </a:p>
          <a:p>
            <a:pPr>
              <a:buFont typeface="Wingdings" pitchFamily="2" charset="2"/>
              <a:buChar char="§"/>
            </a:pPr>
            <a:r>
              <a:rPr lang="en-GB" dirty="0"/>
              <a:t>How will you define and measure your variables?</a:t>
            </a:r>
          </a:p>
          <a:p>
            <a:pPr>
              <a:buFont typeface="Wingdings" pitchFamily="2" charset="2"/>
              <a:buChar char="§"/>
            </a:pPr>
            <a:r>
              <a:rPr lang="en-GB" dirty="0"/>
              <a:t>How will you ensure your measurements are reliable and valid?</a:t>
            </a:r>
          </a:p>
          <a:p>
            <a:pPr>
              <a:buFont typeface="Wingdings" pitchFamily="2" charset="2"/>
              <a:buChar char="§"/>
            </a:pPr>
            <a:r>
              <a:rPr lang="en-GB" dirty="0"/>
              <a:t>How will you select and contact your sample?</a:t>
            </a:r>
          </a:p>
        </p:txBody>
      </p:sp>
    </p:spTree>
    <p:extLst>
      <p:ext uri="{BB962C8B-B14F-4D97-AF65-F5344CB8AC3E}">
        <p14:creationId xmlns:p14="http://schemas.microsoft.com/office/powerpoint/2010/main" val="3490094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61BA2B-8312-8B75-93EC-7796AC8EB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1B02-2177-029F-5EFF-60305D9BA5D7}"/>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A7C779BB-EA3C-C51C-FD51-E65881588351}"/>
              </a:ext>
            </a:extLst>
          </p:cNvPr>
          <p:cNvSpPr>
            <a:spLocks noGrp="1"/>
          </p:cNvSpPr>
          <p:nvPr>
            <p:ph idx="1"/>
          </p:nvPr>
        </p:nvSpPr>
        <p:spPr/>
        <p:txBody>
          <a:bodyPr>
            <a:normAutofit/>
          </a:bodyPr>
          <a:lstStyle/>
          <a:p>
            <a:pPr marL="0" indent="0">
              <a:buNone/>
            </a:pPr>
            <a:r>
              <a:rPr lang="en-GB" dirty="0"/>
              <a:t>First, precisely define your variable and decide exactly how you will measure them.</a:t>
            </a:r>
          </a:p>
        </p:txBody>
      </p:sp>
    </p:spTree>
    <p:extLst>
      <p:ext uri="{BB962C8B-B14F-4D97-AF65-F5344CB8AC3E}">
        <p14:creationId xmlns:p14="http://schemas.microsoft.com/office/powerpoint/2010/main" val="2698824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8A4CFF-46A7-C567-4C3A-317860C7B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A6B17-CB81-9D84-07BE-4369ADF4382E}"/>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ADB638AC-AB2E-B2CC-05D1-570008AB156A}"/>
              </a:ext>
            </a:extLst>
          </p:cNvPr>
          <p:cNvSpPr>
            <a:spLocks noGrp="1"/>
          </p:cNvSpPr>
          <p:nvPr>
            <p:ph idx="1"/>
          </p:nvPr>
        </p:nvSpPr>
        <p:spPr/>
        <p:txBody>
          <a:bodyPr>
            <a:normAutofit/>
          </a:bodyPr>
          <a:lstStyle/>
          <a:p>
            <a:pPr marL="0" indent="0">
              <a:buNone/>
            </a:pPr>
            <a:r>
              <a:rPr lang="en-GB" dirty="0"/>
              <a:t>Some variables like height or age, are easily measures.</a:t>
            </a:r>
          </a:p>
          <a:p>
            <a:pPr marL="0" indent="0">
              <a:buNone/>
            </a:pPr>
            <a:endParaRPr lang="en-GB" dirty="0"/>
          </a:p>
          <a:p>
            <a:pPr marL="0" indent="0">
              <a:buNone/>
            </a:pPr>
            <a:r>
              <a:rPr lang="en-GB" dirty="0"/>
              <a:t>But often you will be dealing with more abstract concepts such as satisfaction, anxiety or competence.</a:t>
            </a:r>
          </a:p>
        </p:txBody>
      </p:sp>
    </p:spTree>
    <p:extLst>
      <p:ext uri="{BB962C8B-B14F-4D97-AF65-F5344CB8AC3E}">
        <p14:creationId xmlns:p14="http://schemas.microsoft.com/office/powerpoint/2010/main" val="3469993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EA3D3D-DDCA-18CC-2FC9-247902FA6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C5F4D-8B2D-DB7A-B612-D62EE10FCD0F}"/>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355AD3D6-2942-8276-295D-CC62C0F13932}"/>
              </a:ext>
            </a:extLst>
          </p:cNvPr>
          <p:cNvSpPr>
            <a:spLocks noGrp="1"/>
          </p:cNvSpPr>
          <p:nvPr>
            <p:ph idx="1"/>
          </p:nvPr>
        </p:nvSpPr>
        <p:spPr/>
        <p:txBody>
          <a:bodyPr>
            <a:normAutofit/>
          </a:bodyPr>
          <a:lstStyle/>
          <a:p>
            <a:pPr marL="0" indent="0">
              <a:buNone/>
            </a:pPr>
            <a:r>
              <a:rPr lang="en-GB" dirty="0"/>
              <a:t>Operationalizing means turning fuzzy ideas into measurable indicators.</a:t>
            </a:r>
          </a:p>
        </p:txBody>
      </p:sp>
    </p:spTree>
    <p:extLst>
      <p:ext uri="{BB962C8B-B14F-4D97-AF65-F5344CB8AC3E}">
        <p14:creationId xmlns:p14="http://schemas.microsoft.com/office/powerpoint/2010/main" val="2321191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18CAD6-D66F-0D78-F249-3E3274189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44DB4-4DDE-26F2-0758-0A03E6A81720}"/>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27B38565-E4B6-7200-6D30-586DFE44171D}"/>
              </a:ext>
            </a:extLst>
          </p:cNvPr>
          <p:cNvSpPr>
            <a:spLocks noGrp="1"/>
          </p:cNvSpPr>
          <p:nvPr>
            <p:ph idx="1"/>
          </p:nvPr>
        </p:nvSpPr>
        <p:spPr/>
        <p:txBody>
          <a:bodyPr>
            <a:normAutofit/>
          </a:bodyPr>
          <a:lstStyle/>
          <a:p>
            <a:pPr marL="0" indent="0">
              <a:buNone/>
            </a:pPr>
            <a:r>
              <a:rPr lang="en-GB" dirty="0"/>
              <a:t>If you are using observations, which events or actions will you count?</a:t>
            </a:r>
          </a:p>
        </p:txBody>
      </p:sp>
    </p:spTree>
    <p:extLst>
      <p:ext uri="{BB962C8B-B14F-4D97-AF65-F5344CB8AC3E}">
        <p14:creationId xmlns:p14="http://schemas.microsoft.com/office/powerpoint/2010/main" val="360749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7F67B2-FB84-22EA-82E9-D5DA17484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DED52-D30F-0CFC-E4C4-9570B2D78D69}"/>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C648442F-0141-27FA-51C6-15C1D5019925}"/>
              </a:ext>
            </a:extLst>
          </p:cNvPr>
          <p:cNvSpPr>
            <a:spLocks noGrp="1"/>
          </p:cNvSpPr>
          <p:nvPr>
            <p:ph idx="1"/>
          </p:nvPr>
        </p:nvSpPr>
        <p:spPr/>
        <p:txBody>
          <a:bodyPr>
            <a:normAutofit/>
          </a:bodyPr>
          <a:lstStyle/>
          <a:p>
            <a:pPr marL="0" indent="0">
              <a:buNone/>
            </a:pPr>
            <a:r>
              <a:rPr lang="en-GB" dirty="0"/>
              <a:t>If you are using surveys, which questions will you ask and what range of responses will be offered?</a:t>
            </a:r>
          </a:p>
          <a:p>
            <a:pPr marL="0" indent="0">
              <a:buNone/>
            </a:pPr>
            <a:endParaRPr lang="en-GB" dirty="0"/>
          </a:p>
          <a:p>
            <a:pPr marL="0" indent="0">
              <a:buNone/>
            </a:pPr>
            <a:r>
              <a:rPr lang="en-GB" dirty="0"/>
              <a:t>For example, to measure teacher’s satisfaction with online learning tools,  you could create a questionnaire with a 5-point rating scale.</a:t>
            </a:r>
          </a:p>
        </p:txBody>
      </p:sp>
    </p:spTree>
    <p:extLst>
      <p:ext uri="{BB962C8B-B14F-4D97-AF65-F5344CB8AC3E}">
        <p14:creationId xmlns:p14="http://schemas.microsoft.com/office/powerpoint/2010/main" val="454534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F0A9CE4-2BCB-CF94-6FCA-9338AEA6E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E1828-7E3C-66AE-5340-FE624BCC0880}"/>
              </a:ext>
            </a:extLst>
          </p:cNvPr>
          <p:cNvSpPr>
            <a:spLocks noGrp="1"/>
          </p:cNvSpPr>
          <p:nvPr>
            <p:ph type="title"/>
          </p:nvPr>
        </p:nvSpPr>
        <p:spPr/>
        <p:txBody>
          <a:bodyPr/>
          <a:lstStyle/>
          <a:p>
            <a:r>
              <a:rPr lang="en-US" dirty="0"/>
              <a:t>Operationalizing Variables</a:t>
            </a:r>
          </a:p>
        </p:txBody>
      </p:sp>
      <p:sp>
        <p:nvSpPr>
          <p:cNvPr id="3" name="Content Placeholder 2">
            <a:extLst>
              <a:ext uri="{FF2B5EF4-FFF2-40B4-BE49-F238E27FC236}">
                <a16:creationId xmlns:a16="http://schemas.microsoft.com/office/drawing/2014/main" id="{51A5860D-656C-2C6A-ACEC-91DD053FFBAA}"/>
              </a:ext>
            </a:extLst>
          </p:cNvPr>
          <p:cNvSpPr>
            <a:spLocks noGrp="1"/>
          </p:cNvSpPr>
          <p:nvPr>
            <p:ph idx="1"/>
          </p:nvPr>
        </p:nvSpPr>
        <p:spPr/>
        <p:txBody>
          <a:bodyPr>
            <a:normAutofit/>
          </a:bodyPr>
          <a:lstStyle/>
          <a:p>
            <a:pPr marL="0" indent="0">
              <a:buNone/>
            </a:pPr>
            <a:r>
              <a:rPr lang="en-GB" dirty="0"/>
              <a:t>You may also choose to use or adapt existing materials designed to measure the same concept.</a:t>
            </a:r>
          </a:p>
          <a:p>
            <a:pPr marL="0" indent="0">
              <a:buNone/>
            </a:pPr>
            <a:endParaRPr lang="en-GB" dirty="0"/>
          </a:p>
          <a:p>
            <a:pPr marL="0" indent="0">
              <a:buNone/>
            </a:pPr>
            <a:r>
              <a:rPr lang="en-GB" dirty="0"/>
              <a:t>For example, to measure math skills, you could administer a math test created by educators.</a:t>
            </a:r>
          </a:p>
        </p:txBody>
      </p:sp>
    </p:spTree>
    <p:extLst>
      <p:ext uri="{BB962C8B-B14F-4D97-AF65-F5344CB8AC3E}">
        <p14:creationId xmlns:p14="http://schemas.microsoft.com/office/powerpoint/2010/main" val="3807818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13B7B5-6677-6429-641F-D027D10FD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7185B-F274-06FC-0993-3167D9A4C446}"/>
              </a:ext>
            </a:extLst>
          </p:cNvPr>
          <p:cNvSpPr>
            <a:spLocks noGrp="1"/>
          </p:cNvSpPr>
          <p:nvPr>
            <p:ph type="title"/>
          </p:nvPr>
        </p:nvSpPr>
        <p:spPr/>
        <p:txBody>
          <a:bodyPr/>
          <a:lstStyle/>
          <a:p>
            <a:r>
              <a:rPr lang="en-US" dirty="0"/>
              <a:t>Validity and Reliability</a:t>
            </a:r>
          </a:p>
        </p:txBody>
      </p:sp>
      <p:sp>
        <p:nvSpPr>
          <p:cNvPr id="3" name="Content Placeholder 2">
            <a:extLst>
              <a:ext uri="{FF2B5EF4-FFF2-40B4-BE49-F238E27FC236}">
                <a16:creationId xmlns:a16="http://schemas.microsoft.com/office/drawing/2014/main" id="{D8ED0C65-B1E1-81B3-4E3C-A8350C5FD7C5}"/>
              </a:ext>
            </a:extLst>
          </p:cNvPr>
          <p:cNvSpPr>
            <a:spLocks noGrp="1"/>
          </p:cNvSpPr>
          <p:nvPr>
            <p:ph idx="1"/>
          </p:nvPr>
        </p:nvSpPr>
        <p:spPr/>
        <p:txBody>
          <a:bodyPr>
            <a:normAutofit/>
          </a:bodyPr>
          <a:lstStyle/>
          <a:p>
            <a:pPr marL="0" indent="0">
              <a:buNone/>
            </a:pPr>
            <a:r>
              <a:rPr lang="en-GB" dirty="0"/>
              <a:t>You should also consider the validity and reliability of your measurements.  </a:t>
            </a:r>
          </a:p>
          <a:p>
            <a:pPr marL="0" indent="0">
              <a:buNone/>
            </a:pPr>
            <a:endParaRPr lang="en-GB" dirty="0"/>
          </a:p>
          <a:p>
            <a:pPr marL="0" indent="0">
              <a:buNone/>
            </a:pPr>
            <a:r>
              <a:rPr lang="en-GB" dirty="0"/>
              <a:t>Reliability means your results can be consistently reproduced, while validity means that you’re actually measuring the concept you’re interested in. </a:t>
            </a:r>
          </a:p>
          <a:p>
            <a:pPr marL="0" indent="0">
              <a:buNone/>
            </a:pPr>
            <a:endParaRPr lang="en-GB" dirty="0"/>
          </a:p>
          <a:p>
            <a:pPr marL="0" indent="0">
              <a:buNone/>
            </a:pPr>
            <a:r>
              <a:rPr lang="en-GB" dirty="0"/>
              <a:t>For valid and reliable results, your measurement materials should be thoroughly researched and carefully designed.</a:t>
            </a:r>
          </a:p>
        </p:txBody>
      </p:sp>
    </p:spTree>
    <p:extLst>
      <p:ext uri="{BB962C8B-B14F-4D97-AF65-F5344CB8AC3E}">
        <p14:creationId xmlns:p14="http://schemas.microsoft.com/office/powerpoint/2010/main" val="2328572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C21D47-9277-8476-6F20-1A81AF834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31BF6-63F6-F707-60C2-C77508930A3B}"/>
              </a:ext>
            </a:extLst>
          </p:cNvPr>
          <p:cNvSpPr>
            <a:spLocks noGrp="1"/>
          </p:cNvSpPr>
          <p:nvPr>
            <p:ph type="title"/>
          </p:nvPr>
        </p:nvSpPr>
        <p:spPr/>
        <p:txBody>
          <a:bodyPr/>
          <a:lstStyle/>
          <a:p>
            <a:r>
              <a:rPr lang="en-US" dirty="0"/>
              <a:t>Validity and Reliability</a:t>
            </a:r>
          </a:p>
        </p:txBody>
      </p:sp>
      <p:sp>
        <p:nvSpPr>
          <p:cNvPr id="3" name="Content Placeholder 2">
            <a:extLst>
              <a:ext uri="{FF2B5EF4-FFF2-40B4-BE49-F238E27FC236}">
                <a16:creationId xmlns:a16="http://schemas.microsoft.com/office/drawing/2014/main" id="{0C2BE52A-A955-9B35-D58A-276591723E6E}"/>
              </a:ext>
            </a:extLst>
          </p:cNvPr>
          <p:cNvSpPr>
            <a:spLocks noGrp="1"/>
          </p:cNvSpPr>
          <p:nvPr>
            <p:ph idx="1"/>
          </p:nvPr>
        </p:nvSpPr>
        <p:spPr/>
        <p:txBody>
          <a:bodyPr>
            <a:normAutofit/>
          </a:bodyPr>
          <a:lstStyle/>
          <a:p>
            <a:pPr marL="0" indent="0">
              <a:buNone/>
            </a:pPr>
            <a:r>
              <a:rPr lang="en-GB" dirty="0"/>
              <a:t>Plan your procedures to make sure you carry out the same steps in the same way for each participant. </a:t>
            </a:r>
          </a:p>
          <a:p>
            <a:pPr marL="0" indent="0">
              <a:buNone/>
            </a:pPr>
            <a:r>
              <a:rPr lang="en-GB" dirty="0"/>
              <a:t>If you’re developing a new questionnaire or other instrument to measure a specific concept, you might want to run a pilot study to check its validity and reliability in advance. </a:t>
            </a:r>
          </a:p>
          <a:p>
            <a:pPr marL="0" indent="0">
              <a:buNone/>
            </a:pPr>
            <a:endParaRPr lang="en-GB" dirty="0"/>
          </a:p>
        </p:txBody>
      </p:sp>
    </p:spTree>
    <p:extLst>
      <p:ext uri="{BB962C8B-B14F-4D97-AF65-F5344CB8AC3E}">
        <p14:creationId xmlns:p14="http://schemas.microsoft.com/office/powerpoint/2010/main" val="605930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D190BA-1138-6BE3-0984-479B1D6CE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0350F-F511-6B9D-9C21-ED1E5C6A6DE9}"/>
              </a:ext>
            </a:extLst>
          </p:cNvPr>
          <p:cNvSpPr>
            <a:spLocks noGrp="1"/>
          </p:cNvSpPr>
          <p:nvPr>
            <p:ph type="title"/>
          </p:nvPr>
        </p:nvSpPr>
        <p:spPr/>
        <p:txBody>
          <a:bodyPr/>
          <a:lstStyle/>
          <a:p>
            <a:r>
              <a:rPr lang="en-US" dirty="0"/>
              <a:t>Validity and Reliability</a:t>
            </a:r>
          </a:p>
        </p:txBody>
      </p:sp>
      <p:sp>
        <p:nvSpPr>
          <p:cNvPr id="3" name="Content Placeholder 2">
            <a:extLst>
              <a:ext uri="{FF2B5EF4-FFF2-40B4-BE49-F238E27FC236}">
                <a16:creationId xmlns:a16="http://schemas.microsoft.com/office/drawing/2014/main" id="{6A434F58-2037-A9BF-2DE3-92C8429C78BF}"/>
              </a:ext>
            </a:extLst>
          </p:cNvPr>
          <p:cNvSpPr>
            <a:spLocks noGrp="1"/>
          </p:cNvSpPr>
          <p:nvPr>
            <p:ph idx="1"/>
          </p:nvPr>
        </p:nvSpPr>
        <p:spPr/>
        <p:txBody>
          <a:bodyPr>
            <a:normAutofit/>
          </a:bodyPr>
          <a:lstStyle/>
          <a:p>
            <a:pPr marL="0" indent="0">
              <a:buNone/>
            </a:pPr>
            <a:r>
              <a:rPr lang="en-GB" dirty="0"/>
              <a:t>If you’re testing a cause-and-effect relationship, you also need to think about internal and external validity.</a:t>
            </a:r>
          </a:p>
          <a:p>
            <a:pPr marL="0" indent="0">
              <a:buNone/>
            </a:pPr>
            <a:r>
              <a:rPr lang="en-GB" dirty="0"/>
              <a:t>Internal validity helps you establish causality,  while external validity means you can generalize your results to other settings. </a:t>
            </a:r>
          </a:p>
          <a:p>
            <a:pPr marL="0" indent="0">
              <a:buNone/>
            </a:pPr>
            <a:r>
              <a:rPr lang="en-GB" dirty="0"/>
              <a:t>Both can be impacted by your data collection procedures. You’ve already defined your population </a:t>
            </a:r>
            <a:r>
              <a:rPr lang="en-GB" dirty="0" err="1"/>
              <a:t>andchosen</a:t>
            </a:r>
            <a:r>
              <a:rPr lang="en-GB" dirty="0"/>
              <a:t> an appropriate sampling method. </a:t>
            </a:r>
          </a:p>
        </p:txBody>
      </p:sp>
    </p:spTree>
    <p:extLst>
      <p:ext uri="{BB962C8B-B14F-4D97-AF65-F5344CB8AC3E}">
        <p14:creationId xmlns:p14="http://schemas.microsoft.com/office/powerpoint/2010/main" val="2798458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3505A5-EA9A-E742-74F4-9182C70C1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5055A-501A-1E41-5BB5-5368DE7FDB56}"/>
              </a:ext>
            </a:extLst>
          </p:cNvPr>
          <p:cNvSpPr>
            <a:spLocks noGrp="1"/>
          </p:cNvSpPr>
          <p:nvPr>
            <p:ph type="title"/>
          </p:nvPr>
        </p:nvSpPr>
        <p:spPr/>
        <p:txBody>
          <a:bodyPr/>
          <a:lstStyle/>
          <a:p>
            <a:r>
              <a:rPr lang="en-US" dirty="0"/>
              <a:t>Sampling Plan</a:t>
            </a:r>
          </a:p>
        </p:txBody>
      </p:sp>
      <p:sp>
        <p:nvSpPr>
          <p:cNvPr id="3" name="Content Placeholder 2">
            <a:extLst>
              <a:ext uri="{FF2B5EF4-FFF2-40B4-BE49-F238E27FC236}">
                <a16:creationId xmlns:a16="http://schemas.microsoft.com/office/drawing/2014/main" id="{B3B9F8D3-645E-88F5-E49A-88B93229C352}"/>
              </a:ext>
            </a:extLst>
          </p:cNvPr>
          <p:cNvSpPr>
            <a:spLocks noGrp="1"/>
          </p:cNvSpPr>
          <p:nvPr>
            <p:ph idx="1"/>
          </p:nvPr>
        </p:nvSpPr>
        <p:spPr/>
        <p:txBody>
          <a:bodyPr>
            <a:normAutofit/>
          </a:bodyPr>
          <a:lstStyle/>
          <a:p>
            <a:pPr marL="0" indent="0">
              <a:buNone/>
            </a:pPr>
            <a:r>
              <a:rPr lang="en-GB" dirty="0"/>
              <a:t>You’ve already defined your population and chosen an appropriate sampling method. </a:t>
            </a:r>
          </a:p>
        </p:txBody>
      </p:sp>
    </p:spTree>
    <p:extLst>
      <p:ext uri="{BB962C8B-B14F-4D97-AF65-F5344CB8AC3E}">
        <p14:creationId xmlns:p14="http://schemas.microsoft.com/office/powerpoint/2010/main" val="3001321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3DCE96A-3002-43DE-6A26-28B4EB5F6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15D65-0170-E95E-FACB-82ACCED69B93}"/>
              </a:ext>
            </a:extLst>
          </p:cNvPr>
          <p:cNvSpPr>
            <a:spLocks noGrp="1"/>
          </p:cNvSpPr>
          <p:nvPr>
            <p:ph type="title"/>
          </p:nvPr>
        </p:nvSpPr>
        <p:spPr/>
        <p:txBody>
          <a:bodyPr/>
          <a:lstStyle/>
          <a:p>
            <a:r>
              <a:rPr lang="en-US" dirty="0"/>
              <a:t>Sampling Plan</a:t>
            </a:r>
          </a:p>
        </p:txBody>
      </p:sp>
      <p:sp>
        <p:nvSpPr>
          <p:cNvPr id="3" name="Content Placeholder 2">
            <a:extLst>
              <a:ext uri="{FF2B5EF4-FFF2-40B4-BE49-F238E27FC236}">
                <a16:creationId xmlns:a16="http://schemas.microsoft.com/office/drawing/2014/main" id="{8A279BB3-AD39-19F7-DF9D-CE409536BBC9}"/>
              </a:ext>
            </a:extLst>
          </p:cNvPr>
          <p:cNvSpPr>
            <a:spLocks noGrp="1"/>
          </p:cNvSpPr>
          <p:nvPr>
            <p:ph idx="1"/>
          </p:nvPr>
        </p:nvSpPr>
        <p:spPr/>
        <p:txBody>
          <a:bodyPr>
            <a:normAutofit/>
          </a:bodyPr>
          <a:lstStyle/>
          <a:p>
            <a:pPr marL="0" indent="0">
              <a:buNone/>
            </a:pPr>
            <a:r>
              <a:rPr lang="en-GB" dirty="0"/>
              <a:t>Now you need a concrete plan for how you’ll recruit your sample. </a:t>
            </a:r>
          </a:p>
          <a:p>
            <a:pPr marL="0" indent="0">
              <a:buNone/>
            </a:pPr>
            <a:endParaRPr lang="en-GB" dirty="0"/>
          </a:p>
          <a:p>
            <a:pPr marL="0" indent="0">
              <a:buNone/>
            </a:pPr>
            <a:r>
              <a:rPr lang="en-GB" dirty="0"/>
              <a:t>That means making decisions such as:</a:t>
            </a:r>
          </a:p>
          <a:p>
            <a:pPr>
              <a:buFont typeface="Wingdings" pitchFamily="2" charset="2"/>
              <a:buChar char="§"/>
            </a:pPr>
            <a:r>
              <a:rPr lang="en-GB" dirty="0"/>
              <a:t>How many participants do you need for an adequate sample size? </a:t>
            </a:r>
          </a:p>
          <a:p>
            <a:pPr>
              <a:buFont typeface="Wingdings" pitchFamily="2" charset="2"/>
              <a:buChar char="§"/>
            </a:pPr>
            <a:r>
              <a:rPr lang="en-GB" dirty="0"/>
              <a:t>What inclusion and exclusion criteria will you use to identify eligible participants? </a:t>
            </a:r>
          </a:p>
          <a:p>
            <a:pPr>
              <a:buFont typeface="Wingdings" pitchFamily="2" charset="2"/>
              <a:buChar char="§"/>
            </a:pPr>
            <a:r>
              <a:rPr lang="en-GB" dirty="0"/>
              <a:t>How will you contact your sample – by </a:t>
            </a:r>
            <a:r>
              <a:rPr lang="en-GB" dirty="0" err="1"/>
              <a:t>mail,online</a:t>
            </a:r>
            <a:r>
              <a:rPr lang="en-GB" dirty="0"/>
              <a:t>, by phone, or in person? </a:t>
            </a:r>
          </a:p>
          <a:p>
            <a:pPr marL="0" indent="0">
              <a:buNone/>
            </a:pPr>
            <a:endParaRPr lang="en-GB" dirty="0"/>
          </a:p>
        </p:txBody>
      </p:sp>
    </p:spTree>
    <p:extLst>
      <p:ext uri="{BB962C8B-B14F-4D97-AF65-F5344CB8AC3E}">
        <p14:creationId xmlns:p14="http://schemas.microsoft.com/office/powerpoint/2010/main" val="3855890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48286A-66FC-AFF6-ED9E-22294021F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12E9A-5C82-326A-2E2F-DBBC738D6502}"/>
              </a:ext>
            </a:extLst>
          </p:cNvPr>
          <p:cNvSpPr>
            <a:spLocks noGrp="1"/>
          </p:cNvSpPr>
          <p:nvPr>
            <p:ph type="title"/>
          </p:nvPr>
        </p:nvSpPr>
        <p:spPr/>
        <p:txBody>
          <a:bodyPr/>
          <a:lstStyle/>
          <a:p>
            <a:r>
              <a:rPr lang="en-US" dirty="0"/>
              <a:t>Sampling Plan</a:t>
            </a:r>
          </a:p>
        </p:txBody>
      </p:sp>
      <p:sp>
        <p:nvSpPr>
          <p:cNvPr id="3" name="Content Placeholder 2">
            <a:extLst>
              <a:ext uri="{FF2B5EF4-FFF2-40B4-BE49-F238E27FC236}">
                <a16:creationId xmlns:a16="http://schemas.microsoft.com/office/drawing/2014/main" id="{5560D26A-5D70-3BCB-B5A0-44D03428C08C}"/>
              </a:ext>
            </a:extLst>
          </p:cNvPr>
          <p:cNvSpPr>
            <a:spLocks noGrp="1"/>
          </p:cNvSpPr>
          <p:nvPr>
            <p:ph idx="1"/>
          </p:nvPr>
        </p:nvSpPr>
        <p:spPr/>
        <p:txBody>
          <a:bodyPr>
            <a:normAutofit/>
          </a:bodyPr>
          <a:lstStyle/>
          <a:p>
            <a:pPr marL="0" indent="0">
              <a:buNone/>
            </a:pPr>
            <a:r>
              <a:rPr lang="en-GB" dirty="0"/>
              <a:t>If you’re using a probability sampling method, </a:t>
            </a:r>
            <a:r>
              <a:rPr lang="en-GB" dirty="0" err="1"/>
              <a:t>it’I</a:t>
            </a:r>
            <a:r>
              <a:rPr lang="en-GB" dirty="0"/>
              <a:t> s important that everyone who is randomly selected actually participates in the study. </a:t>
            </a:r>
          </a:p>
          <a:p>
            <a:pPr marL="0" indent="0">
              <a:buNone/>
            </a:pPr>
            <a:endParaRPr lang="en-GB" dirty="0"/>
          </a:p>
          <a:p>
            <a:pPr marL="0" indent="0">
              <a:buNone/>
            </a:pPr>
            <a:r>
              <a:rPr lang="en-GB" dirty="0"/>
              <a:t>How will you ensure a high response rate? </a:t>
            </a:r>
          </a:p>
        </p:txBody>
      </p:sp>
    </p:spTree>
    <p:extLst>
      <p:ext uri="{BB962C8B-B14F-4D97-AF65-F5344CB8AC3E}">
        <p14:creationId xmlns:p14="http://schemas.microsoft.com/office/powerpoint/2010/main" val="1322496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E80FCD-C93A-8D45-1454-AE95CDBB9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DE86C-0BA4-30AA-096A-99A35158FE15}"/>
              </a:ext>
            </a:extLst>
          </p:cNvPr>
          <p:cNvSpPr>
            <a:spLocks noGrp="1"/>
          </p:cNvSpPr>
          <p:nvPr>
            <p:ph type="title"/>
          </p:nvPr>
        </p:nvSpPr>
        <p:spPr/>
        <p:txBody>
          <a:bodyPr/>
          <a:lstStyle/>
          <a:p>
            <a:r>
              <a:rPr lang="en-US" dirty="0"/>
              <a:t>Sampling Plan</a:t>
            </a:r>
          </a:p>
        </p:txBody>
      </p:sp>
      <p:sp>
        <p:nvSpPr>
          <p:cNvPr id="3" name="Content Placeholder 2">
            <a:extLst>
              <a:ext uri="{FF2B5EF4-FFF2-40B4-BE49-F238E27FC236}">
                <a16:creationId xmlns:a16="http://schemas.microsoft.com/office/drawing/2014/main" id="{88DD752B-F477-EF14-2A26-307FF57A3F5A}"/>
              </a:ext>
            </a:extLst>
          </p:cNvPr>
          <p:cNvSpPr>
            <a:spLocks noGrp="1"/>
          </p:cNvSpPr>
          <p:nvPr>
            <p:ph idx="1"/>
          </p:nvPr>
        </p:nvSpPr>
        <p:spPr/>
        <p:txBody>
          <a:bodyPr>
            <a:normAutofit/>
          </a:bodyPr>
          <a:lstStyle/>
          <a:p>
            <a:pPr marL="0" indent="0">
              <a:buNone/>
            </a:pPr>
            <a:r>
              <a:rPr lang="en-GB" dirty="0"/>
              <a:t>If you’re using a non-probability method, how will you avoid bias and ensure a representative sample? </a:t>
            </a:r>
          </a:p>
        </p:txBody>
      </p:sp>
    </p:spTree>
    <p:extLst>
      <p:ext uri="{BB962C8B-B14F-4D97-AF65-F5344CB8AC3E}">
        <p14:creationId xmlns:p14="http://schemas.microsoft.com/office/powerpoint/2010/main" val="2319994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D6D0-1415-577D-9BE8-AD4013C2A25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CA69A30-FA4A-A401-0622-901D5C83C9D1}"/>
              </a:ext>
            </a:extLst>
          </p:cNvPr>
          <p:cNvSpPr>
            <a:spLocks noGrp="1"/>
          </p:cNvSpPr>
          <p:nvPr>
            <p:ph idx="1"/>
          </p:nvPr>
        </p:nvSpPr>
        <p:spPr/>
        <p:txBody>
          <a:bodyPr/>
          <a:lstStyle/>
          <a:p>
            <a:pPr marL="0" indent="0">
              <a:buNone/>
            </a:pPr>
            <a:r>
              <a:rPr lang="en-US" dirty="0">
                <a:hlinkClick r:id="rId2"/>
              </a:rPr>
              <a:t>https://pubrica.com/academy/data-collection/planning-data-collection-methods-research/</a:t>
            </a:r>
            <a:endParaRPr lang="en-US" dirty="0"/>
          </a:p>
          <a:p>
            <a:pPr marL="0" indent="0">
              <a:buNone/>
            </a:pPr>
            <a:endParaRPr lang="en-US" dirty="0"/>
          </a:p>
        </p:txBody>
      </p:sp>
    </p:spTree>
    <p:extLst>
      <p:ext uri="{BB962C8B-B14F-4D97-AF65-F5344CB8AC3E}">
        <p14:creationId xmlns:p14="http://schemas.microsoft.com/office/powerpoint/2010/main" val="1103723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4528</TotalTime>
  <Words>1142</Words>
  <Application>Microsoft Macintosh PowerPoint</Application>
  <PresentationFormat>Widescreen</PresentationFormat>
  <Paragraphs>73</Paragraphs>
  <Slides>33</Slides>
  <Notes>0</Notes>
  <HiddenSlides>16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Wingdings</vt:lpstr>
      <vt:lpstr>Office Theme</vt:lpstr>
      <vt:lpstr>Data Collection Plan</vt:lpstr>
      <vt:lpstr>Planning your Data Collection Procedures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Planning your Data Collection Procedures</vt:lpstr>
      <vt:lpstr>Planning your Data Collection Procedures</vt:lpstr>
      <vt:lpstr>Operationalizing Variables</vt:lpstr>
      <vt:lpstr>Operationalizing Variables</vt:lpstr>
      <vt:lpstr>Operationalizing Variables</vt:lpstr>
      <vt:lpstr>Operationalizing Variables</vt:lpstr>
      <vt:lpstr>Operationalizing Variables</vt:lpstr>
      <vt:lpstr>Operationalizing Variables</vt:lpstr>
      <vt:lpstr>Validity and Reliability</vt:lpstr>
      <vt:lpstr>Validity and Reliability</vt:lpstr>
      <vt:lpstr>Validity and Reliability</vt:lpstr>
      <vt:lpstr>Sampling Plan</vt:lpstr>
      <vt:lpstr>Sampling Plan</vt:lpstr>
      <vt:lpstr>Sampling Plan</vt:lpstr>
      <vt:lpstr>Sampling Plan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Palenzuela, Ronnel</dc:creator>
  <cp:lastModifiedBy>Elizer Jr. D. Ponio</cp:lastModifiedBy>
  <cp:revision>655</cp:revision>
  <dcterms:created xsi:type="dcterms:W3CDTF">2024-08-08T01:29:50Z</dcterms:created>
  <dcterms:modified xsi:type="dcterms:W3CDTF">2025-11-21T09:47:28Z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2024-08-08T02:28:55Z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6e000025-dfc4-466b-8a1a-3abd180e870b</vt:lpwstr>
  </property>
  <property fmtid="{D5CDD505-2E9C-101B-9397-08002B2CF9AE}" pid="8" name="MSIP_Label_8a813f4b-519a-4481-a498-85770f517757_ContentBits">
    <vt:lpwstr>0</vt:lpwstr>
  </property>
</Properties>
</file>